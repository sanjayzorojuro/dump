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6" r:id="rId1"/>
  </p:sldMasterIdLst>
  <p:notesMasterIdLst>
    <p:notesMasterId r:id="rId35"/>
  </p:notesMasterIdLst>
  <p:sldIdLst>
    <p:sldId id="256" r:id="rId2"/>
    <p:sldId id="257" r:id="rId3"/>
    <p:sldId id="258" r:id="rId4"/>
    <p:sldId id="259" r:id="rId5"/>
    <p:sldId id="260" r:id="rId6"/>
    <p:sldId id="261" r:id="rId7"/>
    <p:sldId id="262" r:id="rId8"/>
    <p:sldId id="263" r:id="rId9"/>
    <p:sldId id="304" r:id="rId10"/>
    <p:sldId id="305" r:id="rId11"/>
    <p:sldId id="306" r:id="rId12"/>
    <p:sldId id="266" r:id="rId13"/>
    <p:sldId id="268" r:id="rId14"/>
    <p:sldId id="269" r:id="rId15"/>
    <p:sldId id="308" r:id="rId16"/>
    <p:sldId id="309" r:id="rId17"/>
    <p:sldId id="310" r:id="rId18"/>
    <p:sldId id="312" r:id="rId19"/>
    <p:sldId id="271" r:id="rId20"/>
    <p:sldId id="267" r:id="rId21"/>
    <p:sldId id="313" r:id="rId22"/>
    <p:sldId id="314" r:id="rId23"/>
    <p:sldId id="315" r:id="rId24"/>
    <p:sldId id="316" r:id="rId25"/>
    <p:sldId id="272" r:id="rId26"/>
    <p:sldId id="273" r:id="rId27"/>
    <p:sldId id="275" r:id="rId28"/>
    <p:sldId id="317" r:id="rId29"/>
    <p:sldId id="318" r:id="rId30"/>
    <p:sldId id="319" r:id="rId31"/>
    <p:sldId id="320" r:id="rId32"/>
    <p:sldId id="321" r:id="rId33"/>
    <p:sldId id="303" r:id="rId34"/>
  </p:sldIdLst>
  <p:sldSz cx="9144000" cy="5143500" type="screen16x9"/>
  <p:notesSz cx="6858000" cy="9144000"/>
  <p:embeddedFontLst>
    <p:embeddedFont>
      <p:font typeface="Kantumruy Pro" panose="020B0604020202020204" charset="0"/>
      <p:regular r:id="rId36"/>
      <p:bold r:id="rId37"/>
      <p:italic r:id="rId38"/>
      <p:boldItalic r:id="rId39"/>
    </p:embeddedFont>
    <p:embeddedFont>
      <p:font typeface="Kantumruy Pro Medium" panose="020B0604020202020204" charset="0"/>
      <p:regular r:id="rId40"/>
      <p:bold r:id="rId41"/>
      <p:italic r:id="rId42"/>
      <p:boldItalic r:id="rId43"/>
    </p:embeddedFont>
    <p:embeddedFont>
      <p:font typeface="Kantumruy Pro SemiBold" panose="020B0604020202020204"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3F4E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F299285-FF75-48A0-9694-5CAA3D1CB293}">
  <a:tblStyle styleId="{AF299285-FF75-48A0-9694-5CAA3D1CB29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27" autoAdjust="0"/>
    <p:restoredTop sz="67840" autoAdjust="0"/>
  </p:normalViewPr>
  <p:slideViewPr>
    <p:cSldViewPr snapToGrid="0">
      <p:cViewPr varScale="1">
        <p:scale>
          <a:sx n="43" d="100"/>
          <a:sy n="43" d="100"/>
        </p:scale>
        <p:origin x="2102" y="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4.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7.fntdata"/><Relationship Id="rId47" Type="http://schemas.openxmlformats.org/officeDocument/2006/relationships/font" Target="fonts/font12.fntdata"/><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2.fntdata"/><Relationship Id="rId40" Type="http://schemas.openxmlformats.org/officeDocument/2006/relationships/font" Target="fonts/font5.fntdata"/><Relationship Id="rId45"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1.fntdata"/><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43" Type="http://schemas.openxmlformats.org/officeDocument/2006/relationships/font" Target="fonts/font8.fntdata"/><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3.fntdata"/><Relationship Id="rId46" Type="http://schemas.openxmlformats.org/officeDocument/2006/relationships/font" Target="fonts/font11.fntdata"/><Relationship Id="rId20" Type="http://schemas.openxmlformats.org/officeDocument/2006/relationships/slide" Target="slides/slide19.xml"/><Relationship Id="rId41"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49c9436ab0_0_2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49c9436ab0_0_2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24a27ff2a6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6" name="Google Shape;336;g24a27ff2a6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49c9436ab0_0_5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249c9436ab0_0_5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249c9436ab0_0_5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249c9436ab0_0_5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5"/>
        <p:cNvGrpSpPr/>
        <p:nvPr/>
      </p:nvGrpSpPr>
      <p:grpSpPr>
        <a:xfrm>
          <a:off x="0" y="0"/>
          <a:ext cx="0" cy="0"/>
          <a:chOff x="0" y="0"/>
          <a:chExt cx="0" cy="0"/>
        </a:xfrm>
      </p:grpSpPr>
      <p:sp>
        <p:nvSpPr>
          <p:cNvPr id="506" name="Google Shape;506;g249c9436ab0_0_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7" name="Google Shape;507;g249c9436ab0_0_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24a27ff2a65_1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24a27ff2a65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0"/>
        <p:cNvGrpSpPr/>
        <p:nvPr/>
      </p:nvGrpSpPr>
      <p:grpSpPr>
        <a:xfrm>
          <a:off x="0" y="0"/>
          <a:ext cx="0" cy="0"/>
          <a:chOff x="0" y="0"/>
          <a:chExt cx="0" cy="0"/>
        </a:xfrm>
      </p:grpSpPr>
      <p:sp>
        <p:nvSpPr>
          <p:cNvPr id="551" name="Google Shape;551;g24a27ff2a65_1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2" name="Google Shape;552;g24a27ff2a65_1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6"/>
        <p:cNvGrpSpPr/>
        <p:nvPr/>
      </p:nvGrpSpPr>
      <p:grpSpPr>
        <a:xfrm>
          <a:off x="0" y="0"/>
          <a:ext cx="0" cy="0"/>
          <a:chOff x="0" y="0"/>
          <a:chExt cx="0" cy="0"/>
        </a:xfrm>
      </p:grpSpPr>
      <p:sp>
        <p:nvSpPr>
          <p:cNvPr id="637" name="Google Shape;637;g24a27ff2a65_1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8" name="Google Shape;638;g24a27ff2a65_1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a:extLst>
            <a:ext uri="{FF2B5EF4-FFF2-40B4-BE49-F238E27FC236}">
              <a16:creationId xmlns:a16="http://schemas.microsoft.com/office/drawing/2014/main" id="{4CB89BBF-6FE3-9517-F0DB-6BFC592D53A3}"/>
            </a:ext>
          </a:extLst>
        </p:cNvPr>
        <p:cNvGrpSpPr/>
        <p:nvPr/>
      </p:nvGrpSpPr>
      <p:grpSpPr>
        <a:xfrm>
          <a:off x="0" y="0"/>
          <a:ext cx="0" cy="0"/>
          <a:chOff x="0" y="0"/>
          <a:chExt cx="0" cy="0"/>
        </a:xfrm>
      </p:grpSpPr>
      <p:sp>
        <p:nvSpPr>
          <p:cNvPr id="721" name="Google Shape;721;g24a27ff2a65_1_396:notes">
            <a:extLst>
              <a:ext uri="{FF2B5EF4-FFF2-40B4-BE49-F238E27FC236}">
                <a16:creationId xmlns:a16="http://schemas.microsoft.com/office/drawing/2014/main" id="{3D92FFBD-4587-A96C-F85E-C71C6A2EAC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24a27ff2a65_1_396:notes">
            <a:extLst>
              <a:ext uri="{FF2B5EF4-FFF2-40B4-BE49-F238E27FC236}">
                <a16:creationId xmlns:a16="http://schemas.microsoft.com/office/drawing/2014/main" id="{88AB1242-6A41-FAC1-3661-3E2B1068A8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927076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a:extLst>
            <a:ext uri="{FF2B5EF4-FFF2-40B4-BE49-F238E27FC236}">
              <a16:creationId xmlns:a16="http://schemas.microsoft.com/office/drawing/2014/main" id="{69577C73-D15F-05CB-FD90-59376F57EB4C}"/>
            </a:ext>
          </a:extLst>
        </p:cNvPr>
        <p:cNvGrpSpPr/>
        <p:nvPr/>
      </p:nvGrpSpPr>
      <p:grpSpPr>
        <a:xfrm>
          <a:off x="0" y="0"/>
          <a:ext cx="0" cy="0"/>
          <a:chOff x="0" y="0"/>
          <a:chExt cx="0" cy="0"/>
        </a:xfrm>
      </p:grpSpPr>
      <p:sp>
        <p:nvSpPr>
          <p:cNvPr id="769" name="Google Shape;769;g24a27ff2a65_1_563:notes">
            <a:extLst>
              <a:ext uri="{FF2B5EF4-FFF2-40B4-BE49-F238E27FC236}">
                <a16:creationId xmlns:a16="http://schemas.microsoft.com/office/drawing/2014/main" id="{917D5F4C-1E46-B8FA-B456-5A2944FE16B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4a27ff2a65_1_563:notes">
            <a:extLst>
              <a:ext uri="{FF2B5EF4-FFF2-40B4-BE49-F238E27FC236}">
                <a16:creationId xmlns:a16="http://schemas.microsoft.com/office/drawing/2014/main" id="{129D5F52-7CE8-2B1A-0CAE-FB2ED8AC012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517629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a:extLst>
            <a:ext uri="{FF2B5EF4-FFF2-40B4-BE49-F238E27FC236}">
              <a16:creationId xmlns:a16="http://schemas.microsoft.com/office/drawing/2014/main" id="{0764F162-25E5-6D33-5F0D-169E6CB72D9E}"/>
            </a:ext>
          </a:extLst>
        </p:cNvPr>
        <p:cNvGrpSpPr/>
        <p:nvPr/>
      </p:nvGrpSpPr>
      <p:grpSpPr>
        <a:xfrm>
          <a:off x="0" y="0"/>
          <a:ext cx="0" cy="0"/>
          <a:chOff x="0" y="0"/>
          <a:chExt cx="0" cy="0"/>
        </a:xfrm>
      </p:grpSpPr>
      <p:sp>
        <p:nvSpPr>
          <p:cNvPr id="1015" name="Google Shape;1015;g24a27ff2a65_1_731:notes">
            <a:extLst>
              <a:ext uri="{FF2B5EF4-FFF2-40B4-BE49-F238E27FC236}">
                <a16:creationId xmlns:a16="http://schemas.microsoft.com/office/drawing/2014/main" id="{2BC9525E-FB59-7EEB-3C70-BFAFD98388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24a27ff2a65_1_731:notes">
            <a:extLst>
              <a:ext uri="{FF2B5EF4-FFF2-40B4-BE49-F238E27FC236}">
                <a16:creationId xmlns:a16="http://schemas.microsoft.com/office/drawing/2014/main" id="{1B29BEB3-6923-3201-BD78-CC049994779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7374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p:cNvGrpSpPr/>
        <p:nvPr/>
      </p:nvGrpSpPr>
      <p:grpSpPr>
        <a:xfrm>
          <a:off x="0" y="0"/>
          <a:ext cx="0" cy="0"/>
          <a:chOff x="0" y="0"/>
          <a:chExt cx="0" cy="0"/>
        </a:xfrm>
      </p:grpSpPr>
      <p:sp>
        <p:nvSpPr>
          <p:cNvPr id="721" name="Google Shape;721;g24a27ff2a65_1_3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24a27ff2a65_1_3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24a27ff2a65_1_5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24a27ff2a65_1_5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p:cNvGrpSpPr/>
        <p:nvPr/>
      </p:nvGrpSpPr>
      <p:grpSpPr>
        <a:xfrm>
          <a:off x="0" y="0"/>
          <a:ext cx="0" cy="0"/>
          <a:chOff x="0" y="0"/>
          <a:chExt cx="0" cy="0"/>
        </a:xfrm>
      </p:grpSpPr>
      <p:sp>
        <p:nvSpPr>
          <p:cNvPr id="769" name="Google Shape;769;g24a27ff2a65_1_5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4a27ff2a65_1_5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a:extLst>
            <a:ext uri="{FF2B5EF4-FFF2-40B4-BE49-F238E27FC236}">
              <a16:creationId xmlns:a16="http://schemas.microsoft.com/office/drawing/2014/main" id="{817E31B8-520D-837C-20D3-F6796CF995A7}"/>
            </a:ext>
          </a:extLst>
        </p:cNvPr>
        <p:cNvGrpSpPr/>
        <p:nvPr/>
      </p:nvGrpSpPr>
      <p:grpSpPr>
        <a:xfrm>
          <a:off x="0" y="0"/>
          <a:ext cx="0" cy="0"/>
          <a:chOff x="0" y="0"/>
          <a:chExt cx="0" cy="0"/>
        </a:xfrm>
      </p:grpSpPr>
      <p:sp>
        <p:nvSpPr>
          <p:cNvPr id="769" name="Google Shape;769;g24a27ff2a65_1_563:notes">
            <a:extLst>
              <a:ext uri="{FF2B5EF4-FFF2-40B4-BE49-F238E27FC236}">
                <a16:creationId xmlns:a16="http://schemas.microsoft.com/office/drawing/2014/main" id="{CA7CD012-BB3A-FEF8-7E11-E485D83C11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4a27ff2a65_1_563:notes">
            <a:extLst>
              <a:ext uri="{FF2B5EF4-FFF2-40B4-BE49-F238E27FC236}">
                <a16:creationId xmlns:a16="http://schemas.microsoft.com/office/drawing/2014/main" id="{654A3E1A-E0F8-656A-9C05-B8FFA14A487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661108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a:extLst>
            <a:ext uri="{FF2B5EF4-FFF2-40B4-BE49-F238E27FC236}">
              <a16:creationId xmlns:a16="http://schemas.microsoft.com/office/drawing/2014/main" id="{DC5979E7-BE3D-34B0-6916-A6C57457AE9B}"/>
            </a:ext>
          </a:extLst>
        </p:cNvPr>
        <p:cNvGrpSpPr/>
        <p:nvPr/>
      </p:nvGrpSpPr>
      <p:grpSpPr>
        <a:xfrm>
          <a:off x="0" y="0"/>
          <a:ext cx="0" cy="0"/>
          <a:chOff x="0" y="0"/>
          <a:chExt cx="0" cy="0"/>
        </a:xfrm>
      </p:grpSpPr>
      <p:sp>
        <p:nvSpPr>
          <p:cNvPr id="769" name="Google Shape;769;g24a27ff2a65_1_563:notes">
            <a:extLst>
              <a:ext uri="{FF2B5EF4-FFF2-40B4-BE49-F238E27FC236}">
                <a16:creationId xmlns:a16="http://schemas.microsoft.com/office/drawing/2014/main" id="{3A1BAFF8-8342-E0EE-AA0A-D26E0AC9B5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4a27ff2a65_1_563:notes">
            <a:extLst>
              <a:ext uri="{FF2B5EF4-FFF2-40B4-BE49-F238E27FC236}">
                <a16:creationId xmlns:a16="http://schemas.microsoft.com/office/drawing/2014/main" id="{4816BF25-9D1E-F015-C941-02164CC025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47823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8">
          <a:extLst>
            <a:ext uri="{FF2B5EF4-FFF2-40B4-BE49-F238E27FC236}">
              <a16:creationId xmlns:a16="http://schemas.microsoft.com/office/drawing/2014/main" id="{46EF4E5A-C1AE-9967-6F48-0DA9CEA9823C}"/>
            </a:ext>
          </a:extLst>
        </p:cNvPr>
        <p:cNvGrpSpPr/>
        <p:nvPr/>
      </p:nvGrpSpPr>
      <p:grpSpPr>
        <a:xfrm>
          <a:off x="0" y="0"/>
          <a:ext cx="0" cy="0"/>
          <a:chOff x="0" y="0"/>
          <a:chExt cx="0" cy="0"/>
        </a:xfrm>
      </p:grpSpPr>
      <p:sp>
        <p:nvSpPr>
          <p:cNvPr id="769" name="Google Shape;769;g24a27ff2a65_1_563:notes">
            <a:extLst>
              <a:ext uri="{FF2B5EF4-FFF2-40B4-BE49-F238E27FC236}">
                <a16:creationId xmlns:a16="http://schemas.microsoft.com/office/drawing/2014/main" id="{5CB424A9-80F0-A2DE-2DF3-D6F1B81EB5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0" name="Google Shape;770;g24a27ff2a65_1_563:notes">
            <a:extLst>
              <a:ext uri="{FF2B5EF4-FFF2-40B4-BE49-F238E27FC236}">
                <a16:creationId xmlns:a16="http://schemas.microsoft.com/office/drawing/2014/main" id="{1E153EC1-81FF-159C-6299-5D46182BF4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1245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0">
          <a:extLst>
            <a:ext uri="{FF2B5EF4-FFF2-40B4-BE49-F238E27FC236}">
              <a16:creationId xmlns:a16="http://schemas.microsoft.com/office/drawing/2014/main" id="{0F4B09DB-A5B7-216D-CEEB-793430B2BB2A}"/>
            </a:ext>
          </a:extLst>
        </p:cNvPr>
        <p:cNvGrpSpPr/>
        <p:nvPr/>
      </p:nvGrpSpPr>
      <p:grpSpPr>
        <a:xfrm>
          <a:off x="0" y="0"/>
          <a:ext cx="0" cy="0"/>
          <a:chOff x="0" y="0"/>
          <a:chExt cx="0" cy="0"/>
        </a:xfrm>
      </p:grpSpPr>
      <p:sp>
        <p:nvSpPr>
          <p:cNvPr id="721" name="Google Shape;721;g24a27ff2a65_1_396:notes">
            <a:extLst>
              <a:ext uri="{FF2B5EF4-FFF2-40B4-BE49-F238E27FC236}">
                <a16:creationId xmlns:a16="http://schemas.microsoft.com/office/drawing/2014/main" id="{556E199B-4AC5-F5CC-8E87-88C3251E15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2" name="Google Shape;722;g24a27ff2a65_1_396:notes">
            <a:extLst>
              <a:ext uri="{FF2B5EF4-FFF2-40B4-BE49-F238E27FC236}">
                <a16:creationId xmlns:a16="http://schemas.microsoft.com/office/drawing/2014/main" id="{F1726234-F5D0-B87B-9C6C-ECEC83249E1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9508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24a27ff2a65_1_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5" name="Google Shape;855;g24a27ff2a65_1_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g24a27ff2a65_1_5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4a27ff2a65_1_5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a:extLst>
            <a:ext uri="{FF2B5EF4-FFF2-40B4-BE49-F238E27FC236}">
              <a16:creationId xmlns:a16="http://schemas.microsoft.com/office/drawing/2014/main" id="{AD300858-CDBB-5763-CA0A-326625904E87}"/>
            </a:ext>
          </a:extLst>
        </p:cNvPr>
        <p:cNvGrpSpPr/>
        <p:nvPr/>
      </p:nvGrpSpPr>
      <p:grpSpPr>
        <a:xfrm>
          <a:off x="0" y="0"/>
          <a:ext cx="0" cy="0"/>
          <a:chOff x="0" y="0"/>
          <a:chExt cx="0" cy="0"/>
        </a:xfrm>
      </p:grpSpPr>
      <p:sp>
        <p:nvSpPr>
          <p:cNvPr id="738" name="Google Shape;738;g24a27ff2a65_1_509:notes">
            <a:extLst>
              <a:ext uri="{FF2B5EF4-FFF2-40B4-BE49-F238E27FC236}">
                <a16:creationId xmlns:a16="http://schemas.microsoft.com/office/drawing/2014/main" id="{647219E6-0481-75AC-429C-578ED4A3A12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4a27ff2a65_1_509:notes">
            <a:extLst>
              <a:ext uri="{FF2B5EF4-FFF2-40B4-BE49-F238E27FC236}">
                <a16:creationId xmlns:a16="http://schemas.microsoft.com/office/drawing/2014/main" id="{6534D33D-876F-E995-73E9-0B208A4B855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4551363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a:extLst>
            <a:ext uri="{FF2B5EF4-FFF2-40B4-BE49-F238E27FC236}">
              <a16:creationId xmlns:a16="http://schemas.microsoft.com/office/drawing/2014/main" id="{1FE00958-C963-AE5F-E00A-402455283E19}"/>
            </a:ext>
          </a:extLst>
        </p:cNvPr>
        <p:cNvGrpSpPr/>
        <p:nvPr/>
      </p:nvGrpSpPr>
      <p:grpSpPr>
        <a:xfrm>
          <a:off x="0" y="0"/>
          <a:ext cx="0" cy="0"/>
          <a:chOff x="0" y="0"/>
          <a:chExt cx="0" cy="0"/>
        </a:xfrm>
      </p:grpSpPr>
      <p:sp>
        <p:nvSpPr>
          <p:cNvPr id="738" name="Google Shape;738;g24a27ff2a65_1_509:notes">
            <a:extLst>
              <a:ext uri="{FF2B5EF4-FFF2-40B4-BE49-F238E27FC236}">
                <a16:creationId xmlns:a16="http://schemas.microsoft.com/office/drawing/2014/main" id="{AD5B5A46-6D50-50D4-C2D1-E718DDB1F7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4a27ff2a65_1_509:notes">
            <a:extLst>
              <a:ext uri="{FF2B5EF4-FFF2-40B4-BE49-F238E27FC236}">
                <a16:creationId xmlns:a16="http://schemas.microsoft.com/office/drawing/2014/main" id="{D872D9D9-DDE2-A346-4973-A8D9DC1681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5197969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a:extLst>
            <a:ext uri="{FF2B5EF4-FFF2-40B4-BE49-F238E27FC236}">
              <a16:creationId xmlns:a16="http://schemas.microsoft.com/office/drawing/2014/main" id="{814A6212-BD6A-6578-1652-4039DB7987D2}"/>
            </a:ext>
          </a:extLst>
        </p:cNvPr>
        <p:cNvGrpSpPr/>
        <p:nvPr/>
      </p:nvGrpSpPr>
      <p:grpSpPr>
        <a:xfrm>
          <a:off x="0" y="0"/>
          <a:ext cx="0" cy="0"/>
          <a:chOff x="0" y="0"/>
          <a:chExt cx="0" cy="0"/>
        </a:xfrm>
      </p:grpSpPr>
      <p:sp>
        <p:nvSpPr>
          <p:cNvPr id="738" name="Google Shape;738;g24a27ff2a65_1_509:notes">
            <a:extLst>
              <a:ext uri="{FF2B5EF4-FFF2-40B4-BE49-F238E27FC236}">
                <a16:creationId xmlns:a16="http://schemas.microsoft.com/office/drawing/2014/main" id="{04902444-CB4D-C9AC-6495-59FC02B252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4a27ff2a65_1_509:notes">
            <a:extLst>
              <a:ext uri="{FF2B5EF4-FFF2-40B4-BE49-F238E27FC236}">
                <a16:creationId xmlns:a16="http://schemas.microsoft.com/office/drawing/2014/main" id="{99CB2B5A-6B6F-B2B9-7201-2E63892F409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5414032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a:extLst>
            <a:ext uri="{FF2B5EF4-FFF2-40B4-BE49-F238E27FC236}">
              <a16:creationId xmlns:a16="http://schemas.microsoft.com/office/drawing/2014/main" id="{8D1C11EE-50A1-3645-318A-5BEB3B8C95F2}"/>
            </a:ext>
          </a:extLst>
        </p:cNvPr>
        <p:cNvGrpSpPr/>
        <p:nvPr/>
      </p:nvGrpSpPr>
      <p:grpSpPr>
        <a:xfrm>
          <a:off x="0" y="0"/>
          <a:ext cx="0" cy="0"/>
          <a:chOff x="0" y="0"/>
          <a:chExt cx="0" cy="0"/>
        </a:xfrm>
      </p:grpSpPr>
      <p:sp>
        <p:nvSpPr>
          <p:cNvPr id="738" name="Google Shape;738;g24a27ff2a65_1_509:notes">
            <a:extLst>
              <a:ext uri="{FF2B5EF4-FFF2-40B4-BE49-F238E27FC236}">
                <a16:creationId xmlns:a16="http://schemas.microsoft.com/office/drawing/2014/main" id="{E9E43669-5CB3-6741-F035-F2E89CCA7A3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9" name="Google Shape;739;g24a27ff2a65_1_509:notes">
            <a:extLst>
              <a:ext uri="{FF2B5EF4-FFF2-40B4-BE49-F238E27FC236}">
                <a16:creationId xmlns:a16="http://schemas.microsoft.com/office/drawing/2014/main" id="{F75DBE9B-DC8F-33AF-7D27-B380E3CCA50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00652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p:cNvGrpSpPr/>
        <p:nvPr/>
      </p:nvGrpSpPr>
      <p:grpSpPr>
        <a:xfrm>
          <a:off x="0" y="0"/>
          <a:ext cx="0" cy="0"/>
          <a:chOff x="0" y="0"/>
          <a:chExt cx="0" cy="0"/>
        </a:xfrm>
      </p:grpSpPr>
      <p:sp>
        <p:nvSpPr>
          <p:cNvPr id="917" name="Google Shape;917;g24a27ff2a65_1_7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24a27ff2a65_1_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24a27ff2a65_1_7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4a27ff2a65_1_7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4"/>
        <p:cNvGrpSpPr/>
        <p:nvPr/>
      </p:nvGrpSpPr>
      <p:grpSpPr>
        <a:xfrm>
          <a:off x="0" y="0"/>
          <a:ext cx="0" cy="0"/>
          <a:chOff x="0" y="0"/>
          <a:chExt cx="0" cy="0"/>
        </a:xfrm>
      </p:grpSpPr>
      <p:sp>
        <p:nvSpPr>
          <p:cNvPr id="1015" name="Google Shape;1015;g24a27ff2a65_1_7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6" name="Google Shape;1016;g24a27ff2a65_1_7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624904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6">
          <a:extLst>
            <a:ext uri="{FF2B5EF4-FFF2-40B4-BE49-F238E27FC236}">
              <a16:creationId xmlns:a16="http://schemas.microsoft.com/office/drawing/2014/main" id="{23589A63-0EF2-0A35-CE7E-FE0E092A3218}"/>
            </a:ext>
          </a:extLst>
        </p:cNvPr>
        <p:cNvGrpSpPr/>
        <p:nvPr/>
      </p:nvGrpSpPr>
      <p:grpSpPr>
        <a:xfrm>
          <a:off x="0" y="0"/>
          <a:ext cx="0" cy="0"/>
          <a:chOff x="0" y="0"/>
          <a:chExt cx="0" cy="0"/>
        </a:xfrm>
      </p:grpSpPr>
      <p:sp>
        <p:nvSpPr>
          <p:cNvPr id="917" name="Google Shape;917;g24a27ff2a65_1_704:notes">
            <a:extLst>
              <a:ext uri="{FF2B5EF4-FFF2-40B4-BE49-F238E27FC236}">
                <a16:creationId xmlns:a16="http://schemas.microsoft.com/office/drawing/2014/main" id="{7F90933E-82A1-03A1-DF14-0EA6FA9830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8" name="Google Shape;918;g24a27ff2a65_1_704:notes">
            <a:extLst>
              <a:ext uri="{FF2B5EF4-FFF2-40B4-BE49-F238E27FC236}">
                <a16:creationId xmlns:a16="http://schemas.microsoft.com/office/drawing/2014/main" id="{F1109917-CFE1-DE68-3398-A0024E9F16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14375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a:extLst>
            <a:ext uri="{FF2B5EF4-FFF2-40B4-BE49-F238E27FC236}">
              <a16:creationId xmlns:a16="http://schemas.microsoft.com/office/drawing/2014/main" id="{15D2941C-551E-FF9A-DBFD-6E95B34324AE}"/>
            </a:ext>
          </a:extLst>
        </p:cNvPr>
        <p:cNvGrpSpPr/>
        <p:nvPr/>
      </p:nvGrpSpPr>
      <p:grpSpPr>
        <a:xfrm>
          <a:off x="0" y="0"/>
          <a:ext cx="0" cy="0"/>
          <a:chOff x="0" y="0"/>
          <a:chExt cx="0" cy="0"/>
        </a:xfrm>
      </p:grpSpPr>
      <p:sp>
        <p:nvSpPr>
          <p:cNvPr id="966" name="Google Shape;966;g24a27ff2a65_1_713:notes">
            <a:extLst>
              <a:ext uri="{FF2B5EF4-FFF2-40B4-BE49-F238E27FC236}">
                <a16:creationId xmlns:a16="http://schemas.microsoft.com/office/drawing/2014/main" id="{5562A9C2-6C0D-7CF4-E3F6-EB6F318AB4A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4a27ff2a65_1_713:notes">
            <a:extLst>
              <a:ext uri="{FF2B5EF4-FFF2-40B4-BE49-F238E27FC236}">
                <a16:creationId xmlns:a16="http://schemas.microsoft.com/office/drawing/2014/main" id="{C2651F15-634F-685C-6EF0-5E8B42250B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0444865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a:extLst>
            <a:ext uri="{FF2B5EF4-FFF2-40B4-BE49-F238E27FC236}">
              <a16:creationId xmlns:a16="http://schemas.microsoft.com/office/drawing/2014/main" id="{B98D159B-DF19-C9D8-2F22-73BDFEBDDB90}"/>
            </a:ext>
          </a:extLst>
        </p:cNvPr>
        <p:cNvGrpSpPr/>
        <p:nvPr/>
      </p:nvGrpSpPr>
      <p:grpSpPr>
        <a:xfrm>
          <a:off x="0" y="0"/>
          <a:ext cx="0" cy="0"/>
          <a:chOff x="0" y="0"/>
          <a:chExt cx="0" cy="0"/>
        </a:xfrm>
      </p:grpSpPr>
      <p:sp>
        <p:nvSpPr>
          <p:cNvPr id="966" name="Google Shape;966;g24a27ff2a65_1_713:notes">
            <a:extLst>
              <a:ext uri="{FF2B5EF4-FFF2-40B4-BE49-F238E27FC236}">
                <a16:creationId xmlns:a16="http://schemas.microsoft.com/office/drawing/2014/main" id="{D368CD76-6E84-4EFB-3844-6EA708677D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4a27ff2a65_1_713:notes">
            <a:extLst>
              <a:ext uri="{FF2B5EF4-FFF2-40B4-BE49-F238E27FC236}">
                <a16:creationId xmlns:a16="http://schemas.microsoft.com/office/drawing/2014/main" id="{45D23F50-8FFC-1DD1-75E0-50CDAEEE78B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483653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a:extLst>
            <a:ext uri="{FF2B5EF4-FFF2-40B4-BE49-F238E27FC236}">
              <a16:creationId xmlns:a16="http://schemas.microsoft.com/office/drawing/2014/main" id="{6A5E20B7-49A6-CC84-221F-2B8DBDDA4585}"/>
            </a:ext>
          </a:extLst>
        </p:cNvPr>
        <p:cNvGrpSpPr/>
        <p:nvPr/>
      </p:nvGrpSpPr>
      <p:grpSpPr>
        <a:xfrm>
          <a:off x="0" y="0"/>
          <a:ext cx="0" cy="0"/>
          <a:chOff x="0" y="0"/>
          <a:chExt cx="0" cy="0"/>
        </a:xfrm>
      </p:grpSpPr>
      <p:sp>
        <p:nvSpPr>
          <p:cNvPr id="966" name="Google Shape;966;g24a27ff2a65_1_713:notes">
            <a:extLst>
              <a:ext uri="{FF2B5EF4-FFF2-40B4-BE49-F238E27FC236}">
                <a16:creationId xmlns:a16="http://schemas.microsoft.com/office/drawing/2014/main" id="{7204B9DF-2C62-40E1-9555-7EC2D6AAD8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24a27ff2a65_1_713:notes">
            <a:extLst>
              <a:ext uri="{FF2B5EF4-FFF2-40B4-BE49-F238E27FC236}">
                <a16:creationId xmlns:a16="http://schemas.microsoft.com/office/drawing/2014/main" id="{36B263AC-1BE0-8657-310C-E8422C51D8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lang="en-US" dirty="0"/>
          </a:p>
        </p:txBody>
      </p:sp>
    </p:spTree>
    <p:extLst>
      <p:ext uri="{BB962C8B-B14F-4D97-AF65-F5344CB8AC3E}">
        <p14:creationId xmlns:p14="http://schemas.microsoft.com/office/powerpoint/2010/main" val="266329639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9"/>
        <p:cNvGrpSpPr/>
        <p:nvPr/>
      </p:nvGrpSpPr>
      <p:grpSpPr>
        <a:xfrm>
          <a:off x="0" y="0"/>
          <a:ext cx="0" cy="0"/>
          <a:chOff x="0" y="0"/>
          <a:chExt cx="0" cy="0"/>
        </a:xfrm>
      </p:grpSpPr>
      <p:sp>
        <p:nvSpPr>
          <p:cNvPr id="11190" name="Google Shape;11190;g24a40761b1d_0_359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91" name="Google Shape;11191;g24a40761b1d_0_359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2"/>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15100" y="839800"/>
            <a:ext cx="7713900" cy="1561200"/>
          </a:xfrm>
          <a:prstGeom prst="rect">
            <a:avLst/>
          </a:prstGeom>
        </p:spPr>
        <p:txBody>
          <a:bodyPr spcFirstLastPara="1" wrap="square" lIns="91425" tIns="91425" rIns="91425" bIns="91425" anchor="b" anchorCtr="0">
            <a:noAutofit/>
          </a:bodyPr>
          <a:lstStyle>
            <a:lvl1pPr lvl="0">
              <a:lnSpc>
                <a:spcPct val="90000"/>
              </a:lnSpc>
              <a:spcBef>
                <a:spcPts val="0"/>
              </a:spcBef>
              <a:spcAft>
                <a:spcPts val="0"/>
              </a:spcAft>
              <a:buSzPts val="5200"/>
              <a:buNone/>
              <a:defRPr sz="50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15100" y="2401000"/>
            <a:ext cx="7713900" cy="4440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SzPts val="1400"/>
              <a:buNone/>
              <a:defRPr sz="1600">
                <a:solidFill>
                  <a:srgbClr val="263165"/>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lt1"/>
        </a:solid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715100" y="1800825"/>
            <a:ext cx="4895400" cy="9414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3" name="Google Shape;13;p3"/>
          <p:cNvSpPr txBox="1">
            <a:spLocks noGrp="1"/>
          </p:cNvSpPr>
          <p:nvPr>
            <p:ph type="title" idx="2" hasCustomPrompt="1"/>
          </p:nvPr>
        </p:nvSpPr>
        <p:spPr>
          <a:xfrm>
            <a:off x="715100" y="775725"/>
            <a:ext cx="4895400" cy="10251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000">
                <a:latin typeface="Kantumruy Pro SemiBold"/>
                <a:ea typeface="Kantumruy Pro SemiBold"/>
                <a:cs typeface="Kantumruy Pro SemiBold"/>
                <a:sym typeface="Kantumruy Pro SemiBold"/>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4" name="Google Shape;14;p3"/>
          <p:cNvSpPr txBox="1">
            <a:spLocks noGrp="1"/>
          </p:cNvSpPr>
          <p:nvPr>
            <p:ph type="subTitle" idx="1"/>
          </p:nvPr>
        </p:nvSpPr>
        <p:spPr>
          <a:xfrm>
            <a:off x="715100" y="2742225"/>
            <a:ext cx="4895400" cy="43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dk2"/>
        </a:solidFill>
        <a:effectLst/>
      </p:bgPr>
    </p:bg>
    <p:spTree>
      <p:nvGrpSpPr>
        <p:cNvPr id="1" name="Shape 15"/>
        <p:cNvGrpSpPr/>
        <p:nvPr/>
      </p:nvGrpSpPr>
      <p:grpSpPr>
        <a:xfrm>
          <a:off x="0" y="0"/>
          <a:ext cx="0" cy="0"/>
          <a:chOff x="0" y="0"/>
          <a:chExt cx="0" cy="0"/>
        </a:xfrm>
      </p:grpSpPr>
      <p:sp>
        <p:nvSpPr>
          <p:cNvPr id="16" name="Google Shape;16;p4"/>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1pPr>
            <a:lvl2pPr lvl="1"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2pPr>
            <a:lvl3pPr lvl="2"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3pPr>
            <a:lvl4pPr lvl="3"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4pPr>
            <a:lvl5pPr lvl="4"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5pPr>
            <a:lvl6pPr lvl="5"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6pPr>
            <a:lvl7pPr lvl="6"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7pPr>
            <a:lvl8pPr lvl="7"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8pPr>
            <a:lvl9pPr lvl="8"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9pPr>
          </a:lstStyle>
          <a:p>
            <a:endParaRPr/>
          </a:p>
        </p:txBody>
      </p:sp>
      <p:sp>
        <p:nvSpPr>
          <p:cNvPr id="17" name="Google Shape;17;p4"/>
          <p:cNvSpPr txBox="1">
            <a:spLocks noGrp="1"/>
          </p:cNvSpPr>
          <p:nvPr>
            <p:ph type="body" idx="1"/>
          </p:nvPr>
        </p:nvSpPr>
        <p:spPr>
          <a:xfrm>
            <a:off x="715100" y="1248050"/>
            <a:ext cx="7713900" cy="3360300"/>
          </a:xfrm>
          <a:prstGeom prst="rect">
            <a:avLst/>
          </a:prstGeom>
          <a:ln>
            <a:noFill/>
          </a:ln>
        </p:spPr>
        <p:txBody>
          <a:bodyPr spcFirstLastPara="1" wrap="square" lIns="91425" tIns="91425" rIns="91425" bIns="91425" anchor="t" anchorCtr="0">
            <a:noAutofit/>
          </a:bodyPr>
          <a:lstStyle>
            <a:lvl1pPr marL="457200" lvl="0" indent="-317500" rtl="0">
              <a:lnSpc>
                <a:spcPct val="115000"/>
              </a:lnSpc>
              <a:spcBef>
                <a:spcPts val="0"/>
              </a:spcBef>
              <a:spcAft>
                <a:spcPts val="0"/>
              </a:spcAft>
              <a:buClr>
                <a:schemeClr val="lt1"/>
              </a:buClr>
              <a:buSzPts val="1400"/>
              <a:buFont typeface="Kantumruy Pro Medium"/>
              <a:buChar char="●"/>
              <a:defRPr>
                <a:solidFill>
                  <a:schemeClr val="dk1"/>
                </a:solidFill>
                <a:latin typeface="Kantumruy Pro Medium"/>
                <a:ea typeface="Kantumruy Pro Medium"/>
                <a:cs typeface="Kantumruy Pro Medium"/>
                <a:sym typeface="Kantumruy Pro Medium"/>
              </a:defRPr>
            </a:lvl1pPr>
            <a:lvl2pPr marL="914400" lvl="1"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2pPr>
            <a:lvl3pPr marL="1371600" lvl="2"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3pPr>
            <a:lvl4pPr marL="1828800" lvl="3"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4pPr>
            <a:lvl5pPr marL="2286000" lvl="4"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5pPr>
            <a:lvl6pPr marL="2743200" lvl="5"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6pPr>
            <a:lvl7pPr marL="3200400" lvl="6"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7pPr>
            <a:lvl8pPr marL="3657600" lvl="7"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8pPr>
            <a:lvl9pPr marL="4114800" lvl="8" indent="-317500" rtl="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18"/>
        <p:cNvGrpSpPr/>
        <p:nvPr/>
      </p:nvGrpSpPr>
      <p:grpSpPr>
        <a:xfrm>
          <a:off x="0" y="0"/>
          <a:ext cx="0" cy="0"/>
          <a:chOff x="0" y="0"/>
          <a:chExt cx="0" cy="0"/>
        </a:xfrm>
      </p:grpSpPr>
      <p:sp>
        <p:nvSpPr>
          <p:cNvPr id="19" name="Google Shape;19;p5"/>
          <p:cNvSpPr txBox="1">
            <a:spLocks noGrp="1"/>
          </p:cNvSpPr>
          <p:nvPr>
            <p:ph type="subTitle" idx="1"/>
          </p:nvPr>
        </p:nvSpPr>
        <p:spPr>
          <a:xfrm>
            <a:off x="715200" y="1673125"/>
            <a:ext cx="3704400" cy="2663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Char char="●"/>
              <a:defRPr sz="1400"/>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20" name="Google Shape;20;p5"/>
          <p:cNvSpPr txBox="1">
            <a:spLocks noGrp="1"/>
          </p:cNvSpPr>
          <p:nvPr>
            <p:ph type="subTitle" idx="2"/>
          </p:nvPr>
        </p:nvSpPr>
        <p:spPr>
          <a:xfrm>
            <a:off x="715200" y="1248050"/>
            <a:ext cx="3704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21" name="Google Shape;21;p5"/>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500"/>
              <a:buFont typeface="Kantumruy Pro"/>
              <a:buNone/>
              <a:defRPr>
                <a:latin typeface="Kantumruy Pro"/>
                <a:ea typeface="Kantumruy Pro"/>
                <a:cs typeface="Kantumruy Pro"/>
                <a:sym typeface="Kantumruy Pro"/>
              </a:defRPr>
            </a:lvl1pPr>
            <a:lvl2pPr lvl="1" rtl="0">
              <a:spcBef>
                <a:spcPts val="0"/>
              </a:spcBef>
              <a:spcAft>
                <a:spcPts val="0"/>
              </a:spcAft>
              <a:buSzPts val="3500"/>
              <a:buFont typeface="Kantumruy Pro"/>
              <a:buNone/>
              <a:defRPr sz="3500">
                <a:latin typeface="Kantumruy Pro"/>
                <a:ea typeface="Kantumruy Pro"/>
                <a:cs typeface="Kantumruy Pro"/>
                <a:sym typeface="Kantumruy Pro"/>
              </a:defRPr>
            </a:lvl2pPr>
            <a:lvl3pPr lvl="2" rtl="0">
              <a:spcBef>
                <a:spcPts val="0"/>
              </a:spcBef>
              <a:spcAft>
                <a:spcPts val="0"/>
              </a:spcAft>
              <a:buSzPts val="3500"/>
              <a:buFont typeface="Kantumruy Pro"/>
              <a:buNone/>
              <a:defRPr sz="3500">
                <a:latin typeface="Kantumruy Pro"/>
                <a:ea typeface="Kantumruy Pro"/>
                <a:cs typeface="Kantumruy Pro"/>
                <a:sym typeface="Kantumruy Pro"/>
              </a:defRPr>
            </a:lvl3pPr>
            <a:lvl4pPr lvl="3" rtl="0">
              <a:spcBef>
                <a:spcPts val="0"/>
              </a:spcBef>
              <a:spcAft>
                <a:spcPts val="0"/>
              </a:spcAft>
              <a:buSzPts val="3500"/>
              <a:buFont typeface="Kantumruy Pro"/>
              <a:buNone/>
              <a:defRPr sz="3500">
                <a:latin typeface="Kantumruy Pro"/>
                <a:ea typeface="Kantumruy Pro"/>
                <a:cs typeface="Kantumruy Pro"/>
                <a:sym typeface="Kantumruy Pro"/>
              </a:defRPr>
            </a:lvl4pPr>
            <a:lvl5pPr lvl="4" rtl="0">
              <a:spcBef>
                <a:spcPts val="0"/>
              </a:spcBef>
              <a:spcAft>
                <a:spcPts val="0"/>
              </a:spcAft>
              <a:buSzPts val="3500"/>
              <a:buFont typeface="Kantumruy Pro"/>
              <a:buNone/>
              <a:defRPr sz="3500">
                <a:latin typeface="Kantumruy Pro"/>
                <a:ea typeface="Kantumruy Pro"/>
                <a:cs typeface="Kantumruy Pro"/>
                <a:sym typeface="Kantumruy Pro"/>
              </a:defRPr>
            </a:lvl5pPr>
            <a:lvl6pPr lvl="5" rtl="0">
              <a:spcBef>
                <a:spcPts val="0"/>
              </a:spcBef>
              <a:spcAft>
                <a:spcPts val="0"/>
              </a:spcAft>
              <a:buSzPts val="3500"/>
              <a:buFont typeface="Kantumruy Pro"/>
              <a:buNone/>
              <a:defRPr sz="3500">
                <a:latin typeface="Kantumruy Pro"/>
                <a:ea typeface="Kantumruy Pro"/>
                <a:cs typeface="Kantumruy Pro"/>
                <a:sym typeface="Kantumruy Pro"/>
              </a:defRPr>
            </a:lvl6pPr>
            <a:lvl7pPr lvl="6" rtl="0">
              <a:spcBef>
                <a:spcPts val="0"/>
              </a:spcBef>
              <a:spcAft>
                <a:spcPts val="0"/>
              </a:spcAft>
              <a:buSzPts val="3500"/>
              <a:buFont typeface="Kantumruy Pro"/>
              <a:buNone/>
              <a:defRPr sz="3500">
                <a:latin typeface="Kantumruy Pro"/>
                <a:ea typeface="Kantumruy Pro"/>
                <a:cs typeface="Kantumruy Pro"/>
                <a:sym typeface="Kantumruy Pro"/>
              </a:defRPr>
            </a:lvl7pPr>
            <a:lvl8pPr lvl="7" rtl="0">
              <a:spcBef>
                <a:spcPts val="0"/>
              </a:spcBef>
              <a:spcAft>
                <a:spcPts val="0"/>
              </a:spcAft>
              <a:buSzPts val="3500"/>
              <a:buFont typeface="Kantumruy Pro"/>
              <a:buNone/>
              <a:defRPr sz="3500">
                <a:latin typeface="Kantumruy Pro"/>
                <a:ea typeface="Kantumruy Pro"/>
                <a:cs typeface="Kantumruy Pro"/>
                <a:sym typeface="Kantumruy Pro"/>
              </a:defRPr>
            </a:lvl8pPr>
            <a:lvl9pPr lvl="8" rtl="0">
              <a:spcBef>
                <a:spcPts val="0"/>
              </a:spcBef>
              <a:spcAft>
                <a:spcPts val="0"/>
              </a:spcAft>
              <a:buSzPts val="3500"/>
              <a:buFont typeface="Kantumruy Pro"/>
              <a:buNone/>
              <a:defRPr sz="3500">
                <a:latin typeface="Kantumruy Pro"/>
                <a:ea typeface="Kantumruy Pro"/>
                <a:cs typeface="Kantumruy Pro"/>
                <a:sym typeface="Kantumruy Pro"/>
              </a:defRPr>
            </a:lvl9pPr>
          </a:lstStyle>
          <a:p>
            <a:endParaRPr/>
          </a:p>
        </p:txBody>
      </p:sp>
      <p:sp>
        <p:nvSpPr>
          <p:cNvPr id="22" name="Google Shape;22;p5"/>
          <p:cNvSpPr txBox="1">
            <a:spLocks noGrp="1"/>
          </p:cNvSpPr>
          <p:nvPr>
            <p:ph type="subTitle" idx="3"/>
          </p:nvPr>
        </p:nvSpPr>
        <p:spPr>
          <a:xfrm>
            <a:off x="4724600" y="1673125"/>
            <a:ext cx="3704400" cy="26637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Char char="●"/>
              <a:defRPr sz="1400"/>
            </a:lvl1pPr>
            <a:lvl2pPr lvl="1" rtl="0">
              <a:lnSpc>
                <a:spcPct val="100000"/>
              </a:lnSpc>
              <a:spcBef>
                <a:spcPts val="1000"/>
              </a:spcBef>
              <a:spcAft>
                <a:spcPts val="0"/>
              </a:spcAft>
              <a:buSzPts val="1400"/>
              <a:buChar char="○"/>
              <a:defRPr/>
            </a:lvl2pPr>
            <a:lvl3pPr lvl="2" rtl="0">
              <a:lnSpc>
                <a:spcPct val="100000"/>
              </a:lnSpc>
              <a:spcBef>
                <a:spcPts val="0"/>
              </a:spcBef>
              <a:spcAft>
                <a:spcPts val="0"/>
              </a:spcAft>
              <a:buSzPts val="1400"/>
              <a:buChar char="■"/>
              <a:defRPr/>
            </a:lvl3pPr>
            <a:lvl4pPr lvl="3" rtl="0">
              <a:lnSpc>
                <a:spcPct val="100000"/>
              </a:lnSpc>
              <a:spcBef>
                <a:spcPts val="0"/>
              </a:spcBef>
              <a:spcAft>
                <a:spcPts val="0"/>
              </a:spcAft>
              <a:buSzPts val="1400"/>
              <a:buChar char="●"/>
              <a:defRPr/>
            </a:lvl4pPr>
            <a:lvl5pPr lvl="4" rtl="0">
              <a:lnSpc>
                <a:spcPct val="100000"/>
              </a:lnSpc>
              <a:spcBef>
                <a:spcPts val="0"/>
              </a:spcBef>
              <a:spcAft>
                <a:spcPts val="0"/>
              </a:spcAft>
              <a:buSzPts val="1400"/>
              <a:buChar char="○"/>
              <a:defRPr/>
            </a:lvl5pPr>
            <a:lvl6pPr lvl="5" rtl="0">
              <a:lnSpc>
                <a:spcPct val="100000"/>
              </a:lnSpc>
              <a:spcBef>
                <a:spcPts val="0"/>
              </a:spcBef>
              <a:spcAft>
                <a:spcPts val="0"/>
              </a:spcAft>
              <a:buSzPts val="1400"/>
              <a:buChar char="■"/>
              <a:defRPr/>
            </a:lvl6pPr>
            <a:lvl7pPr lvl="6" rtl="0">
              <a:lnSpc>
                <a:spcPct val="100000"/>
              </a:lnSpc>
              <a:spcBef>
                <a:spcPts val="0"/>
              </a:spcBef>
              <a:spcAft>
                <a:spcPts val="0"/>
              </a:spcAft>
              <a:buSzPts val="1400"/>
              <a:buChar char="●"/>
              <a:defRPr/>
            </a:lvl7pPr>
            <a:lvl8pPr lvl="7" rtl="0">
              <a:lnSpc>
                <a:spcPct val="100000"/>
              </a:lnSpc>
              <a:spcBef>
                <a:spcPts val="0"/>
              </a:spcBef>
              <a:spcAft>
                <a:spcPts val="0"/>
              </a:spcAft>
              <a:buSzPts val="1400"/>
              <a:buChar char="○"/>
              <a:defRPr/>
            </a:lvl8pPr>
            <a:lvl9pPr lvl="8" rtl="0">
              <a:lnSpc>
                <a:spcPct val="100000"/>
              </a:lnSpc>
              <a:spcBef>
                <a:spcPts val="0"/>
              </a:spcBef>
              <a:spcAft>
                <a:spcPts val="0"/>
              </a:spcAft>
              <a:buSzPts val="1400"/>
              <a:buChar char="■"/>
              <a:defRPr/>
            </a:lvl9pPr>
          </a:lstStyle>
          <a:p>
            <a:endParaRPr/>
          </a:p>
        </p:txBody>
      </p:sp>
      <p:sp>
        <p:nvSpPr>
          <p:cNvPr id="23" name="Google Shape;23;p5"/>
          <p:cNvSpPr txBox="1">
            <a:spLocks noGrp="1"/>
          </p:cNvSpPr>
          <p:nvPr>
            <p:ph type="subTitle" idx="4"/>
          </p:nvPr>
        </p:nvSpPr>
        <p:spPr>
          <a:xfrm>
            <a:off x="4724600" y="1248050"/>
            <a:ext cx="3704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2"/>
        </a:solidFill>
        <a:effectLst/>
      </p:bgPr>
    </p:bg>
    <p:spTree>
      <p:nvGrpSpPr>
        <p:cNvPr id="1" name="Shape 24"/>
        <p:cNvGrpSpPr/>
        <p:nvPr/>
      </p:nvGrpSpPr>
      <p:grpSpPr>
        <a:xfrm>
          <a:off x="0" y="0"/>
          <a:ext cx="0" cy="0"/>
          <a:chOff x="0" y="0"/>
          <a:chExt cx="0" cy="0"/>
        </a:xfrm>
      </p:grpSpPr>
      <p:sp>
        <p:nvSpPr>
          <p:cNvPr id="25" name="Google Shape;25;p6"/>
          <p:cNvSpPr txBox="1">
            <a:spLocks noGrp="1"/>
          </p:cNvSpPr>
          <p:nvPr>
            <p:ph type="title"/>
          </p:nvPr>
        </p:nvSpPr>
        <p:spPr>
          <a:xfrm>
            <a:off x="715100" y="535000"/>
            <a:ext cx="7713900" cy="6489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Kantumruy Pro"/>
              <a:buNone/>
              <a:defRPr sz="3000">
                <a:solidFill>
                  <a:schemeClr val="dk1"/>
                </a:solidFill>
                <a:latin typeface="Kantumruy Pro"/>
                <a:ea typeface="Kantumruy Pro"/>
                <a:cs typeface="Kantumruy Pro"/>
                <a:sym typeface="Kantumruy Pro"/>
              </a:defRPr>
            </a:lvl1pPr>
            <a:lvl2pPr lvl="1"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2pPr>
            <a:lvl3pPr lvl="2"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3pPr>
            <a:lvl4pPr lvl="3"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4pPr>
            <a:lvl5pPr lvl="4"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5pPr>
            <a:lvl6pPr lvl="5"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6pPr>
            <a:lvl7pPr lvl="6"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7pPr>
            <a:lvl8pPr lvl="7"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8pPr>
            <a:lvl9pPr lvl="8"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715100" y="747100"/>
            <a:ext cx="7137600" cy="2017800"/>
          </a:xfrm>
          <a:prstGeom prst="rect">
            <a:avLst/>
          </a:prstGeom>
        </p:spPr>
        <p:txBody>
          <a:bodyPr spcFirstLastPara="1" wrap="square" lIns="91425" tIns="91425" rIns="91425" bIns="91425" anchor="t" anchorCtr="0">
            <a:noAutofit/>
          </a:bodyPr>
          <a:lstStyle>
            <a:lvl1pPr lvl="0">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dk2"/>
        </a:solidFill>
        <a:effectLst/>
      </p:bgPr>
    </p:bg>
    <p:spTree>
      <p:nvGrpSpPr>
        <p:cNvPr id="1" name="Shape 31"/>
        <p:cNvGrpSpPr/>
        <p:nvPr/>
      </p:nvGrpSpPr>
      <p:grpSpPr>
        <a:xfrm>
          <a:off x="0" y="0"/>
          <a:ext cx="0" cy="0"/>
          <a:chOff x="0" y="0"/>
          <a:chExt cx="0" cy="0"/>
        </a:xfrm>
      </p:grpSpPr>
      <p:sp>
        <p:nvSpPr>
          <p:cNvPr id="32" name="Google Shape;32;p9"/>
          <p:cNvSpPr txBox="1">
            <a:spLocks noGrp="1"/>
          </p:cNvSpPr>
          <p:nvPr>
            <p:ph type="title"/>
          </p:nvPr>
        </p:nvSpPr>
        <p:spPr>
          <a:xfrm>
            <a:off x="720000" y="367423"/>
            <a:ext cx="7704000" cy="841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3" name="Google Shape;33;p9"/>
          <p:cNvSpPr txBox="1">
            <a:spLocks noGrp="1"/>
          </p:cNvSpPr>
          <p:nvPr>
            <p:ph type="subTitle" idx="1"/>
          </p:nvPr>
        </p:nvSpPr>
        <p:spPr>
          <a:xfrm>
            <a:off x="2241550" y="1348750"/>
            <a:ext cx="4661100" cy="1681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lt1"/>
        </a:solidFill>
        <a:effectLst/>
      </p:bgPr>
    </p:bg>
    <p:spTree>
      <p:nvGrpSpPr>
        <p:cNvPr id="1" name="Shape 37"/>
        <p:cNvGrpSpPr/>
        <p:nvPr/>
      </p:nvGrpSpPr>
      <p:grpSpPr>
        <a:xfrm>
          <a:off x="0" y="0"/>
          <a:ext cx="0" cy="0"/>
          <a:chOff x="0" y="0"/>
          <a:chExt cx="0" cy="0"/>
        </a:xfrm>
      </p:grpSpPr>
      <p:sp>
        <p:nvSpPr>
          <p:cNvPr id="38" name="Google Shape;38;p11"/>
          <p:cNvSpPr txBox="1">
            <a:spLocks noGrp="1"/>
          </p:cNvSpPr>
          <p:nvPr>
            <p:ph type="title" hasCustomPrompt="1"/>
          </p:nvPr>
        </p:nvSpPr>
        <p:spPr>
          <a:xfrm>
            <a:off x="715100" y="646025"/>
            <a:ext cx="6576000" cy="1552500"/>
          </a:xfrm>
          <a:prstGeom prst="rect">
            <a:avLst/>
          </a:prstGeom>
        </p:spPr>
        <p:txBody>
          <a:bodyPr spcFirstLastPara="1" wrap="square" lIns="91425" tIns="91425" rIns="91425" bIns="91425" anchor="b" anchorCtr="0">
            <a:noAutofit/>
          </a:bodyPr>
          <a:lstStyle>
            <a:lvl1pPr lvl="0">
              <a:spcBef>
                <a:spcPts val="0"/>
              </a:spcBef>
              <a:spcAft>
                <a:spcPts val="0"/>
              </a:spcAft>
              <a:buSzPts val="9600"/>
              <a:buNone/>
              <a:defRPr sz="9000">
                <a:latin typeface="Kantumruy Pro SemiBold"/>
                <a:ea typeface="Kantumruy Pro SemiBold"/>
                <a:cs typeface="Kantumruy Pro SemiBold"/>
                <a:sym typeface="Kantumruy Pro SemiBold"/>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9" name="Google Shape;39;p11"/>
          <p:cNvSpPr txBox="1">
            <a:spLocks noGrp="1"/>
          </p:cNvSpPr>
          <p:nvPr>
            <p:ph type="subTitle" idx="1"/>
          </p:nvPr>
        </p:nvSpPr>
        <p:spPr>
          <a:xfrm>
            <a:off x="715100" y="2198650"/>
            <a:ext cx="6576000" cy="440700"/>
          </a:xfrm>
          <a:prstGeom prst="rect">
            <a:avLst/>
          </a:prstGeom>
        </p:spPr>
        <p:txBody>
          <a:bodyPr spcFirstLastPara="1" wrap="square" lIns="91425" tIns="91425" rIns="91425" bIns="91425" anchor="t" anchorCtr="0">
            <a:noAutofit/>
          </a:bodyPr>
          <a:lstStyle>
            <a:lvl1pPr lvl="0" rtl="0">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0"/>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able of contents">
  <p:cSld name="BLANK_1">
    <p:bg>
      <p:bgPr>
        <a:solidFill>
          <a:schemeClr val="dk1"/>
        </a:solidFill>
        <a:effectLst/>
      </p:bgPr>
    </p:bg>
    <p:spTree>
      <p:nvGrpSpPr>
        <p:cNvPr id="1" name="Shape 41"/>
        <p:cNvGrpSpPr/>
        <p:nvPr/>
      </p:nvGrpSpPr>
      <p:grpSpPr>
        <a:xfrm>
          <a:off x="0" y="0"/>
          <a:ext cx="0" cy="0"/>
          <a:chOff x="0" y="0"/>
          <a:chExt cx="0" cy="0"/>
        </a:xfrm>
      </p:grpSpPr>
      <p:sp>
        <p:nvSpPr>
          <p:cNvPr id="42" name="Google Shape;42;p13"/>
          <p:cNvSpPr txBox="1">
            <a:spLocks noGrp="1"/>
          </p:cNvSpPr>
          <p:nvPr>
            <p:ph type="title" hasCustomPrompt="1"/>
          </p:nvPr>
        </p:nvSpPr>
        <p:spPr>
          <a:xfrm>
            <a:off x="1430075" y="12480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43" name="Google Shape;43;p13"/>
          <p:cNvSpPr txBox="1">
            <a:spLocks noGrp="1"/>
          </p:cNvSpPr>
          <p:nvPr>
            <p:ph type="subTitle" idx="1"/>
          </p:nvPr>
        </p:nvSpPr>
        <p:spPr>
          <a:xfrm>
            <a:off x="2083200" y="16731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44" name="Google Shape;44;p13"/>
          <p:cNvSpPr txBox="1">
            <a:spLocks noGrp="1"/>
          </p:cNvSpPr>
          <p:nvPr>
            <p:ph type="subTitle" idx="2"/>
          </p:nvPr>
        </p:nvSpPr>
        <p:spPr>
          <a:xfrm>
            <a:off x="2083200" y="1248075"/>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45" name="Google Shape;45;p13"/>
          <p:cNvSpPr txBox="1">
            <a:spLocks noGrp="1"/>
          </p:cNvSpPr>
          <p:nvPr>
            <p:ph type="title" idx="3"/>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3500"/>
              <a:buFont typeface="Kantumruy Pro"/>
              <a:buNone/>
              <a:defRPr>
                <a:solidFill>
                  <a:schemeClr val="dk2"/>
                </a:solidFill>
                <a:latin typeface="Kantumruy Pro"/>
                <a:ea typeface="Kantumruy Pro"/>
                <a:cs typeface="Kantumruy Pro"/>
                <a:sym typeface="Kantumruy Pro"/>
              </a:defRPr>
            </a:lvl1pPr>
            <a:lvl2pPr lvl="1"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2pPr>
            <a:lvl3pPr lvl="2"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3pPr>
            <a:lvl4pPr lvl="3"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4pPr>
            <a:lvl5pPr lvl="4"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5pPr>
            <a:lvl6pPr lvl="5"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6pPr>
            <a:lvl7pPr lvl="6"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7pPr>
            <a:lvl8pPr lvl="7"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8pPr>
            <a:lvl9pPr lvl="8"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9pPr>
          </a:lstStyle>
          <a:p>
            <a:endParaRPr/>
          </a:p>
        </p:txBody>
      </p:sp>
      <p:sp>
        <p:nvSpPr>
          <p:cNvPr id="46" name="Google Shape;46;p13"/>
          <p:cNvSpPr txBox="1">
            <a:spLocks noGrp="1"/>
          </p:cNvSpPr>
          <p:nvPr>
            <p:ph type="title" idx="4" hasCustomPrompt="1"/>
          </p:nvPr>
        </p:nvSpPr>
        <p:spPr>
          <a:xfrm>
            <a:off x="1430075" y="23583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47" name="Google Shape;47;p13"/>
          <p:cNvSpPr txBox="1">
            <a:spLocks noGrp="1"/>
          </p:cNvSpPr>
          <p:nvPr>
            <p:ph type="subTitle" idx="5"/>
          </p:nvPr>
        </p:nvSpPr>
        <p:spPr>
          <a:xfrm>
            <a:off x="2083200" y="27834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48" name="Google Shape;48;p13"/>
          <p:cNvSpPr txBox="1">
            <a:spLocks noGrp="1"/>
          </p:cNvSpPr>
          <p:nvPr>
            <p:ph type="subTitle" idx="6"/>
          </p:nvPr>
        </p:nvSpPr>
        <p:spPr>
          <a:xfrm>
            <a:off x="2083200" y="2358350"/>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49" name="Google Shape;49;p13"/>
          <p:cNvSpPr txBox="1">
            <a:spLocks noGrp="1"/>
          </p:cNvSpPr>
          <p:nvPr>
            <p:ph type="title" idx="7" hasCustomPrompt="1"/>
          </p:nvPr>
        </p:nvSpPr>
        <p:spPr>
          <a:xfrm>
            <a:off x="1430075" y="34686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50" name="Google Shape;50;p13"/>
          <p:cNvSpPr txBox="1">
            <a:spLocks noGrp="1"/>
          </p:cNvSpPr>
          <p:nvPr>
            <p:ph type="subTitle" idx="8"/>
          </p:nvPr>
        </p:nvSpPr>
        <p:spPr>
          <a:xfrm>
            <a:off x="2083200" y="38937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51" name="Google Shape;51;p13"/>
          <p:cNvSpPr txBox="1">
            <a:spLocks noGrp="1"/>
          </p:cNvSpPr>
          <p:nvPr>
            <p:ph type="subTitle" idx="9"/>
          </p:nvPr>
        </p:nvSpPr>
        <p:spPr>
          <a:xfrm>
            <a:off x="2083200" y="3468650"/>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52" name="Google Shape;52;p13"/>
          <p:cNvSpPr txBox="1">
            <a:spLocks noGrp="1"/>
          </p:cNvSpPr>
          <p:nvPr>
            <p:ph type="title" idx="13" hasCustomPrompt="1"/>
          </p:nvPr>
        </p:nvSpPr>
        <p:spPr>
          <a:xfrm>
            <a:off x="4724400" y="12480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53" name="Google Shape;53;p13"/>
          <p:cNvSpPr txBox="1">
            <a:spLocks noGrp="1"/>
          </p:cNvSpPr>
          <p:nvPr>
            <p:ph type="subTitle" idx="14"/>
          </p:nvPr>
        </p:nvSpPr>
        <p:spPr>
          <a:xfrm>
            <a:off x="5377525" y="16731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54" name="Google Shape;54;p13"/>
          <p:cNvSpPr txBox="1">
            <a:spLocks noGrp="1"/>
          </p:cNvSpPr>
          <p:nvPr>
            <p:ph type="subTitle" idx="15"/>
          </p:nvPr>
        </p:nvSpPr>
        <p:spPr>
          <a:xfrm>
            <a:off x="5377525" y="1248075"/>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55" name="Google Shape;55;p13"/>
          <p:cNvSpPr txBox="1">
            <a:spLocks noGrp="1"/>
          </p:cNvSpPr>
          <p:nvPr>
            <p:ph type="title" idx="16" hasCustomPrompt="1"/>
          </p:nvPr>
        </p:nvSpPr>
        <p:spPr>
          <a:xfrm>
            <a:off x="4724400" y="23583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56" name="Google Shape;56;p13"/>
          <p:cNvSpPr txBox="1">
            <a:spLocks noGrp="1"/>
          </p:cNvSpPr>
          <p:nvPr>
            <p:ph type="subTitle" idx="17"/>
          </p:nvPr>
        </p:nvSpPr>
        <p:spPr>
          <a:xfrm>
            <a:off x="5377525" y="27834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57" name="Google Shape;57;p13"/>
          <p:cNvSpPr txBox="1">
            <a:spLocks noGrp="1"/>
          </p:cNvSpPr>
          <p:nvPr>
            <p:ph type="subTitle" idx="18"/>
          </p:nvPr>
        </p:nvSpPr>
        <p:spPr>
          <a:xfrm>
            <a:off x="5377525" y="2358350"/>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58" name="Google Shape;58;p13"/>
          <p:cNvSpPr txBox="1">
            <a:spLocks noGrp="1"/>
          </p:cNvSpPr>
          <p:nvPr>
            <p:ph type="title" idx="19" hasCustomPrompt="1"/>
          </p:nvPr>
        </p:nvSpPr>
        <p:spPr>
          <a:xfrm>
            <a:off x="4724400" y="3468650"/>
            <a:ext cx="653100" cy="501300"/>
          </a:xfrm>
          <a:prstGeom prst="rect">
            <a:avLst/>
          </a:prstGeom>
          <a:ln>
            <a:noFill/>
          </a:ln>
        </p:spPr>
        <p:txBody>
          <a:bodyPr spcFirstLastPara="1" wrap="square" lIns="91425" tIns="91425" rIns="91425" bIns="91425" anchor="ctr" anchorCtr="0">
            <a:noAutofit/>
          </a:bodyPr>
          <a:lstStyle>
            <a:lvl1pPr lvl="0" algn="ctr" rtl="0">
              <a:spcBef>
                <a:spcPts val="0"/>
              </a:spcBef>
              <a:spcAft>
                <a:spcPts val="0"/>
              </a:spcAft>
              <a:buClr>
                <a:schemeClr val="dk2"/>
              </a:buClr>
              <a:buSzPts val="3000"/>
              <a:buNone/>
              <a:defRPr sz="2200">
                <a:solidFill>
                  <a:schemeClr val="dk2"/>
                </a:solidFill>
                <a:latin typeface="Kantumruy Pro SemiBold"/>
                <a:ea typeface="Kantumruy Pro SemiBold"/>
                <a:cs typeface="Kantumruy Pro SemiBold"/>
                <a:sym typeface="Kantumruy Pro SemiBold"/>
              </a:defRPr>
            </a:lvl1pPr>
            <a:lvl2pPr lvl="1" rtl="0">
              <a:spcBef>
                <a:spcPts val="0"/>
              </a:spcBef>
              <a:spcAft>
                <a:spcPts val="0"/>
              </a:spcAft>
              <a:buClr>
                <a:schemeClr val="dk2"/>
              </a:buClr>
              <a:buSzPts val="3000"/>
              <a:buNone/>
              <a:defRPr sz="3000">
                <a:solidFill>
                  <a:schemeClr val="dk2"/>
                </a:solidFill>
              </a:defRPr>
            </a:lvl2pPr>
            <a:lvl3pPr lvl="2" rtl="0">
              <a:spcBef>
                <a:spcPts val="0"/>
              </a:spcBef>
              <a:spcAft>
                <a:spcPts val="0"/>
              </a:spcAft>
              <a:buClr>
                <a:schemeClr val="dk2"/>
              </a:buClr>
              <a:buSzPts val="3000"/>
              <a:buNone/>
              <a:defRPr sz="3000">
                <a:solidFill>
                  <a:schemeClr val="dk2"/>
                </a:solidFill>
              </a:defRPr>
            </a:lvl3pPr>
            <a:lvl4pPr lvl="3" rtl="0">
              <a:spcBef>
                <a:spcPts val="0"/>
              </a:spcBef>
              <a:spcAft>
                <a:spcPts val="0"/>
              </a:spcAft>
              <a:buClr>
                <a:schemeClr val="dk2"/>
              </a:buClr>
              <a:buSzPts val="3000"/>
              <a:buNone/>
              <a:defRPr sz="3000">
                <a:solidFill>
                  <a:schemeClr val="dk2"/>
                </a:solidFill>
              </a:defRPr>
            </a:lvl4pPr>
            <a:lvl5pPr lvl="4" rtl="0">
              <a:spcBef>
                <a:spcPts val="0"/>
              </a:spcBef>
              <a:spcAft>
                <a:spcPts val="0"/>
              </a:spcAft>
              <a:buClr>
                <a:schemeClr val="dk2"/>
              </a:buClr>
              <a:buSzPts val="3000"/>
              <a:buNone/>
              <a:defRPr sz="3000">
                <a:solidFill>
                  <a:schemeClr val="dk2"/>
                </a:solidFill>
              </a:defRPr>
            </a:lvl5pPr>
            <a:lvl6pPr lvl="5" rtl="0">
              <a:spcBef>
                <a:spcPts val="0"/>
              </a:spcBef>
              <a:spcAft>
                <a:spcPts val="0"/>
              </a:spcAft>
              <a:buClr>
                <a:schemeClr val="dk2"/>
              </a:buClr>
              <a:buSzPts val="3000"/>
              <a:buNone/>
              <a:defRPr sz="3000">
                <a:solidFill>
                  <a:schemeClr val="dk2"/>
                </a:solidFill>
              </a:defRPr>
            </a:lvl6pPr>
            <a:lvl7pPr lvl="6" rtl="0">
              <a:spcBef>
                <a:spcPts val="0"/>
              </a:spcBef>
              <a:spcAft>
                <a:spcPts val="0"/>
              </a:spcAft>
              <a:buClr>
                <a:schemeClr val="dk2"/>
              </a:buClr>
              <a:buSzPts val="3000"/>
              <a:buNone/>
              <a:defRPr sz="3000">
                <a:solidFill>
                  <a:schemeClr val="dk2"/>
                </a:solidFill>
              </a:defRPr>
            </a:lvl7pPr>
            <a:lvl8pPr lvl="7" rtl="0">
              <a:spcBef>
                <a:spcPts val="0"/>
              </a:spcBef>
              <a:spcAft>
                <a:spcPts val="0"/>
              </a:spcAft>
              <a:buClr>
                <a:schemeClr val="dk2"/>
              </a:buClr>
              <a:buSzPts val="3000"/>
              <a:buNone/>
              <a:defRPr sz="3000">
                <a:solidFill>
                  <a:schemeClr val="dk2"/>
                </a:solidFill>
              </a:defRPr>
            </a:lvl8pPr>
            <a:lvl9pPr lvl="8" rtl="0">
              <a:spcBef>
                <a:spcPts val="0"/>
              </a:spcBef>
              <a:spcAft>
                <a:spcPts val="0"/>
              </a:spcAft>
              <a:buClr>
                <a:schemeClr val="dk2"/>
              </a:buClr>
              <a:buSzPts val="3000"/>
              <a:buNone/>
              <a:defRPr sz="3000">
                <a:solidFill>
                  <a:schemeClr val="dk2"/>
                </a:solidFill>
              </a:defRPr>
            </a:lvl9pPr>
          </a:lstStyle>
          <a:p>
            <a:r>
              <a:t>xx%</a:t>
            </a:r>
          </a:p>
        </p:txBody>
      </p:sp>
      <p:sp>
        <p:nvSpPr>
          <p:cNvPr id="59" name="Google Shape;59;p13"/>
          <p:cNvSpPr txBox="1">
            <a:spLocks noGrp="1"/>
          </p:cNvSpPr>
          <p:nvPr>
            <p:ph type="subTitle" idx="20"/>
          </p:nvPr>
        </p:nvSpPr>
        <p:spPr>
          <a:xfrm>
            <a:off x="5377525" y="3893750"/>
            <a:ext cx="23364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60" name="Google Shape;60;p13"/>
          <p:cNvSpPr txBox="1">
            <a:spLocks noGrp="1"/>
          </p:cNvSpPr>
          <p:nvPr>
            <p:ph type="subTitle" idx="21"/>
          </p:nvPr>
        </p:nvSpPr>
        <p:spPr>
          <a:xfrm>
            <a:off x="5377525" y="3468650"/>
            <a:ext cx="2336400" cy="5013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p:cSld name="BLANK_1_1">
    <p:bg>
      <p:bgPr>
        <a:solidFill>
          <a:schemeClr val="dk1"/>
        </a:solidFill>
        <a:effectLst/>
      </p:bgPr>
    </p:bg>
    <p:spTree>
      <p:nvGrpSpPr>
        <p:cNvPr id="1" name="Shape 61"/>
        <p:cNvGrpSpPr/>
        <p:nvPr/>
      </p:nvGrpSpPr>
      <p:grpSpPr>
        <a:xfrm>
          <a:off x="0" y="0"/>
          <a:ext cx="0" cy="0"/>
          <a:chOff x="0" y="0"/>
          <a:chExt cx="0" cy="0"/>
        </a:xfrm>
      </p:grpSpPr>
      <p:sp>
        <p:nvSpPr>
          <p:cNvPr id="62" name="Google Shape;62;p14"/>
          <p:cNvSpPr txBox="1">
            <a:spLocks noGrp="1"/>
          </p:cNvSpPr>
          <p:nvPr>
            <p:ph type="subTitle" idx="1"/>
          </p:nvPr>
        </p:nvSpPr>
        <p:spPr>
          <a:xfrm>
            <a:off x="715100" y="880850"/>
            <a:ext cx="5768700" cy="19941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Clr>
                <a:schemeClr val="accent6"/>
              </a:buClr>
              <a:buSzPts val="2500"/>
              <a:buNone/>
              <a:defRPr sz="3000">
                <a:solidFill>
                  <a:schemeClr val="dk2"/>
                </a:solidFill>
              </a:defRPr>
            </a:lvl1pPr>
            <a:lvl2pPr lvl="1" algn="ctr" rtl="0">
              <a:lnSpc>
                <a:spcPct val="100000"/>
              </a:lnSpc>
              <a:spcBef>
                <a:spcPts val="0"/>
              </a:spcBef>
              <a:spcAft>
                <a:spcPts val="0"/>
              </a:spcAft>
              <a:buClr>
                <a:schemeClr val="accent6"/>
              </a:buClr>
              <a:buSzPts val="2500"/>
              <a:buNone/>
              <a:defRPr sz="2500">
                <a:solidFill>
                  <a:schemeClr val="accent6"/>
                </a:solidFill>
              </a:defRPr>
            </a:lvl2pPr>
            <a:lvl3pPr lvl="2" algn="ctr" rtl="0">
              <a:lnSpc>
                <a:spcPct val="100000"/>
              </a:lnSpc>
              <a:spcBef>
                <a:spcPts val="0"/>
              </a:spcBef>
              <a:spcAft>
                <a:spcPts val="0"/>
              </a:spcAft>
              <a:buClr>
                <a:schemeClr val="accent6"/>
              </a:buClr>
              <a:buSzPts val="2500"/>
              <a:buNone/>
              <a:defRPr sz="2500">
                <a:solidFill>
                  <a:schemeClr val="accent6"/>
                </a:solidFill>
              </a:defRPr>
            </a:lvl3pPr>
            <a:lvl4pPr lvl="3" algn="ctr" rtl="0">
              <a:lnSpc>
                <a:spcPct val="100000"/>
              </a:lnSpc>
              <a:spcBef>
                <a:spcPts val="0"/>
              </a:spcBef>
              <a:spcAft>
                <a:spcPts val="0"/>
              </a:spcAft>
              <a:buClr>
                <a:schemeClr val="accent6"/>
              </a:buClr>
              <a:buSzPts val="2500"/>
              <a:buNone/>
              <a:defRPr sz="2500">
                <a:solidFill>
                  <a:schemeClr val="accent6"/>
                </a:solidFill>
              </a:defRPr>
            </a:lvl4pPr>
            <a:lvl5pPr lvl="4" algn="ctr" rtl="0">
              <a:lnSpc>
                <a:spcPct val="100000"/>
              </a:lnSpc>
              <a:spcBef>
                <a:spcPts val="0"/>
              </a:spcBef>
              <a:spcAft>
                <a:spcPts val="0"/>
              </a:spcAft>
              <a:buClr>
                <a:schemeClr val="accent6"/>
              </a:buClr>
              <a:buSzPts val="2500"/>
              <a:buNone/>
              <a:defRPr sz="2500">
                <a:solidFill>
                  <a:schemeClr val="accent6"/>
                </a:solidFill>
              </a:defRPr>
            </a:lvl5pPr>
            <a:lvl6pPr lvl="5" algn="ctr" rtl="0">
              <a:lnSpc>
                <a:spcPct val="100000"/>
              </a:lnSpc>
              <a:spcBef>
                <a:spcPts val="0"/>
              </a:spcBef>
              <a:spcAft>
                <a:spcPts val="0"/>
              </a:spcAft>
              <a:buClr>
                <a:schemeClr val="accent6"/>
              </a:buClr>
              <a:buSzPts val="2500"/>
              <a:buNone/>
              <a:defRPr sz="2500">
                <a:solidFill>
                  <a:schemeClr val="accent6"/>
                </a:solidFill>
              </a:defRPr>
            </a:lvl6pPr>
            <a:lvl7pPr lvl="6" algn="ctr" rtl="0">
              <a:lnSpc>
                <a:spcPct val="100000"/>
              </a:lnSpc>
              <a:spcBef>
                <a:spcPts val="0"/>
              </a:spcBef>
              <a:spcAft>
                <a:spcPts val="0"/>
              </a:spcAft>
              <a:buClr>
                <a:schemeClr val="accent6"/>
              </a:buClr>
              <a:buSzPts val="2500"/>
              <a:buNone/>
              <a:defRPr sz="2500">
                <a:solidFill>
                  <a:schemeClr val="accent6"/>
                </a:solidFill>
              </a:defRPr>
            </a:lvl7pPr>
            <a:lvl8pPr lvl="7" algn="ctr" rtl="0">
              <a:lnSpc>
                <a:spcPct val="100000"/>
              </a:lnSpc>
              <a:spcBef>
                <a:spcPts val="0"/>
              </a:spcBef>
              <a:spcAft>
                <a:spcPts val="0"/>
              </a:spcAft>
              <a:buClr>
                <a:schemeClr val="accent6"/>
              </a:buClr>
              <a:buSzPts val="2500"/>
              <a:buNone/>
              <a:defRPr sz="2500">
                <a:solidFill>
                  <a:schemeClr val="accent6"/>
                </a:solidFill>
              </a:defRPr>
            </a:lvl8pPr>
            <a:lvl9pPr lvl="8" algn="ctr" rtl="0">
              <a:lnSpc>
                <a:spcPct val="100000"/>
              </a:lnSpc>
              <a:spcBef>
                <a:spcPts val="0"/>
              </a:spcBef>
              <a:spcAft>
                <a:spcPts val="0"/>
              </a:spcAft>
              <a:buClr>
                <a:schemeClr val="accent6"/>
              </a:buClr>
              <a:buSzPts val="2500"/>
              <a:buNone/>
              <a:defRPr sz="2500">
                <a:solidFill>
                  <a:schemeClr val="accent6"/>
                </a:solidFill>
              </a:defRPr>
            </a:lvl9pPr>
          </a:lstStyle>
          <a:p>
            <a:endParaRPr/>
          </a:p>
        </p:txBody>
      </p:sp>
      <p:sp>
        <p:nvSpPr>
          <p:cNvPr id="63" name="Google Shape;63;p14"/>
          <p:cNvSpPr txBox="1">
            <a:spLocks noGrp="1"/>
          </p:cNvSpPr>
          <p:nvPr>
            <p:ph type="subTitle" idx="2"/>
          </p:nvPr>
        </p:nvSpPr>
        <p:spPr>
          <a:xfrm>
            <a:off x="715100" y="3027350"/>
            <a:ext cx="5768700" cy="5430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4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hree columns">
  <p:cSld name="BLANK_1_1_1_2">
    <p:bg>
      <p:bgPr>
        <a:solidFill>
          <a:schemeClr val="dk2"/>
        </a:solidFill>
        <a:effectLst/>
      </p:bgPr>
    </p:bg>
    <p:spTree>
      <p:nvGrpSpPr>
        <p:cNvPr id="1" name="Shape 71"/>
        <p:cNvGrpSpPr/>
        <p:nvPr/>
      </p:nvGrpSpPr>
      <p:grpSpPr>
        <a:xfrm>
          <a:off x="0" y="0"/>
          <a:ext cx="0" cy="0"/>
          <a:chOff x="0" y="0"/>
          <a:chExt cx="0" cy="0"/>
        </a:xfrm>
      </p:grpSpPr>
      <p:sp>
        <p:nvSpPr>
          <p:cNvPr id="72" name="Google Shape;72;p17"/>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Kantumruy Pro"/>
              <a:buNone/>
              <a:defRPr>
                <a:solidFill>
                  <a:schemeClr val="dk1"/>
                </a:solidFill>
                <a:latin typeface="Kantumruy Pro"/>
                <a:ea typeface="Kantumruy Pro"/>
                <a:cs typeface="Kantumruy Pro"/>
                <a:sym typeface="Kantumruy Pro"/>
              </a:defRPr>
            </a:lvl1pPr>
            <a:lvl2pPr lvl="1"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2pPr>
            <a:lvl3pPr lvl="2"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3pPr>
            <a:lvl4pPr lvl="3"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4pPr>
            <a:lvl5pPr lvl="4"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5pPr>
            <a:lvl6pPr lvl="5"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6pPr>
            <a:lvl7pPr lvl="6"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7pPr>
            <a:lvl8pPr lvl="7"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8pPr>
            <a:lvl9pPr lvl="8" rtl="0">
              <a:spcBef>
                <a:spcPts val="0"/>
              </a:spcBef>
              <a:spcAft>
                <a:spcPts val="0"/>
              </a:spcAft>
              <a:buClr>
                <a:schemeClr val="dk1"/>
              </a:buClr>
              <a:buSzPts val="3500"/>
              <a:buFont typeface="Kantumruy Pro"/>
              <a:buNone/>
              <a:defRPr sz="3500">
                <a:solidFill>
                  <a:schemeClr val="dk1"/>
                </a:solidFill>
                <a:latin typeface="Kantumruy Pro"/>
                <a:ea typeface="Kantumruy Pro"/>
                <a:cs typeface="Kantumruy Pro"/>
                <a:sym typeface="Kantumruy Pro"/>
              </a:defRPr>
            </a:lvl9pPr>
          </a:lstStyle>
          <a:p>
            <a:endParaRPr/>
          </a:p>
        </p:txBody>
      </p:sp>
      <p:sp>
        <p:nvSpPr>
          <p:cNvPr id="73" name="Google Shape;73;p17"/>
          <p:cNvSpPr txBox="1">
            <a:spLocks noGrp="1"/>
          </p:cNvSpPr>
          <p:nvPr>
            <p:ph type="subTitle" idx="1"/>
          </p:nvPr>
        </p:nvSpPr>
        <p:spPr>
          <a:xfrm>
            <a:off x="715100" y="1682900"/>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4" name="Google Shape;74;p17"/>
          <p:cNvSpPr txBox="1">
            <a:spLocks noGrp="1"/>
          </p:cNvSpPr>
          <p:nvPr>
            <p:ph type="subTitle" idx="2"/>
          </p:nvPr>
        </p:nvSpPr>
        <p:spPr>
          <a:xfrm>
            <a:off x="715100" y="124805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75" name="Google Shape;75;p17"/>
          <p:cNvSpPr txBox="1">
            <a:spLocks noGrp="1"/>
          </p:cNvSpPr>
          <p:nvPr>
            <p:ph type="subTitle" idx="3"/>
          </p:nvPr>
        </p:nvSpPr>
        <p:spPr>
          <a:xfrm>
            <a:off x="715100" y="2794155"/>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6" name="Google Shape;76;p17"/>
          <p:cNvSpPr txBox="1">
            <a:spLocks noGrp="1"/>
          </p:cNvSpPr>
          <p:nvPr>
            <p:ph type="subTitle" idx="4"/>
          </p:nvPr>
        </p:nvSpPr>
        <p:spPr>
          <a:xfrm>
            <a:off x="715100" y="236810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77" name="Google Shape;77;p17"/>
          <p:cNvSpPr txBox="1">
            <a:spLocks noGrp="1"/>
          </p:cNvSpPr>
          <p:nvPr>
            <p:ph type="subTitle" idx="5"/>
          </p:nvPr>
        </p:nvSpPr>
        <p:spPr>
          <a:xfrm>
            <a:off x="715100" y="3914355"/>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78" name="Google Shape;78;p17"/>
          <p:cNvSpPr txBox="1">
            <a:spLocks noGrp="1"/>
          </p:cNvSpPr>
          <p:nvPr>
            <p:ph type="subTitle" idx="6"/>
          </p:nvPr>
        </p:nvSpPr>
        <p:spPr>
          <a:xfrm>
            <a:off x="715100" y="348830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hree columns 1">
  <p:cSld name="BLANK_1_1_1_2_1">
    <p:bg>
      <p:bgPr>
        <a:solidFill>
          <a:schemeClr val="dk1"/>
        </a:solidFill>
        <a:effectLst/>
      </p:bgPr>
    </p:bg>
    <p:spTree>
      <p:nvGrpSpPr>
        <p:cNvPr id="1" name="Shape 79"/>
        <p:cNvGrpSpPr/>
        <p:nvPr/>
      </p:nvGrpSpPr>
      <p:grpSpPr>
        <a:xfrm>
          <a:off x="0" y="0"/>
          <a:ext cx="0" cy="0"/>
          <a:chOff x="0" y="0"/>
          <a:chExt cx="0" cy="0"/>
        </a:xfrm>
      </p:grpSpPr>
      <p:sp>
        <p:nvSpPr>
          <p:cNvPr id="80" name="Google Shape;80;p18"/>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3500"/>
              <a:buFont typeface="Kantumruy Pro"/>
              <a:buNone/>
              <a:defRPr>
                <a:solidFill>
                  <a:schemeClr val="dk2"/>
                </a:solidFill>
                <a:latin typeface="Kantumruy Pro"/>
                <a:ea typeface="Kantumruy Pro"/>
                <a:cs typeface="Kantumruy Pro"/>
                <a:sym typeface="Kantumruy Pro"/>
              </a:defRPr>
            </a:lvl1pPr>
            <a:lvl2pPr lvl="1"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2pPr>
            <a:lvl3pPr lvl="2"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3pPr>
            <a:lvl4pPr lvl="3"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4pPr>
            <a:lvl5pPr lvl="4"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5pPr>
            <a:lvl6pPr lvl="5"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6pPr>
            <a:lvl7pPr lvl="6"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7pPr>
            <a:lvl8pPr lvl="7"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8pPr>
            <a:lvl9pPr lvl="8" rtl="0">
              <a:spcBef>
                <a:spcPts val="0"/>
              </a:spcBef>
              <a:spcAft>
                <a:spcPts val="0"/>
              </a:spcAft>
              <a:buClr>
                <a:schemeClr val="dk2"/>
              </a:buClr>
              <a:buSzPts val="3500"/>
              <a:buFont typeface="Kantumruy Pro"/>
              <a:buNone/>
              <a:defRPr sz="3500">
                <a:solidFill>
                  <a:schemeClr val="dk2"/>
                </a:solidFill>
                <a:latin typeface="Kantumruy Pro"/>
                <a:ea typeface="Kantumruy Pro"/>
                <a:cs typeface="Kantumruy Pro"/>
                <a:sym typeface="Kantumruy Pro"/>
              </a:defRPr>
            </a:lvl9pPr>
          </a:lstStyle>
          <a:p>
            <a:endParaRPr/>
          </a:p>
        </p:txBody>
      </p:sp>
      <p:sp>
        <p:nvSpPr>
          <p:cNvPr id="81" name="Google Shape;81;p18"/>
          <p:cNvSpPr txBox="1">
            <a:spLocks noGrp="1"/>
          </p:cNvSpPr>
          <p:nvPr>
            <p:ph type="subTitle" idx="1"/>
          </p:nvPr>
        </p:nvSpPr>
        <p:spPr>
          <a:xfrm>
            <a:off x="715100" y="1682900"/>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2" name="Google Shape;82;p18"/>
          <p:cNvSpPr txBox="1">
            <a:spLocks noGrp="1"/>
          </p:cNvSpPr>
          <p:nvPr>
            <p:ph type="subTitle" idx="2"/>
          </p:nvPr>
        </p:nvSpPr>
        <p:spPr>
          <a:xfrm>
            <a:off x="715100" y="124805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83" name="Google Shape;83;p18"/>
          <p:cNvSpPr txBox="1">
            <a:spLocks noGrp="1"/>
          </p:cNvSpPr>
          <p:nvPr>
            <p:ph type="subTitle" idx="3"/>
          </p:nvPr>
        </p:nvSpPr>
        <p:spPr>
          <a:xfrm>
            <a:off x="715100" y="2794155"/>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4" name="Google Shape;84;p18"/>
          <p:cNvSpPr txBox="1">
            <a:spLocks noGrp="1"/>
          </p:cNvSpPr>
          <p:nvPr>
            <p:ph type="subTitle" idx="4"/>
          </p:nvPr>
        </p:nvSpPr>
        <p:spPr>
          <a:xfrm>
            <a:off x="715100" y="236810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
        <p:nvSpPr>
          <p:cNvPr id="85" name="Google Shape;85;p18"/>
          <p:cNvSpPr txBox="1">
            <a:spLocks noGrp="1"/>
          </p:cNvSpPr>
          <p:nvPr>
            <p:ph type="subTitle" idx="5"/>
          </p:nvPr>
        </p:nvSpPr>
        <p:spPr>
          <a:xfrm>
            <a:off x="715100" y="3914355"/>
            <a:ext cx="7713900" cy="68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1400"/>
              <a:buNone/>
              <a:defRPr sz="1400">
                <a:solidFill>
                  <a:schemeClr val="dk2"/>
                </a:solidFill>
              </a:defRPr>
            </a:lvl1pPr>
            <a:lvl2pPr lvl="1" rtl="0">
              <a:lnSpc>
                <a:spcPct val="100000"/>
              </a:lnSpc>
              <a:spcBef>
                <a:spcPts val="0"/>
              </a:spcBef>
              <a:spcAft>
                <a:spcPts val="0"/>
              </a:spcAft>
              <a:buClr>
                <a:schemeClr val="dk2"/>
              </a:buClr>
              <a:buSzPts val="1400"/>
              <a:buNone/>
              <a:defRPr>
                <a:solidFill>
                  <a:schemeClr val="dk2"/>
                </a:solidFill>
              </a:defRPr>
            </a:lvl2pPr>
            <a:lvl3pPr lvl="2" rtl="0">
              <a:lnSpc>
                <a:spcPct val="100000"/>
              </a:lnSpc>
              <a:spcBef>
                <a:spcPts val="0"/>
              </a:spcBef>
              <a:spcAft>
                <a:spcPts val="0"/>
              </a:spcAft>
              <a:buClr>
                <a:schemeClr val="dk2"/>
              </a:buClr>
              <a:buSzPts val="1400"/>
              <a:buNone/>
              <a:defRPr>
                <a:solidFill>
                  <a:schemeClr val="dk2"/>
                </a:solidFill>
              </a:defRPr>
            </a:lvl3pPr>
            <a:lvl4pPr lvl="3" rtl="0">
              <a:lnSpc>
                <a:spcPct val="100000"/>
              </a:lnSpc>
              <a:spcBef>
                <a:spcPts val="0"/>
              </a:spcBef>
              <a:spcAft>
                <a:spcPts val="0"/>
              </a:spcAft>
              <a:buClr>
                <a:schemeClr val="dk2"/>
              </a:buClr>
              <a:buSzPts val="1400"/>
              <a:buNone/>
              <a:defRPr>
                <a:solidFill>
                  <a:schemeClr val="dk2"/>
                </a:solidFill>
              </a:defRPr>
            </a:lvl4pPr>
            <a:lvl5pPr lvl="4" rtl="0">
              <a:lnSpc>
                <a:spcPct val="100000"/>
              </a:lnSpc>
              <a:spcBef>
                <a:spcPts val="0"/>
              </a:spcBef>
              <a:spcAft>
                <a:spcPts val="0"/>
              </a:spcAft>
              <a:buClr>
                <a:schemeClr val="dk2"/>
              </a:buClr>
              <a:buSzPts val="1400"/>
              <a:buNone/>
              <a:defRPr>
                <a:solidFill>
                  <a:schemeClr val="dk2"/>
                </a:solidFill>
              </a:defRPr>
            </a:lvl5pPr>
            <a:lvl6pPr lvl="5" rtl="0">
              <a:lnSpc>
                <a:spcPct val="100000"/>
              </a:lnSpc>
              <a:spcBef>
                <a:spcPts val="0"/>
              </a:spcBef>
              <a:spcAft>
                <a:spcPts val="0"/>
              </a:spcAft>
              <a:buClr>
                <a:schemeClr val="dk2"/>
              </a:buClr>
              <a:buSzPts val="1400"/>
              <a:buNone/>
              <a:defRPr>
                <a:solidFill>
                  <a:schemeClr val="dk2"/>
                </a:solidFill>
              </a:defRPr>
            </a:lvl6pPr>
            <a:lvl7pPr lvl="6" rtl="0">
              <a:lnSpc>
                <a:spcPct val="100000"/>
              </a:lnSpc>
              <a:spcBef>
                <a:spcPts val="0"/>
              </a:spcBef>
              <a:spcAft>
                <a:spcPts val="0"/>
              </a:spcAft>
              <a:buClr>
                <a:schemeClr val="dk2"/>
              </a:buClr>
              <a:buSzPts val="1400"/>
              <a:buNone/>
              <a:defRPr>
                <a:solidFill>
                  <a:schemeClr val="dk2"/>
                </a:solidFill>
              </a:defRPr>
            </a:lvl7pPr>
            <a:lvl8pPr lvl="7" rtl="0">
              <a:lnSpc>
                <a:spcPct val="100000"/>
              </a:lnSpc>
              <a:spcBef>
                <a:spcPts val="0"/>
              </a:spcBef>
              <a:spcAft>
                <a:spcPts val="0"/>
              </a:spcAft>
              <a:buClr>
                <a:schemeClr val="dk2"/>
              </a:buClr>
              <a:buSzPts val="1400"/>
              <a:buNone/>
              <a:defRPr>
                <a:solidFill>
                  <a:schemeClr val="dk2"/>
                </a:solidFill>
              </a:defRPr>
            </a:lvl8pPr>
            <a:lvl9pPr lvl="8" rtl="0">
              <a:lnSpc>
                <a:spcPct val="100000"/>
              </a:lnSpc>
              <a:spcBef>
                <a:spcPts val="0"/>
              </a:spcBef>
              <a:spcAft>
                <a:spcPts val="0"/>
              </a:spcAft>
              <a:buClr>
                <a:schemeClr val="dk2"/>
              </a:buClr>
              <a:buSzPts val="1400"/>
              <a:buNone/>
              <a:defRPr>
                <a:solidFill>
                  <a:schemeClr val="dk2"/>
                </a:solidFill>
              </a:defRPr>
            </a:lvl9pPr>
          </a:lstStyle>
          <a:p>
            <a:endParaRPr/>
          </a:p>
        </p:txBody>
      </p:sp>
      <p:sp>
        <p:nvSpPr>
          <p:cNvPr id="86" name="Google Shape;86;p18"/>
          <p:cNvSpPr txBox="1">
            <a:spLocks noGrp="1"/>
          </p:cNvSpPr>
          <p:nvPr>
            <p:ph type="subTitle" idx="6"/>
          </p:nvPr>
        </p:nvSpPr>
        <p:spPr>
          <a:xfrm>
            <a:off x="715100" y="3488300"/>
            <a:ext cx="7713900" cy="5112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2"/>
              </a:buClr>
              <a:buSzPts val="2400"/>
              <a:buNone/>
              <a:defRPr sz="2200">
                <a:solidFill>
                  <a:schemeClr val="dk2"/>
                </a:solidFill>
                <a:latin typeface="Kantumruy Pro SemiBold"/>
                <a:ea typeface="Kantumruy Pro SemiBold"/>
                <a:cs typeface="Kantumruy Pro SemiBold"/>
                <a:sym typeface="Kantumruy Pro SemiBold"/>
              </a:defRPr>
            </a:lvl1pPr>
            <a:lvl2pPr lvl="1" rtl="0">
              <a:lnSpc>
                <a:spcPct val="100000"/>
              </a:lnSpc>
              <a:spcBef>
                <a:spcPts val="0"/>
              </a:spcBef>
              <a:spcAft>
                <a:spcPts val="0"/>
              </a:spcAft>
              <a:buClr>
                <a:schemeClr val="dk2"/>
              </a:buClr>
              <a:buSzPts val="2400"/>
              <a:buNone/>
              <a:defRPr sz="2400">
                <a:solidFill>
                  <a:schemeClr val="dk2"/>
                </a:solidFill>
              </a:defRPr>
            </a:lvl2pPr>
            <a:lvl3pPr lvl="2" rtl="0">
              <a:lnSpc>
                <a:spcPct val="100000"/>
              </a:lnSpc>
              <a:spcBef>
                <a:spcPts val="0"/>
              </a:spcBef>
              <a:spcAft>
                <a:spcPts val="0"/>
              </a:spcAft>
              <a:buClr>
                <a:schemeClr val="dk2"/>
              </a:buClr>
              <a:buSzPts val="2400"/>
              <a:buNone/>
              <a:defRPr sz="2400">
                <a:solidFill>
                  <a:schemeClr val="dk2"/>
                </a:solidFill>
              </a:defRPr>
            </a:lvl3pPr>
            <a:lvl4pPr lvl="3" rtl="0">
              <a:lnSpc>
                <a:spcPct val="100000"/>
              </a:lnSpc>
              <a:spcBef>
                <a:spcPts val="0"/>
              </a:spcBef>
              <a:spcAft>
                <a:spcPts val="0"/>
              </a:spcAft>
              <a:buClr>
                <a:schemeClr val="dk2"/>
              </a:buClr>
              <a:buSzPts val="2400"/>
              <a:buNone/>
              <a:defRPr sz="2400">
                <a:solidFill>
                  <a:schemeClr val="dk2"/>
                </a:solidFill>
              </a:defRPr>
            </a:lvl4pPr>
            <a:lvl5pPr lvl="4" rtl="0">
              <a:lnSpc>
                <a:spcPct val="100000"/>
              </a:lnSpc>
              <a:spcBef>
                <a:spcPts val="0"/>
              </a:spcBef>
              <a:spcAft>
                <a:spcPts val="0"/>
              </a:spcAft>
              <a:buClr>
                <a:schemeClr val="dk2"/>
              </a:buClr>
              <a:buSzPts val="2400"/>
              <a:buNone/>
              <a:defRPr sz="2400">
                <a:solidFill>
                  <a:schemeClr val="dk2"/>
                </a:solidFill>
              </a:defRPr>
            </a:lvl5pPr>
            <a:lvl6pPr lvl="5" rtl="0">
              <a:lnSpc>
                <a:spcPct val="100000"/>
              </a:lnSpc>
              <a:spcBef>
                <a:spcPts val="0"/>
              </a:spcBef>
              <a:spcAft>
                <a:spcPts val="0"/>
              </a:spcAft>
              <a:buClr>
                <a:schemeClr val="dk2"/>
              </a:buClr>
              <a:buSzPts val="2400"/>
              <a:buNone/>
              <a:defRPr sz="2400">
                <a:solidFill>
                  <a:schemeClr val="dk2"/>
                </a:solidFill>
              </a:defRPr>
            </a:lvl6pPr>
            <a:lvl7pPr lvl="6" rtl="0">
              <a:lnSpc>
                <a:spcPct val="100000"/>
              </a:lnSpc>
              <a:spcBef>
                <a:spcPts val="0"/>
              </a:spcBef>
              <a:spcAft>
                <a:spcPts val="0"/>
              </a:spcAft>
              <a:buClr>
                <a:schemeClr val="dk2"/>
              </a:buClr>
              <a:buSzPts val="2400"/>
              <a:buNone/>
              <a:defRPr sz="2400">
                <a:solidFill>
                  <a:schemeClr val="dk2"/>
                </a:solidFill>
              </a:defRPr>
            </a:lvl7pPr>
            <a:lvl8pPr lvl="7" rtl="0">
              <a:lnSpc>
                <a:spcPct val="100000"/>
              </a:lnSpc>
              <a:spcBef>
                <a:spcPts val="0"/>
              </a:spcBef>
              <a:spcAft>
                <a:spcPts val="0"/>
              </a:spcAft>
              <a:buClr>
                <a:schemeClr val="dk2"/>
              </a:buClr>
              <a:buSzPts val="2400"/>
              <a:buNone/>
              <a:defRPr sz="2400">
                <a:solidFill>
                  <a:schemeClr val="dk2"/>
                </a:solidFill>
              </a:defRPr>
            </a:lvl8pPr>
            <a:lvl9pPr lvl="8" rtl="0">
              <a:lnSpc>
                <a:spcPct val="100000"/>
              </a:lnSpc>
              <a:spcBef>
                <a:spcPts val="0"/>
              </a:spcBef>
              <a:spcAft>
                <a:spcPts val="0"/>
              </a:spcAft>
              <a:buClr>
                <a:schemeClr val="dk2"/>
              </a:buClr>
              <a:buSzPts val="2400"/>
              <a:buNone/>
              <a:defRPr sz="2400">
                <a:solidFill>
                  <a:schemeClr val="dk2"/>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hree columns 2">
  <p:cSld name="BLANK_1_1_1_2_1_1">
    <p:bg>
      <p:bgPr>
        <a:solidFill>
          <a:schemeClr val="dk2"/>
        </a:solidFill>
        <a:effectLst/>
      </p:bgPr>
    </p:bg>
    <p:spTree>
      <p:nvGrpSpPr>
        <p:cNvPr id="1" name="Shape 87"/>
        <p:cNvGrpSpPr/>
        <p:nvPr/>
      </p:nvGrpSpPr>
      <p:grpSpPr>
        <a:xfrm>
          <a:off x="0" y="0"/>
          <a:ext cx="0" cy="0"/>
          <a:chOff x="0" y="0"/>
          <a:chExt cx="0" cy="0"/>
        </a:xfrm>
      </p:grpSpPr>
      <p:sp>
        <p:nvSpPr>
          <p:cNvPr id="88" name="Google Shape;88;p19"/>
          <p:cNvSpPr txBox="1">
            <a:spLocks noGrp="1"/>
          </p:cNvSpPr>
          <p:nvPr>
            <p:ph type="subTitle" idx="1"/>
          </p:nvPr>
        </p:nvSpPr>
        <p:spPr>
          <a:xfrm>
            <a:off x="715100" y="2955125"/>
            <a:ext cx="2340900" cy="92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89" name="Google Shape;89;p19"/>
          <p:cNvSpPr txBox="1">
            <a:spLocks noGrp="1"/>
          </p:cNvSpPr>
          <p:nvPr>
            <p:ph type="subTitle" idx="2"/>
          </p:nvPr>
        </p:nvSpPr>
        <p:spPr>
          <a:xfrm>
            <a:off x="715100" y="1846625"/>
            <a:ext cx="2340900" cy="118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90" name="Google Shape;90;p19"/>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3500"/>
              <a:buFont typeface="Kantumruy Pro"/>
              <a:buNone/>
              <a:defRPr>
                <a:latin typeface="Kantumruy Pro"/>
                <a:ea typeface="Kantumruy Pro"/>
                <a:cs typeface="Kantumruy Pro"/>
                <a:sym typeface="Kantumruy Pro"/>
              </a:defRPr>
            </a:lvl1pPr>
            <a:lvl2pPr lvl="1" rtl="0">
              <a:spcBef>
                <a:spcPts val="0"/>
              </a:spcBef>
              <a:spcAft>
                <a:spcPts val="0"/>
              </a:spcAft>
              <a:buSzPts val="3500"/>
              <a:buFont typeface="Kantumruy Pro"/>
              <a:buNone/>
              <a:defRPr sz="3500">
                <a:latin typeface="Kantumruy Pro"/>
                <a:ea typeface="Kantumruy Pro"/>
                <a:cs typeface="Kantumruy Pro"/>
                <a:sym typeface="Kantumruy Pro"/>
              </a:defRPr>
            </a:lvl2pPr>
            <a:lvl3pPr lvl="2" rtl="0">
              <a:spcBef>
                <a:spcPts val="0"/>
              </a:spcBef>
              <a:spcAft>
                <a:spcPts val="0"/>
              </a:spcAft>
              <a:buSzPts val="3500"/>
              <a:buFont typeface="Kantumruy Pro"/>
              <a:buNone/>
              <a:defRPr sz="3500">
                <a:latin typeface="Kantumruy Pro"/>
                <a:ea typeface="Kantumruy Pro"/>
                <a:cs typeface="Kantumruy Pro"/>
                <a:sym typeface="Kantumruy Pro"/>
              </a:defRPr>
            </a:lvl3pPr>
            <a:lvl4pPr lvl="3" rtl="0">
              <a:spcBef>
                <a:spcPts val="0"/>
              </a:spcBef>
              <a:spcAft>
                <a:spcPts val="0"/>
              </a:spcAft>
              <a:buSzPts val="3500"/>
              <a:buFont typeface="Kantumruy Pro"/>
              <a:buNone/>
              <a:defRPr sz="3500">
                <a:latin typeface="Kantumruy Pro"/>
                <a:ea typeface="Kantumruy Pro"/>
                <a:cs typeface="Kantumruy Pro"/>
                <a:sym typeface="Kantumruy Pro"/>
              </a:defRPr>
            </a:lvl4pPr>
            <a:lvl5pPr lvl="4" rtl="0">
              <a:spcBef>
                <a:spcPts val="0"/>
              </a:spcBef>
              <a:spcAft>
                <a:spcPts val="0"/>
              </a:spcAft>
              <a:buSzPts val="3500"/>
              <a:buFont typeface="Kantumruy Pro"/>
              <a:buNone/>
              <a:defRPr sz="3500">
                <a:latin typeface="Kantumruy Pro"/>
                <a:ea typeface="Kantumruy Pro"/>
                <a:cs typeface="Kantumruy Pro"/>
                <a:sym typeface="Kantumruy Pro"/>
              </a:defRPr>
            </a:lvl5pPr>
            <a:lvl6pPr lvl="5" rtl="0">
              <a:spcBef>
                <a:spcPts val="0"/>
              </a:spcBef>
              <a:spcAft>
                <a:spcPts val="0"/>
              </a:spcAft>
              <a:buSzPts val="3500"/>
              <a:buFont typeface="Kantumruy Pro"/>
              <a:buNone/>
              <a:defRPr sz="3500">
                <a:latin typeface="Kantumruy Pro"/>
                <a:ea typeface="Kantumruy Pro"/>
                <a:cs typeface="Kantumruy Pro"/>
                <a:sym typeface="Kantumruy Pro"/>
              </a:defRPr>
            </a:lvl6pPr>
            <a:lvl7pPr lvl="6" rtl="0">
              <a:spcBef>
                <a:spcPts val="0"/>
              </a:spcBef>
              <a:spcAft>
                <a:spcPts val="0"/>
              </a:spcAft>
              <a:buSzPts val="3500"/>
              <a:buFont typeface="Kantumruy Pro"/>
              <a:buNone/>
              <a:defRPr sz="3500">
                <a:latin typeface="Kantumruy Pro"/>
                <a:ea typeface="Kantumruy Pro"/>
                <a:cs typeface="Kantumruy Pro"/>
                <a:sym typeface="Kantumruy Pro"/>
              </a:defRPr>
            </a:lvl7pPr>
            <a:lvl8pPr lvl="7" rtl="0">
              <a:spcBef>
                <a:spcPts val="0"/>
              </a:spcBef>
              <a:spcAft>
                <a:spcPts val="0"/>
              </a:spcAft>
              <a:buSzPts val="3500"/>
              <a:buFont typeface="Kantumruy Pro"/>
              <a:buNone/>
              <a:defRPr sz="3500">
                <a:latin typeface="Kantumruy Pro"/>
                <a:ea typeface="Kantumruy Pro"/>
                <a:cs typeface="Kantumruy Pro"/>
                <a:sym typeface="Kantumruy Pro"/>
              </a:defRPr>
            </a:lvl8pPr>
            <a:lvl9pPr lvl="8" rtl="0">
              <a:spcBef>
                <a:spcPts val="0"/>
              </a:spcBef>
              <a:spcAft>
                <a:spcPts val="0"/>
              </a:spcAft>
              <a:buSzPts val="3500"/>
              <a:buFont typeface="Kantumruy Pro"/>
              <a:buNone/>
              <a:defRPr sz="3500">
                <a:latin typeface="Kantumruy Pro"/>
                <a:ea typeface="Kantumruy Pro"/>
                <a:cs typeface="Kantumruy Pro"/>
                <a:sym typeface="Kantumruy Pro"/>
              </a:defRPr>
            </a:lvl9pPr>
          </a:lstStyle>
          <a:p>
            <a:endParaRPr/>
          </a:p>
        </p:txBody>
      </p:sp>
      <p:sp>
        <p:nvSpPr>
          <p:cNvPr id="91" name="Google Shape;91;p19"/>
          <p:cNvSpPr txBox="1">
            <a:spLocks noGrp="1"/>
          </p:cNvSpPr>
          <p:nvPr>
            <p:ph type="subTitle" idx="3"/>
          </p:nvPr>
        </p:nvSpPr>
        <p:spPr>
          <a:xfrm>
            <a:off x="3401548" y="2955125"/>
            <a:ext cx="2340900" cy="92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2" name="Google Shape;92;p19"/>
          <p:cNvSpPr txBox="1">
            <a:spLocks noGrp="1"/>
          </p:cNvSpPr>
          <p:nvPr>
            <p:ph type="subTitle" idx="4"/>
          </p:nvPr>
        </p:nvSpPr>
        <p:spPr>
          <a:xfrm>
            <a:off x="3401548" y="1846625"/>
            <a:ext cx="2340900" cy="118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
        <p:nvSpPr>
          <p:cNvPr id="93" name="Google Shape;93;p19"/>
          <p:cNvSpPr txBox="1">
            <a:spLocks noGrp="1"/>
          </p:cNvSpPr>
          <p:nvPr>
            <p:ph type="subTitle" idx="5"/>
          </p:nvPr>
        </p:nvSpPr>
        <p:spPr>
          <a:xfrm>
            <a:off x="6088001" y="2955125"/>
            <a:ext cx="2340900" cy="925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4" name="Google Shape;94;p19"/>
          <p:cNvSpPr txBox="1">
            <a:spLocks noGrp="1"/>
          </p:cNvSpPr>
          <p:nvPr>
            <p:ph type="subTitle" idx="6"/>
          </p:nvPr>
        </p:nvSpPr>
        <p:spPr>
          <a:xfrm>
            <a:off x="6088001" y="1846625"/>
            <a:ext cx="2340900" cy="11847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SzPts val="2400"/>
              <a:buNone/>
              <a:defRPr sz="2200">
                <a:latin typeface="Kantumruy Pro SemiBold"/>
                <a:ea typeface="Kantumruy Pro SemiBold"/>
                <a:cs typeface="Kantumruy Pro SemiBold"/>
                <a:sym typeface="Kantumruy Pro SemiBold"/>
              </a:defRPr>
            </a:lvl1pPr>
            <a:lvl2pPr lvl="1" rtl="0">
              <a:lnSpc>
                <a:spcPct val="100000"/>
              </a:lnSpc>
              <a:spcBef>
                <a:spcPts val="0"/>
              </a:spcBef>
              <a:spcAft>
                <a:spcPts val="0"/>
              </a:spcAft>
              <a:buSzPts val="2400"/>
              <a:buNone/>
              <a:defRPr sz="2400"/>
            </a:lvl2pPr>
            <a:lvl3pPr lvl="2" rtl="0">
              <a:lnSpc>
                <a:spcPct val="100000"/>
              </a:lnSpc>
              <a:spcBef>
                <a:spcPts val="0"/>
              </a:spcBef>
              <a:spcAft>
                <a:spcPts val="0"/>
              </a:spcAft>
              <a:buSzPts val="2400"/>
              <a:buNone/>
              <a:defRPr sz="2400"/>
            </a:lvl3pPr>
            <a:lvl4pPr lvl="3" rtl="0">
              <a:lnSpc>
                <a:spcPct val="100000"/>
              </a:lnSpc>
              <a:spcBef>
                <a:spcPts val="0"/>
              </a:spcBef>
              <a:spcAft>
                <a:spcPts val="0"/>
              </a:spcAft>
              <a:buSzPts val="2400"/>
              <a:buNone/>
              <a:defRPr sz="2400"/>
            </a:lvl4pPr>
            <a:lvl5pPr lvl="4" rtl="0">
              <a:lnSpc>
                <a:spcPct val="100000"/>
              </a:lnSpc>
              <a:spcBef>
                <a:spcPts val="0"/>
              </a:spcBef>
              <a:spcAft>
                <a:spcPts val="0"/>
              </a:spcAft>
              <a:buSzPts val="2400"/>
              <a:buNone/>
              <a:defRPr sz="2400"/>
            </a:lvl5pPr>
            <a:lvl6pPr lvl="5" rtl="0">
              <a:lnSpc>
                <a:spcPct val="100000"/>
              </a:lnSpc>
              <a:spcBef>
                <a:spcPts val="0"/>
              </a:spcBef>
              <a:spcAft>
                <a:spcPts val="0"/>
              </a:spcAft>
              <a:buSzPts val="2400"/>
              <a:buNone/>
              <a:defRPr sz="2400"/>
            </a:lvl6pPr>
            <a:lvl7pPr lvl="6" rtl="0">
              <a:lnSpc>
                <a:spcPct val="100000"/>
              </a:lnSpc>
              <a:spcBef>
                <a:spcPts val="0"/>
              </a:spcBef>
              <a:spcAft>
                <a:spcPts val="0"/>
              </a:spcAft>
              <a:buSzPts val="2400"/>
              <a:buNone/>
              <a:defRPr sz="2400"/>
            </a:lvl7pPr>
            <a:lvl8pPr lvl="7" rtl="0">
              <a:lnSpc>
                <a:spcPct val="100000"/>
              </a:lnSpc>
              <a:spcBef>
                <a:spcPts val="0"/>
              </a:spcBef>
              <a:spcAft>
                <a:spcPts val="0"/>
              </a:spcAft>
              <a:buSzPts val="2400"/>
              <a:buNone/>
              <a:defRPr sz="2400"/>
            </a:lvl8pPr>
            <a:lvl9pPr lvl="8" rtl="0">
              <a:lnSpc>
                <a:spcPct val="100000"/>
              </a:lnSpc>
              <a:spcBef>
                <a:spcPts val="0"/>
              </a:spcBef>
              <a:spcAft>
                <a:spcPts val="0"/>
              </a:spcAft>
              <a:buSzPts val="2400"/>
              <a:buNone/>
              <a:defRPr sz="2400"/>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Numbers and text">
  <p:cSld name="BLANK_1_1_1_1_1_1">
    <p:bg>
      <p:bgPr>
        <a:solidFill>
          <a:schemeClr val="dk2"/>
        </a:solidFill>
        <a:effectLst/>
      </p:bgPr>
    </p:bg>
    <p:spTree>
      <p:nvGrpSpPr>
        <p:cNvPr id="1" name="Shape 119"/>
        <p:cNvGrpSpPr/>
        <p:nvPr/>
      </p:nvGrpSpPr>
      <p:grpSpPr>
        <a:xfrm>
          <a:off x="0" y="0"/>
          <a:ext cx="0" cy="0"/>
          <a:chOff x="0" y="0"/>
          <a:chExt cx="0" cy="0"/>
        </a:xfrm>
      </p:grpSpPr>
      <p:sp>
        <p:nvSpPr>
          <p:cNvPr id="120" name="Google Shape;120;p22"/>
          <p:cNvSpPr txBox="1">
            <a:spLocks noGrp="1"/>
          </p:cNvSpPr>
          <p:nvPr>
            <p:ph type="title" hasCustomPrompt="1"/>
          </p:nvPr>
        </p:nvSpPr>
        <p:spPr>
          <a:xfrm>
            <a:off x="715100" y="791650"/>
            <a:ext cx="4009200" cy="93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6200"/>
              <a:buNone/>
              <a:defRPr sz="5000">
                <a:latin typeface="Kantumruy Pro SemiBold"/>
                <a:ea typeface="Kantumruy Pro SemiBold"/>
                <a:cs typeface="Kantumruy Pro SemiBold"/>
                <a:sym typeface="Kantumruy Pro SemiBol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21" name="Google Shape;121;p22"/>
          <p:cNvSpPr txBox="1">
            <a:spLocks noGrp="1"/>
          </p:cNvSpPr>
          <p:nvPr>
            <p:ph type="subTitle" idx="1"/>
          </p:nvPr>
        </p:nvSpPr>
        <p:spPr>
          <a:xfrm>
            <a:off x="715100" y="1651650"/>
            <a:ext cx="4009200" cy="40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22" name="Google Shape;122;p22"/>
          <p:cNvSpPr txBox="1">
            <a:spLocks noGrp="1"/>
          </p:cNvSpPr>
          <p:nvPr>
            <p:ph type="title" idx="2" hasCustomPrompt="1"/>
          </p:nvPr>
        </p:nvSpPr>
        <p:spPr>
          <a:xfrm>
            <a:off x="715100" y="2365650"/>
            <a:ext cx="4009200" cy="936300"/>
          </a:xfrm>
          <a:prstGeom prst="rect">
            <a:avLst/>
          </a:prstGeom>
          <a:ln>
            <a:noFill/>
          </a:ln>
        </p:spPr>
        <p:txBody>
          <a:bodyPr spcFirstLastPara="1" wrap="square" lIns="91425" tIns="91425" rIns="91425" bIns="91425" anchor="b" anchorCtr="0">
            <a:noAutofit/>
          </a:bodyPr>
          <a:lstStyle>
            <a:lvl1pPr lvl="0" rtl="0">
              <a:spcBef>
                <a:spcPts val="0"/>
              </a:spcBef>
              <a:spcAft>
                <a:spcPts val="0"/>
              </a:spcAft>
              <a:buSzPts val="6200"/>
              <a:buNone/>
              <a:defRPr sz="5000">
                <a:latin typeface="Kantumruy Pro SemiBold"/>
                <a:ea typeface="Kantumruy Pro SemiBold"/>
                <a:cs typeface="Kantumruy Pro SemiBold"/>
                <a:sym typeface="Kantumruy Pro SemiBold"/>
              </a:defRPr>
            </a:lvl1pPr>
            <a:lvl2pPr lvl="1" algn="ctr" rtl="0">
              <a:spcBef>
                <a:spcPts val="0"/>
              </a:spcBef>
              <a:spcAft>
                <a:spcPts val="0"/>
              </a:spcAft>
              <a:buSzPts val="6200"/>
              <a:buNone/>
              <a:defRPr sz="6200"/>
            </a:lvl2pPr>
            <a:lvl3pPr lvl="2" algn="ctr" rtl="0">
              <a:spcBef>
                <a:spcPts val="0"/>
              </a:spcBef>
              <a:spcAft>
                <a:spcPts val="0"/>
              </a:spcAft>
              <a:buSzPts val="6200"/>
              <a:buNone/>
              <a:defRPr sz="6200"/>
            </a:lvl3pPr>
            <a:lvl4pPr lvl="3" algn="ctr" rtl="0">
              <a:spcBef>
                <a:spcPts val="0"/>
              </a:spcBef>
              <a:spcAft>
                <a:spcPts val="0"/>
              </a:spcAft>
              <a:buSzPts val="6200"/>
              <a:buNone/>
              <a:defRPr sz="6200"/>
            </a:lvl4pPr>
            <a:lvl5pPr lvl="4" algn="ctr" rtl="0">
              <a:spcBef>
                <a:spcPts val="0"/>
              </a:spcBef>
              <a:spcAft>
                <a:spcPts val="0"/>
              </a:spcAft>
              <a:buSzPts val="6200"/>
              <a:buNone/>
              <a:defRPr sz="6200"/>
            </a:lvl5pPr>
            <a:lvl6pPr lvl="5" algn="ctr" rtl="0">
              <a:spcBef>
                <a:spcPts val="0"/>
              </a:spcBef>
              <a:spcAft>
                <a:spcPts val="0"/>
              </a:spcAft>
              <a:buSzPts val="6200"/>
              <a:buNone/>
              <a:defRPr sz="6200"/>
            </a:lvl6pPr>
            <a:lvl7pPr lvl="6" algn="ctr" rtl="0">
              <a:spcBef>
                <a:spcPts val="0"/>
              </a:spcBef>
              <a:spcAft>
                <a:spcPts val="0"/>
              </a:spcAft>
              <a:buSzPts val="6200"/>
              <a:buNone/>
              <a:defRPr sz="6200"/>
            </a:lvl7pPr>
            <a:lvl8pPr lvl="7" algn="ctr" rtl="0">
              <a:spcBef>
                <a:spcPts val="0"/>
              </a:spcBef>
              <a:spcAft>
                <a:spcPts val="0"/>
              </a:spcAft>
              <a:buSzPts val="6200"/>
              <a:buNone/>
              <a:defRPr sz="6200"/>
            </a:lvl8pPr>
            <a:lvl9pPr lvl="8" algn="ctr" rtl="0">
              <a:spcBef>
                <a:spcPts val="0"/>
              </a:spcBef>
              <a:spcAft>
                <a:spcPts val="0"/>
              </a:spcAft>
              <a:buSzPts val="6200"/>
              <a:buNone/>
              <a:defRPr sz="6200"/>
            </a:lvl9pPr>
          </a:lstStyle>
          <a:p>
            <a:r>
              <a:t>xx%</a:t>
            </a:r>
          </a:p>
        </p:txBody>
      </p:sp>
      <p:sp>
        <p:nvSpPr>
          <p:cNvPr id="123" name="Google Shape;123;p22"/>
          <p:cNvSpPr txBox="1">
            <a:spLocks noGrp="1"/>
          </p:cNvSpPr>
          <p:nvPr>
            <p:ph type="subTitle" idx="3"/>
          </p:nvPr>
        </p:nvSpPr>
        <p:spPr>
          <a:xfrm>
            <a:off x="715100" y="3225775"/>
            <a:ext cx="4009200" cy="40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1">
    <p:bg>
      <p:bgPr>
        <a:solidFill>
          <a:schemeClr val="dk1"/>
        </a:solidFill>
        <a:effectLst/>
      </p:bgPr>
    </p:bg>
    <p:spTree>
      <p:nvGrpSpPr>
        <p:cNvPr id="1" name="Shape 124"/>
        <p:cNvGrpSpPr/>
        <p:nvPr/>
      </p:nvGrpSpPr>
      <p:grpSpPr>
        <a:xfrm>
          <a:off x="0" y="0"/>
          <a:ext cx="0" cy="0"/>
          <a:chOff x="0" y="0"/>
          <a:chExt cx="0" cy="0"/>
        </a:xfrm>
      </p:grpSpPr>
      <p:sp>
        <p:nvSpPr>
          <p:cNvPr id="125" name="Google Shape;125;p23"/>
          <p:cNvSpPr txBox="1">
            <a:spLocks noGrp="1"/>
          </p:cNvSpPr>
          <p:nvPr>
            <p:ph type="title"/>
          </p:nvPr>
        </p:nvSpPr>
        <p:spPr>
          <a:xfrm>
            <a:off x="715100" y="535000"/>
            <a:ext cx="7713900" cy="649200"/>
          </a:xfrm>
          <a:prstGeom prst="rect">
            <a:avLst/>
          </a:prstGeom>
          <a:ln>
            <a:noFill/>
          </a:ln>
        </p:spPr>
        <p:txBody>
          <a:bodyPr spcFirstLastPara="1" wrap="square" lIns="91425" tIns="91425" rIns="91425" bIns="91425" anchor="t" anchorCtr="0">
            <a:noAutofit/>
          </a:bodyPr>
          <a:lstStyle>
            <a:lvl1pPr lvl="0"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1pPr>
            <a:lvl2pPr lvl="1"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2pPr>
            <a:lvl3pPr lvl="2"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3pPr>
            <a:lvl4pPr lvl="3"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4pPr>
            <a:lvl5pPr lvl="4"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5pPr>
            <a:lvl6pPr lvl="5"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6pPr>
            <a:lvl7pPr lvl="6"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7pPr>
            <a:lvl8pPr lvl="7"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8pPr>
            <a:lvl9pPr lvl="8" rtl="0">
              <a:spcBef>
                <a:spcPts val="0"/>
              </a:spcBef>
              <a:spcAft>
                <a:spcPts val="0"/>
              </a:spcAft>
              <a:buClr>
                <a:schemeClr val="dk2"/>
              </a:buClr>
              <a:buSzPts val="3000"/>
              <a:buFont typeface="Kantumruy Pro"/>
              <a:buNone/>
              <a:defRPr sz="3000">
                <a:solidFill>
                  <a:schemeClr val="dk2"/>
                </a:solidFill>
                <a:latin typeface="Kantumruy Pro"/>
                <a:ea typeface="Kantumruy Pro"/>
                <a:cs typeface="Kantumruy Pro"/>
                <a:sym typeface="Kantumruy Pro"/>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p:cSld name="BLANK_1_1_1_1_1_1_1">
    <p:bg>
      <p:bgPr>
        <a:solidFill>
          <a:schemeClr val="dk2"/>
        </a:solidFill>
        <a:effectLst/>
      </p:bgPr>
    </p:bg>
    <p:spTree>
      <p:nvGrpSpPr>
        <p:cNvPr id="1" name="Shape 132"/>
        <p:cNvGrpSpPr/>
        <p:nvPr/>
      </p:nvGrpSpPr>
      <p:grpSpPr>
        <a:xfrm>
          <a:off x="0" y="0"/>
          <a:ext cx="0" cy="0"/>
          <a:chOff x="0" y="0"/>
          <a:chExt cx="0" cy="0"/>
        </a:xfrm>
      </p:grpSpPr>
      <p:grpSp>
        <p:nvGrpSpPr>
          <p:cNvPr id="133" name="Google Shape;133;p26"/>
          <p:cNvGrpSpPr/>
          <p:nvPr/>
        </p:nvGrpSpPr>
        <p:grpSpPr>
          <a:xfrm>
            <a:off x="6605565" y="2082971"/>
            <a:ext cx="3157715" cy="3383114"/>
            <a:chOff x="6605565" y="2082971"/>
            <a:chExt cx="3157715" cy="3383114"/>
          </a:xfrm>
        </p:grpSpPr>
        <p:grpSp>
          <p:nvGrpSpPr>
            <p:cNvPr id="134" name="Google Shape;134;p26"/>
            <p:cNvGrpSpPr/>
            <p:nvPr/>
          </p:nvGrpSpPr>
          <p:grpSpPr>
            <a:xfrm>
              <a:off x="6718168" y="3060491"/>
              <a:ext cx="802799" cy="802799"/>
              <a:chOff x="353675" y="3417700"/>
              <a:chExt cx="527775" cy="527775"/>
            </a:xfrm>
          </p:grpSpPr>
          <p:sp>
            <p:nvSpPr>
              <p:cNvPr id="135" name="Google Shape;135;p26"/>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136;p26"/>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6"/>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6"/>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6"/>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6"/>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26"/>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26"/>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143;p26"/>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144;p26"/>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26"/>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26"/>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26"/>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26"/>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26"/>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26"/>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26"/>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26"/>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26"/>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154;p26"/>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26"/>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26"/>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26"/>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26"/>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26"/>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26"/>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26"/>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26"/>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26"/>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26"/>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26"/>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26"/>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26"/>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26"/>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26"/>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26"/>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26"/>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26"/>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26"/>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26"/>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26"/>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26"/>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26"/>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26"/>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26"/>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26"/>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26"/>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2" name="Google Shape;182;p26"/>
            <p:cNvSpPr/>
            <p:nvPr/>
          </p:nvSpPr>
          <p:spPr>
            <a:xfrm>
              <a:off x="7051519" y="3393977"/>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 name="Google Shape;183;p26"/>
            <p:cNvGrpSpPr/>
            <p:nvPr/>
          </p:nvGrpSpPr>
          <p:grpSpPr>
            <a:xfrm rot="6659213">
              <a:off x="7961241" y="2312410"/>
              <a:ext cx="1572572" cy="1572608"/>
              <a:chOff x="3286600" y="1519925"/>
              <a:chExt cx="1093425" cy="1093450"/>
            </a:xfrm>
          </p:grpSpPr>
          <p:sp>
            <p:nvSpPr>
              <p:cNvPr id="184" name="Google Shape;184;p26"/>
              <p:cNvSpPr/>
              <p:nvPr/>
            </p:nvSpPr>
            <p:spPr>
              <a:xfrm>
                <a:off x="3286600" y="1519925"/>
                <a:ext cx="1093425" cy="1093450"/>
              </a:xfrm>
              <a:custGeom>
                <a:avLst/>
                <a:gdLst/>
                <a:ahLst/>
                <a:cxnLst/>
                <a:rect l="l" t="t" r="r" b="b"/>
                <a:pathLst>
                  <a:path w="43737" h="43738" extrusionOk="0">
                    <a:moveTo>
                      <a:pt x="21836" y="0"/>
                    </a:moveTo>
                    <a:lnTo>
                      <a:pt x="21836" y="453"/>
                    </a:lnTo>
                    <a:lnTo>
                      <a:pt x="21869" y="453"/>
                    </a:lnTo>
                    <a:cubicBezTo>
                      <a:pt x="22084" y="453"/>
                      <a:pt x="22297" y="456"/>
                      <a:pt x="22510" y="463"/>
                    </a:cubicBezTo>
                    <a:lnTo>
                      <a:pt x="22524" y="10"/>
                    </a:lnTo>
                    <a:cubicBezTo>
                      <a:pt x="22306" y="3"/>
                      <a:pt x="22088" y="0"/>
                      <a:pt x="21869" y="0"/>
                    </a:cubicBezTo>
                    <a:close/>
                    <a:moveTo>
                      <a:pt x="19097" y="173"/>
                    </a:moveTo>
                    <a:cubicBezTo>
                      <a:pt x="18869" y="203"/>
                      <a:pt x="18643" y="236"/>
                      <a:pt x="18417" y="271"/>
                    </a:cubicBezTo>
                    <a:lnTo>
                      <a:pt x="18488" y="717"/>
                    </a:lnTo>
                    <a:lnTo>
                      <a:pt x="18488" y="719"/>
                    </a:lnTo>
                    <a:cubicBezTo>
                      <a:pt x="18709" y="682"/>
                      <a:pt x="18930" y="651"/>
                      <a:pt x="19153" y="623"/>
                    </a:cubicBezTo>
                    <a:lnTo>
                      <a:pt x="19097" y="173"/>
                    </a:lnTo>
                    <a:close/>
                    <a:moveTo>
                      <a:pt x="25258" y="261"/>
                    </a:moveTo>
                    <a:lnTo>
                      <a:pt x="25187" y="709"/>
                    </a:lnTo>
                    <a:cubicBezTo>
                      <a:pt x="25410" y="743"/>
                      <a:pt x="25631" y="781"/>
                      <a:pt x="25851" y="823"/>
                    </a:cubicBezTo>
                    <a:lnTo>
                      <a:pt x="25934" y="378"/>
                    </a:lnTo>
                    <a:cubicBezTo>
                      <a:pt x="25709" y="335"/>
                      <a:pt x="25484" y="297"/>
                      <a:pt x="25258" y="261"/>
                    </a:cubicBezTo>
                    <a:close/>
                    <a:moveTo>
                      <a:pt x="15739" y="871"/>
                    </a:moveTo>
                    <a:cubicBezTo>
                      <a:pt x="15517" y="935"/>
                      <a:pt x="15299" y="1003"/>
                      <a:pt x="15081" y="1074"/>
                    </a:cubicBezTo>
                    <a:lnTo>
                      <a:pt x="15221" y="1503"/>
                    </a:lnTo>
                    <a:cubicBezTo>
                      <a:pt x="15435" y="1434"/>
                      <a:pt x="15649" y="1368"/>
                      <a:pt x="15864" y="1305"/>
                    </a:cubicBezTo>
                    <a:lnTo>
                      <a:pt x="15739" y="871"/>
                    </a:lnTo>
                    <a:close/>
                    <a:moveTo>
                      <a:pt x="28595" y="1054"/>
                    </a:moveTo>
                    <a:lnTo>
                      <a:pt x="28456" y="1485"/>
                    </a:lnTo>
                    <a:cubicBezTo>
                      <a:pt x="28671" y="1555"/>
                      <a:pt x="28883" y="1626"/>
                      <a:pt x="29094" y="1702"/>
                    </a:cubicBezTo>
                    <a:lnTo>
                      <a:pt x="29248" y="1277"/>
                    </a:lnTo>
                    <a:cubicBezTo>
                      <a:pt x="29031" y="1199"/>
                      <a:pt x="28815" y="1125"/>
                      <a:pt x="28595" y="1054"/>
                    </a:cubicBezTo>
                    <a:close/>
                    <a:moveTo>
                      <a:pt x="12530" y="2088"/>
                    </a:moveTo>
                    <a:cubicBezTo>
                      <a:pt x="12324" y="2187"/>
                      <a:pt x="12119" y="2288"/>
                      <a:pt x="11916" y="2392"/>
                    </a:cubicBezTo>
                    <a:lnTo>
                      <a:pt x="12122" y="2794"/>
                    </a:lnTo>
                    <a:cubicBezTo>
                      <a:pt x="12320" y="2693"/>
                      <a:pt x="12520" y="2594"/>
                      <a:pt x="12724" y="2498"/>
                    </a:cubicBezTo>
                    <a:lnTo>
                      <a:pt x="12530" y="2088"/>
                    </a:lnTo>
                    <a:close/>
                    <a:moveTo>
                      <a:pt x="31770" y="2364"/>
                    </a:moveTo>
                    <a:lnTo>
                      <a:pt x="31564" y="2767"/>
                    </a:lnTo>
                    <a:cubicBezTo>
                      <a:pt x="31765" y="2870"/>
                      <a:pt x="31964" y="2975"/>
                      <a:pt x="32160" y="3083"/>
                    </a:cubicBezTo>
                    <a:lnTo>
                      <a:pt x="32378" y="2686"/>
                    </a:lnTo>
                    <a:cubicBezTo>
                      <a:pt x="32177" y="2576"/>
                      <a:pt x="31974" y="2468"/>
                      <a:pt x="31770" y="2364"/>
                    </a:cubicBezTo>
                    <a:close/>
                    <a:moveTo>
                      <a:pt x="9556" y="3793"/>
                    </a:moveTo>
                    <a:cubicBezTo>
                      <a:pt x="9367" y="3922"/>
                      <a:pt x="9180" y="4054"/>
                      <a:pt x="8995" y="4190"/>
                    </a:cubicBezTo>
                    <a:lnTo>
                      <a:pt x="9262" y="4555"/>
                    </a:lnTo>
                    <a:cubicBezTo>
                      <a:pt x="9443" y="4423"/>
                      <a:pt x="9626" y="4294"/>
                      <a:pt x="9811" y="4167"/>
                    </a:cubicBezTo>
                    <a:lnTo>
                      <a:pt x="9556" y="3793"/>
                    </a:lnTo>
                    <a:close/>
                    <a:moveTo>
                      <a:pt x="34698" y="4157"/>
                    </a:moveTo>
                    <a:lnTo>
                      <a:pt x="34432" y="4523"/>
                    </a:lnTo>
                    <a:cubicBezTo>
                      <a:pt x="34614" y="4656"/>
                      <a:pt x="34794" y="4789"/>
                      <a:pt x="34970" y="4926"/>
                    </a:cubicBezTo>
                    <a:lnTo>
                      <a:pt x="35248" y="4570"/>
                    </a:lnTo>
                    <a:cubicBezTo>
                      <a:pt x="35066" y="4429"/>
                      <a:pt x="34883" y="4290"/>
                      <a:pt x="34698" y="4157"/>
                    </a:cubicBezTo>
                    <a:close/>
                    <a:moveTo>
                      <a:pt x="6883" y="5943"/>
                    </a:moveTo>
                    <a:cubicBezTo>
                      <a:pt x="6717" y="6099"/>
                      <a:pt x="6551" y="6260"/>
                      <a:pt x="6391" y="6422"/>
                    </a:cubicBezTo>
                    <a:lnTo>
                      <a:pt x="6710" y="6740"/>
                    </a:lnTo>
                    <a:cubicBezTo>
                      <a:pt x="6869" y="6582"/>
                      <a:pt x="7029" y="6425"/>
                      <a:pt x="7192" y="6271"/>
                    </a:cubicBezTo>
                    <a:lnTo>
                      <a:pt x="6883" y="5943"/>
                    </a:lnTo>
                    <a:close/>
                    <a:moveTo>
                      <a:pt x="37310" y="6382"/>
                    </a:moveTo>
                    <a:lnTo>
                      <a:pt x="36989" y="6702"/>
                    </a:lnTo>
                    <a:cubicBezTo>
                      <a:pt x="37148" y="6861"/>
                      <a:pt x="37305" y="7021"/>
                      <a:pt x="37458" y="7185"/>
                    </a:cubicBezTo>
                    <a:lnTo>
                      <a:pt x="37787" y="6874"/>
                    </a:lnTo>
                    <a:cubicBezTo>
                      <a:pt x="37630" y="6707"/>
                      <a:pt x="37472" y="6544"/>
                      <a:pt x="37310" y="6382"/>
                    </a:cubicBezTo>
                    <a:close/>
                    <a:moveTo>
                      <a:pt x="4575" y="8482"/>
                    </a:moveTo>
                    <a:cubicBezTo>
                      <a:pt x="4435" y="8662"/>
                      <a:pt x="4298" y="8845"/>
                      <a:pt x="4162" y="9032"/>
                    </a:cubicBezTo>
                    <a:lnTo>
                      <a:pt x="4529" y="9296"/>
                    </a:lnTo>
                    <a:lnTo>
                      <a:pt x="4529" y="9298"/>
                    </a:lnTo>
                    <a:cubicBezTo>
                      <a:pt x="4661" y="9116"/>
                      <a:pt x="4795" y="8936"/>
                      <a:pt x="4932" y="8759"/>
                    </a:cubicBezTo>
                    <a:lnTo>
                      <a:pt x="4575" y="8482"/>
                    </a:lnTo>
                    <a:close/>
                    <a:moveTo>
                      <a:pt x="39542" y="8986"/>
                    </a:moveTo>
                    <a:lnTo>
                      <a:pt x="39177" y="9253"/>
                    </a:lnTo>
                    <a:cubicBezTo>
                      <a:pt x="39309" y="9433"/>
                      <a:pt x="39438" y="9617"/>
                      <a:pt x="39565" y="9802"/>
                    </a:cubicBezTo>
                    <a:lnTo>
                      <a:pt x="39938" y="9547"/>
                    </a:lnTo>
                    <a:cubicBezTo>
                      <a:pt x="39809" y="9357"/>
                      <a:pt x="39677" y="9171"/>
                      <a:pt x="39542" y="8986"/>
                    </a:cubicBezTo>
                    <a:close/>
                    <a:moveTo>
                      <a:pt x="2692" y="11350"/>
                    </a:moveTo>
                    <a:cubicBezTo>
                      <a:pt x="2581" y="11551"/>
                      <a:pt x="2474" y="11755"/>
                      <a:pt x="2370" y="11958"/>
                    </a:cubicBezTo>
                    <a:lnTo>
                      <a:pt x="2773" y="12164"/>
                    </a:lnTo>
                    <a:cubicBezTo>
                      <a:pt x="2875" y="11963"/>
                      <a:pt x="2980" y="11764"/>
                      <a:pt x="3089" y="11568"/>
                    </a:cubicBezTo>
                    <a:lnTo>
                      <a:pt x="2692" y="11350"/>
                    </a:lnTo>
                    <a:close/>
                    <a:moveTo>
                      <a:pt x="41341" y="11905"/>
                    </a:moveTo>
                    <a:lnTo>
                      <a:pt x="40938" y="12111"/>
                    </a:lnTo>
                    <a:cubicBezTo>
                      <a:pt x="41040" y="12311"/>
                      <a:pt x="41139" y="12511"/>
                      <a:pt x="41235" y="12714"/>
                    </a:cubicBezTo>
                    <a:lnTo>
                      <a:pt x="41643" y="12519"/>
                    </a:lnTo>
                    <a:cubicBezTo>
                      <a:pt x="41546" y="12313"/>
                      <a:pt x="41445" y="12108"/>
                      <a:pt x="41341" y="11905"/>
                    </a:cubicBezTo>
                    <a:close/>
                    <a:moveTo>
                      <a:pt x="1280" y="14480"/>
                    </a:moveTo>
                    <a:cubicBezTo>
                      <a:pt x="1202" y="14697"/>
                      <a:pt x="1129" y="14913"/>
                      <a:pt x="1058" y="15133"/>
                    </a:cubicBezTo>
                    <a:lnTo>
                      <a:pt x="1488" y="15272"/>
                    </a:lnTo>
                    <a:cubicBezTo>
                      <a:pt x="1557" y="15057"/>
                      <a:pt x="1630" y="14844"/>
                      <a:pt x="1706" y="14632"/>
                    </a:cubicBezTo>
                    <a:lnTo>
                      <a:pt x="1280" y="14480"/>
                    </a:lnTo>
                    <a:close/>
                    <a:moveTo>
                      <a:pt x="42661" y="15070"/>
                    </a:moveTo>
                    <a:lnTo>
                      <a:pt x="42230" y="15211"/>
                    </a:lnTo>
                    <a:cubicBezTo>
                      <a:pt x="42299" y="15424"/>
                      <a:pt x="42365" y="15639"/>
                      <a:pt x="42430" y="15853"/>
                    </a:cubicBezTo>
                    <a:lnTo>
                      <a:pt x="42862" y="15728"/>
                    </a:lnTo>
                    <a:cubicBezTo>
                      <a:pt x="42800" y="15506"/>
                      <a:pt x="42732" y="15288"/>
                      <a:pt x="42661" y="15070"/>
                    </a:cubicBezTo>
                    <a:close/>
                    <a:moveTo>
                      <a:pt x="379" y="17793"/>
                    </a:moveTo>
                    <a:cubicBezTo>
                      <a:pt x="338" y="18018"/>
                      <a:pt x="298" y="18244"/>
                      <a:pt x="264" y="18470"/>
                    </a:cubicBezTo>
                    <a:lnTo>
                      <a:pt x="710" y="18540"/>
                    </a:lnTo>
                    <a:cubicBezTo>
                      <a:pt x="744" y="18318"/>
                      <a:pt x="782" y="18097"/>
                      <a:pt x="824" y="17877"/>
                    </a:cubicBezTo>
                    <a:lnTo>
                      <a:pt x="379" y="17793"/>
                    </a:lnTo>
                    <a:close/>
                    <a:moveTo>
                      <a:pt x="43465" y="18406"/>
                    </a:moveTo>
                    <a:lnTo>
                      <a:pt x="43018" y="18477"/>
                    </a:lnTo>
                    <a:cubicBezTo>
                      <a:pt x="43052" y="18698"/>
                      <a:pt x="43085" y="18920"/>
                      <a:pt x="43114" y="19143"/>
                    </a:cubicBezTo>
                    <a:lnTo>
                      <a:pt x="43561" y="19086"/>
                    </a:lnTo>
                    <a:cubicBezTo>
                      <a:pt x="43533" y="18858"/>
                      <a:pt x="43500" y="18632"/>
                      <a:pt x="43465" y="18406"/>
                    </a:cubicBezTo>
                    <a:close/>
                    <a:moveTo>
                      <a:pt x="11" y="21203"/>
                    </a:moveTo>
                    <a:cubicBezTo>
                      <a:pt x="4" y="21424"/>
                      <a:pt x="1" y="21646"/>
                      <a:pt x="1" y="21869"/>
                    </a:cubicBezTo>
                    <a:lnTo>
                      <a:pt x="1" y="21890"/>
                    </a:lnTo>
                    <a:lnTo>
                      <a:pt x="454" y="21869"/>
                    </a:lnTo>
                    <a:cubicBezTo>
                      <a:pt x="454" y="21650"/>
                      <a:pt x="457" y="21432"/>
                      <a:pt x="462" y="21218"/>
                    </a:cubicBezTo>
                    <a:lnTo>
                      <a:pt x="11" y="21203"/>
                    </a:lnTo>
                    <a:close/>
                    <a:moveTo>
                      <a:pt x="43285" y="21826"/>
                    </a:moveTo>
                    <a:lnTo>
                      <a:pt x="43285" y="21869"/>
                    </a:lnTo>
                    <a:cubicBezTo>
                      <a:pt x="43285" y="22093"/>
                      <a:pt x="43282" y="22318"/>
                      <a:pt x="43274" y="22541"/>
                    </a:cubicBezTo>
                    <a:lnTo>
                      <a:pt x="43726" y="22556"/>
                    </a:lnTo>
                    <a:cubicBezTo>
                      <a:pt x="43733" y="22328"/>
                      <a:pt x="43736" y="22098"/>
                      <a:pt x="43736" y="21867"/>
                    </a:cubicBezTo>
                    <a:lnTo>
                      <a:pt x="43736" y="21826"/>
                    </a:lnTo>
                    <a:close/>
                    <a:moveTo>
                      <a:pt x="622" y="24573"/>
                    </a:moveTo>
                    <a:lnTo>
                      <a:pt x="173" y="24631"/>
                    </a:lnTo>
                    <a:cubicBezTo>
                      <a:pt x="202" y="24857"/>
                      <a:pt x="234" y="25085"/>
                      <a:pt x="270" y="25310"/>
                    </a:cubicBezTo>
                    <a:lnTo>
                      <a:pt x="716" y="25239"/>
                    </a:lnTo>
                    <a:cubicBezTo>
                      <a:pt x="682" y="25019"/>
                      <a:pt x="650" y="24796"/>
                      <a:pt x="622" y="24573"/>
                    </a:cubicBezTo>
                    <a:close/>
                    <a:moveTo>
                      <a:pt x="43024" y="25219"/>
                    </a:moveTo>
                    <a:cubicBezTo>
                      <a:pt x="42990" y="25440"/>
                      <a:pt x="42952" y="25662"/>
                      <a:pt x="42910" y="25881"/>
                    </a:cubicBezTo>
                    <a:lnTo>
                      <a:pt x="43355" y="25966"/>
                    </a:lnTo>
                    <a:cubicBezTo>
                      <a:pt x="43396" y="25741"/>
                      <a:pt x="43436" y="25515"/>
                      <a:pt x="43472" y="25288"/>
                    </a:cubicBezTo>
                    <a:lnTo>
                      <a:pt x="43024" y="25219"/>
                    </a:lnTo>
                    <a:close/>
                    <a:moveTo>
                      <a:pt x="1303" y="27864"/>
                    </a:moveTo>
                    <a:lnTo>
                      <a:pt x="868" y="27989"/>
                    </a:lnTo>
                    <a:cubicBezTo>
                      <a:pt x="933" y="28209"/>
                      <a:pt x="1000" y="28429"/>
                      <a:pt x="1071" y="28645"/>
                    </a:cubicBezTo>
                    <a:lnTo>
                      <a:pt x="1501" y="28507"/>
                    </a:lnTo>
                    <a:cubicBezTo>
                      <a:pt x="1432" y="28293"/>
                      <a:pt x="1365" y="28079"/>
                      <a:pt x="1303" y="27864"/>
                    </a:cubicBezTo>
                    <a:close/>
                    <a:moveTo>
                      <a:pt x="42243" y="28487"/>
                    </a:moveTo>
                    <a:cubicBezTo>
                      <a:pt x="42173" y="28700"/>
                      <a:pt x="42101" y="28913"/>
                      <a:pt x="42025" y="29124"/>
                    </a:cubicBezTo>
                    <a:lnTo>
                      <a:pt x="42451" y="29278"/>
                    </a:lnTo>
                    <a:cubicBezTo>
                      <a:pt x="42527" y="29062"/>
                      <a:pt x="42601" y="28844"/>
                      <a:pt x="42672" y="28626"/>
                    </a:cubicBezTo>
                    <a:lnTo>
                      <a:pt x="42243" y="28487"/>
                    </a:lnTo>
                    <a:close/>
                    <a:moveTo>
                      <a:pt x="2494" y="31005"/>
                    </a:moveTo>
                    <a:lnTo>
                      <a:pt x="2084" y="31198"/>
                    </a:lnTo>
                    <a:cubicBezTo>
                      <a:pt x="2182" y="31404"/>
                      <a:pt x="2282" y="31609"/>
                      <a:pt x="2386" y="31812"/>
                    </a:cubicBezTo>
                    <a:lnTo>
                      <a:pt x="2790" y="31608"/>
                    </a:lnTo>
                    <a:cubicBezTo>
                      <a:pt x="2687" y="31408"/>
                      <a:pt x="2590" y="31208"/>
                      <a:pt x="2494" y="31005"/>
                    </a:cubicBezTo>
                    <a:close/>
                    <a:moveTo>
                      <a:pt x="40956" y="31593"/>
                    </a:moveTo>
                    <a:cubicBezTo>
                      <a:pt x="40853" y="31793"/>
                      <a:pt x="40748" y="31991"/>
                      <a:pt x="40639" y="32189"/>
                    </a:cubicBezTo>
                    <a:lnTo>
                      <a:pt x="41035" y="32405"/>
                    </a:lnTo>
                    <a:cubicBezTo>
                      <a:pt x="41146" y="32206"/>
                      <a:pt x="41253" y="32002"/>
                      <a:pt x="41357" y="31798"/>
                    </a:cubicBezTo>
                    <a:lnTo>
                      <a:pt x="40956" y="31593"/>
                    </a:lnTo>
                    <a:close/>
                    <a:moveTo>
                      <a:pt x="4161" y="33917"/>
                    </a:moveTo>
                    <a:lnTo>
                      <a:pt x="3787" y="34173"/>
                    </a:lnTo>
                    <a:cubicBezTo>
                      <a:pt x="3916" y="34362"/>
                      <a:pt x="4048" y="34548"/>
                      <a:pt x="4182" y="34733"/>
                    </a:cubicBezTo>
                    <a:lnTo>
                      <a:pt x="4549" y="34467"/>
                    </a:lnTo>
                    <a:cubicBezTo>
                      <a:pt x="4417" y="34286"/>
                      <a:pt x="4288" y="34102"/>
                      <a:pt x="4161" y="33917"/>
                    </a:cubicBezTo>
                    <a:close/>
                    <a:moveTo>
                      <a:pt x="39196" y="34457"/>
                    </a:moveTo>
                    <a:cubicBezTo>
                      <a:pt x="39064" y="34639"/>
                      <a:pt x="38929" y="34818"/>
                      <a:pt x="38792" y="34996"/>
                    </a:cubicBezTo>
                    <a:lnTo>
                      <a:pt x="39149" y="35273"/>
                    </a:lnTo>
                    <a:lnTo>
                      <a:pt x="39149" y="35272"/>
                    </a:lnTo>
                    <a:cubicBezTo>
                      <a:pt x="39289" y="35092"/>
                      <a:pt x="39428" y="34908"/>
                      <a:pt x="39562" y="34723"/>
                    </a:cubicBezTo>
                    <a:lnTo>
                      <a:pt x="39196" y="34457"/>
                    </a:lnTo>
                    <a:close/>
                    <a:moveTo>
                      <a:pt x="6264" y="36537"/>
                    </a:moveTo>
                    <a:lnTo>
                      <a:pt x="5935" y="36846"/>
                    </a:lnTo>
                    <a:cubicBezTo>
                      <a:pt x="6092" y="37013"/>
                      <a:pt x="6251" y="37178"/>
                      <a:pt x="6413" y="37340"/>
                    </a:cubicBezTo>
                    <a:lnTo>
                      <a:pt x="6413" y="37339"/>
                    </a:lnTo>
                    <a:lnTo>
                      <a:pt x="6733" y="37020"/>
                    </a:lnTo>
                    <a:cubicBezTo>
                      <a:pt x="6574" y="36861"/>
                      <a:pt x="6418" y="36701"/>
                      <a:pt x="6264" y="36537"/>
                    </a:cubicBezTo>
                    <a:close/>
                    <a:moveTo>
                      <a:pt x="37012" y="37011"/>
                    </a:moveTo>
                    <a:cubicBezTo>
                      <a:pt x="36854" y="37170"/>
                      <a:pt x="36692" y="37327"/>
                      <a:pt x="36530" y="37481"/>
                    </a:cubicBezTo>
                    <a:lnTo>
                      <a:pt x="36839" y="37809"/>
                    </a:lnTo>
                    <a:cubicBezTo>
                      <a:pt x="37006" y="37652"/>
                      <a:pt x="37169" y="37494"/>
                      <a:pt x="37331" y="37332"/>
                    </a:cubicBezTo>
                    <a:lnTo>
                      <a:pt x="37012" y="37011"/>
                    </a:lnTo>
                    <a:close/>
                    <a:moveTo>
                      <a:pt x="8750" y="38797"/>
                    </a:moveTo>
                    <a:lnTo>
                      <a:pt x="8473" y="39154"/>
                    </a:lnTo>
                    <a:cubicBezTo>
                      <a:pt x="8654" y="39296"/>
                      <a:pt x="8838" y="39433"/>
                      <a:pt x="9023" y="39567"/>
                    </a:cubicBezTo>
                    <a:lnTo>
                      <a:pt x="9289" y="39202"/>
                    </a:lnTo>
                    <a:cubicBezTo>
                      <a:pt x="9107" y="39070"/>
                      <a:pt x="8927" y="38936"/>
                      <a:pt x="8750" y="38797"/>
                    </a:cubicBezTo>
                    <a:close/>
                    <a:moveTo>
                      <a:pt x="34458" y="39196"/>
                    </a:moveTo>
                    <a:cubicBezTo>
                      <a:pt x="34278" y="39328"/>
                      <a:pt x="34095" y="39457"/>
                      <a:pt x="33910" y="39582"/>
                    </a:cubicBezTo>
                    <a:lnTo>
                      <a:pt x="34164" y="39955"/>
                    </a:lnTo>
                    <a:cubicBezTo>
                      <a:pt x="34353" y="39827"/>
                      <a:pt x="34539" y="39694"/>
                      <a:pt x="34724" y="39561"/>
                    </a:cubicBezTo>
                    <a:lnTo>
                      <a:pt x="34458" y="39196"/>
                    </a:lnTo>
                    <a:close/>
                    <a:moveTo>
                      <a:pt x="11559" y="40644"/>
                    </a:moveTo>
                    <a:lnTo>
                      <a:pt x="11341" y="41041"/>
                    </a:lnTo>
                    <a:cubicBezTo>
                      <a:pt x="11542" y="41152"/>
                      <a:pt x="11744" y="41259"/>
                      <a:pt x="11949" y="41363"/>
                    </a:cubicBezTo>
                    <a:lnTo>
                      <a:pt x="12155" y="40960"/>
                    </a:lnTo>
                    <a:cubicBezTo>
                      <a:pt x="11954" y="40858"/>
                      <a:pt x="11755" y="40753"/>
                      <a:pt x="11559" y="40644"/>
                    </a:cubicBezTo>
                    <a:close/>
                    <a:moveTo>
                      <a:pt x="31597" y="40952"/>
                    </a:moveTo>
                    <a:cubicBezTo>
                      <a:pt x="31399" y="41054"/>
                      <a:pt x="31197" y="41153"/>
                      <a:pt x="30996" y="41249"/>
                    </a:cubicBezTo>
                    <a:lnTo>
                      <a:pt x="31189" y="41657"/>
                    </a:lnTo>
                    <a:cubicBezTo>
                      <a:pt x="31395" y="41560"/>
                      <a:pt x="31600" y="41459"/>
                      <a:pt x="31803" y="41355"/>
                    </a:cubicBezTo>
                    <a:lnTo>
                      <a:pt x="31597" y="40952"/>
                    </a:lnTo>
                    <a:close/>
                    <a:moveTo>
                      <a:pt x="14623" y="42027"/>
                    </a:moveTo>
                    <a:lnTo>
                      <a:pt x="14470" y="42453"/>
                    </a:lnTo>
                    <a:cubicBezTo>
                      <a:pt x="14686" y="42531"/>
                      <a:pt x="14904" y="42605"/>
                      <a:pt x="15122" y="42676"/>
                    </a:cubicBezTo>
                    <a:lnTo>
                      <a:pt x="15261" y="42245"/>
                    </a:lnTo>
                    <a:cubicBezTo>
                      <a:pt x="15048" y="42176"/>
                      <a:pt x="14835" y="42103"/>
                      <a:pt x="14623" y="42027"/>
                    </a:cubicBezTo>
                    <a:close/>
                    <a:moveTo>
                      <a:pt x="28496" y="42240"/>
                    </a:moveTo>
                    <a:cubicBezTo>
                      <a:pt x="28283" y="42310"/>
                      <a:pt x="28070" y="42374"/>
                      <a:pt x="27853" y="42437"/>
                    </a:cubicBezTo>
                    <a:lnTo>
                      <a:pt x="27979" y="42871"/>
                    </a:lnTo>
                    <a:cubicBezTo>
                      <a:pt x="28200" y="42807"/>
                      <a:pt x="28418" y="42741"/>
                      <a:pt x="28636" y="42670"/>
                    </a:cubicBezTo>
                    <a:lnTo>
                      <a:pt x="28496" y="42240"/>
                    </a:lnTo>
                    <a:close/>
                    <a:moveTo>
                      <a:pt x="17866" y="42911"/>
                    </a:moveTo>
                    <a:lnTo>
                      <a:pt x="17782" y="43355"/>
                    </a:lnTo>
                    <a:cubicBezTo>
                      <a:pt x="18007" y="43398"/>
                      <a:pt x="18233" y="43436"/>
                      <a:pt x="18460" y="43473"/>
                    </a:cubicBezTo>
                    <a:lnTo>
                      <a:pt x="18529" y="43025"/>
                    </a:lnTo>
                    <a:cubicBezTo>
                      <a:pt x="18308" y="42990"/>
                      <a:pt x="18086" y="42952"/>
                      <a:pt x="17866" y="42911"/>
                    </a:cubicBezTo>
                    <a:close/>
                    <a:moveTo>
                      <a:pt x="25230" y="43022"/>
                    </a:moveTo>
                    <a:cubicBezTo>
                      <a:pt x="25008" y="43056"/>
                      <a:pt x="24787" y="43088"/>
                      <a:pt x="24562" y="43116"/>
                    </a:cubicBezTo>
                    <a:lnTo>
                      <a:pt x="24620" y="43565"/>
                    </a:lnTo>
                    <a:cubicBezTo>
                      <a:pt x="24848" y="43537"/>
                      <a:pt x="25074" y="43504"/>
                      <a:pt x="25299" y="43469"/>
                    </a:cubicBezTo>
                    <a:lnTo>
                      <a:pt x="25230" y="43022"/>
                    </a:lnTo>
                    <a:close/>
                    <a:moveTo>
                      <a:pt x="21207" y="43274"/>
                    </a:moveTo>
                    <a:lnTo>
                      <a:pt x="21194" y="43727"/>
                    </a:lnTo>
                    <a:cubicBezTo>
                      <a:pt x="21410" y="43734"/>
                      <a:pt x="21628" y="43737"/>
                      <a:pt x="21856" y="43737"/>
                    </a:cubicBezTo>
                    <a:lnTo>
                      <a:pt x="21856" y="43735"/>
                    </a:lnTo>
                    <a:lnTo>
                      <a:pt x="21878" y="43735"/>
                    </a:lnTo>
                    <a:lnTo>
                      <a:pt x="21878" y="43674"/>
                    </a:lnTo>
                    <a:lnTo>
                      <a:pt x="21869" y="43284"/>
                    </a:lnTo>
                    <a:cubicBezTo>
                      <a:pt x="21648" y="43284"/>
                      <a:pt x="21427" y="43281"/>
                      <a:pt x="21207" y="432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26"/>
              <p:cNvSpPr/>
              <p:nvPr/>
            </p:nvSpPr>
            <p:spPr>
              <a:xfrm>
                <a:off x="4015100" y="1891050"/>
                <a:ext cx="314250" cy="635550"/>
              </a:xfrm>
              <a:custGeom>
                <a:avLst/>
                <a:gdLst/>
                <a:ahLst/>
                <a:cxnLst/>
                <a:rect l="l" t="t" r="r" b="b"/>
                <a:pathLst>
                  <a:path w="12570" h="25422" extrusionOk="0">
                    <a:moveTo>
                      <a:pt x="11291" y="1"/>
                    </a:moveTo>
                    <a:lnTo>
                      <a:pt x="10868" y="161"/>
                    </a:lnTo>
                    <a:cubicBezTo>
                      <a:pt x="11697" y="2351"/>
                      <a:pt x="12117" y="4659"/>
                      <a:pt x="12117" y="7024"/>
                    </a:cubicBezTo>
                    <a:cubicBezTo>
                      <a:pt x="12117" y="14965"/>
                      <a:pt x="7360" y="22023"/>
                      <a:pt x="0" y="25003"/>
                    </a:cubicBezTo>
                    <a:lnTo>
                      <a:pt x="169" y="25421"/>
                    </a:lnTo>
                    <a:cubicBezTo>
                      <a:pt x="7702" y="22373"/>
                      <a:pt x="12569" y="15150"/>
                      <a:pt x="12569" y="7024"/>
                    </a:cubicBezTo>
                    <a:cubicBezTo>
                      <a:pt x="12569" y="4605"/>
                      <a:pt x="12140" y="2242"/>
                      <a:pt x="11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26"/>
              <p:cNvSpPr/>
              <p:nvPr/>
            </p:nvSpPr>
            <p:spPr>
              <a:xfrm>
                <a:off x="3650025" y="1570625"/>
                <a:ext cx="518400" cy="138650"/>
              </a:xfrm>
              <a:custGeom>
                <a:avLst/>
                <a:gdLst/>
                <a:ahLst/>
                <a:cxnLst/>
                <a:rect l="l" t="t" r="r" b="b"/>
                <a:pathLst>
                  <a:path w="20736" h="5546" extrusionOk="0">
                    <a:moveTo>
                      <a:pt x="7332" y="1"/>
                    </a:moveTo>
                    <a:cubicBezTo>
                      <a:pt x="4800" y="1"/>
                      <a:pt x="2333" y="470"/>
                      <a:pt x="1" y="1398"/>
                    </a:cubicBezTo>
                    <a:lnTo>
                      <a:pt x="167" y="1818"/>
                    </a:lnTo>
                    <a:cubicBezTo>
                      <a:pt x="2447" y="913"/>
                      <a:pt x="4858" y="452"/>
                      <a:pt x="7332" y="452"/>
                    </a:cubicBezTo>
                    <a:cubicBezTo>
                      <a:pt x="12196" y="452"/>
                      <a:pt x="16847" y="2261"/>
                      <a:pt x="20430" y="5545"/>
                    </a:cubicBezTo>
                    <a:lnTo>
                      <a:pt x="20736" y="5211"/>
                    </a:lnTo>
                    <a:cubicBezTo>
                      <a:pt x="17070" y="1851"/>
                      <a:pt x="12310" y="1"/>
                      <a:pt x="73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26"/>
              <p:cNvSpPr/>
              <p:nvPr/>
            </p:nvSpPr>
            <p:spPr>
              <a:xfrm>
                <a:off x="3337275" y="1724525"/>
                <a:ext cx="376225" cy="822850"/>
              </a:xfrm>
              <a:custGeom>
                <a:avLst/>
                <a:gdLst/>
                <a:ahLst/>
                <a:cxnLst/>
                <a:rect l="l" t="t" r="r" b="b"/>
                <a:pathLst>
                  <a:path w="15049" h="32914" extrusionOk="0">
                    <a:moveTo>
                      <a:pt x="5476" y="0"/>
                    </a:moveTo>
                    <a:cubicBezTo>
                      <a:pt x="1945" y="3704"/>
                      <a:pt x="1" y="8565"/>
                      <a:pt x="1" y="13685"/>
                    </a:cubicBezTo>
                    <a:cubicBezTo>
                      <a:pt x="1" y="22769"/>
                      <a:pt x="6143" y="30676"/>
                      <a:pt x="14936" y="32913"/>
                    </a:cubicBezTo>
                    <a:lnTo>
                      <a:pt x="15048" y="32475"/>
                    </a:lnTo>
                    <a:cubicBezTo>
                      <a:pt x="6456" y="30290"/>
                      <a:pt x="454" y="22563"/>
                      <a:pt x="454" y="13685"/>
                    </a:cubicBezTo>
                    <a:cubicBezTo>
                      <a:pt x="454" y="8682"/>
                      <a:pt x="2354" y="3932"/>
                      <a:pt x="5803" y="313"/>
                    </a:cubicBezTo>
                    <a:lnTo>
                      <a:pt x="54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26"/>
              <p:cNvSpPr/>
              <p:nvPr/>
            </p:nvSpPr>
            <p:spPr>
              <a:xfrm>
                <a:off x="3383450" y="1683375"/>
                <a:ext cx="279575" cy="790175"/>
              </a:xfrm>
              <a:custGeom>
                <a:avLst/>
                <a:gdLst/>
                <a:ahLst/>
                <a:cxnLst/>
                <a:rect l="l" t="t" r="r" b="b"/>
                <a:pathLst>
                  <a:path w="11183" h="31607" extrusionOk="0">
                    <a:moveTo>
                      <a:pt x="8567" y="1"/>
                    </a:moveTo>
                    <a:cubicBezTo>
                      <a:pt x="3203" y="3307"/>
                      <a:pt x="1" y="9038"/>
                      <a:pt x="1" y="15331"/>
                    </a:cubicBezTo>
                    <a:cubicBezTo>
                      <a:pt x="1" y="22256"/>
                      <a:pt x="4049" y="28645"/>
                      <a:pt x="10313" y="31607"/>
                    </a:cubicBezTo>
                    <a:lnTo>
                      <a:pt x="11182" y="29766"/>
                    </a:lnTo>
                    <a:cubicBezTo>
                      <a:pt x="5626" y="27140"/>
                      <a:pt x="2036" y="21473"/>
                      <a:pt x="2036" y="15331"/>
                    </a:cubicBezTo>
                    <a:cubicBezTo>
                      <a:pt x="2036" y="9750"/>
                      <a:pt x="4876" y="4666"/>
                      <a:pt x="9634" y="1734"/>
                    </a:cubicBezTo>
                    <a:lnTo>
                      <a:pt x="85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26"/>
              <p:cNvSpPr/>
              <p:nvPr/>
            </p:nvSpPr>
            <p:spPr>
              <a:xfrm>
                <a:off x="3833325" y="1616775"/>
                <a:ext cx="449850" cy="843600"/>
              </a:xfrm>
              <a:custGeom>
                <a:avLst/>
                <a:gdLst/>
                <a:ahLst/>
                <a:cxnLst/>
                <a:rect l="l" t="t" r="r" b="b"/>
                <a:pathLst>
                  <a:path w="17994" h="33744" extrusionOk="0">
                    <a:moveTo>
                      <a:pt x="0" y="0"/>
                    </a:moveTo>
                    <a:lnTo>
                      <a:pt x="0" y="2035"/>
                    </a:lnTo>
                    <a:cubicBezTo>
                      <a:pt x="8799" y="2035"/>
                      <a:pt x="15960" y="9196"/>
                      <a:pt x="15960" y="17995"/>
                    </a:cubicBezTo>
                    <a:cubicBezTo>
                      <a:pt x="15960" y="23797"/>
                      <a:pt x="12802" y="29149"/>
                      <a:pt x="7722" y="31965"/>
                    </a:cubicBezTo>
                    <a:lnTo>
                      <a:pt x="8707" y="33744"/>
                    </a:lnTo>
                    <a:cubicBezTo>
                      <a:pt x="14436" y="30572"/>
                      <a:pt x="17993" y="24537"/>
                      <a:pt x="17993" y="17995"/>
                    </a:cubicBezTo>
                    <a:cubicBezTo>
                      <a:pt x="17993" y="8072"/>
                      <a:pt x="992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26"/>
              <p:cNvSpPr/>
              <p:nvPr/>
            </p:nvSpPr>
            <p:spPr>
              <a:xfrm>
                <a:off x="3473875" y="1707175"/>
                <a:ext cx="718925" cy="718925"/>
              </a:xfrm>
              <a:custGeom>
                <a:avLst/>
                <a:gdLst/>
                <a:ahLst/>
                <a:cxnLst/>
                <a:rect l="l" t="t" r="r" b="b"/>
                <a:pathLst>
                  <a:path w="28757" h="28757" extrusionOk="0">
                    <a:moveTo>
                      <a:pt x="14342" y="1"/>
                    </a:moveTo>
                    <a:lnTo>
                      <a:pt x="14342" y="452"/>
                    </a:lnTo>
                    <a:lnTo>
                      <a:pt x="14378" y="452"/>
                    </a:lnTo>
                    <a:cubicBezTo>
                      <a:pt x="14950" y="452"/>
                      <a:pt x="15525" y="488"/>
                      <a:pt x="16088" y="556"/>
                    </a:cubicBezTo>
                    <a:lnTo>
                      <a:pt x="16143" y="108"/>
                    </a:lnTo>
                    <a:cubicBezTo>
                      <a:pt x="15563" y="37"/>
                      <a:pt x="14970" y="1"/>
                      <a:pt x="14375" y="1"/>
                    </a:cubicBezTo>
                    <a:close/>
                    <a:moveTo>
                      <a:pt x="11649" y="258"/>
                    </a:moveTo>
                    <a:cubicBezTo>
                      <a:pt x="11059" y="372"/>
                      <a:pt x="10471" y="524"/>
                      <a:pt x="9901" y="711"/>
                    </a:cubicBezTo>
                    <a:lnTo>
                      <a:pt x="10042" y="1140"/>
                    </a:lnTo>
                    <a:cubicBezTo>
                      <a:pt x="10594" y="960"/>
                      <a:pt x="11163" y="813"/>
                      <a:pt x="11735" y="703"/>
                    </a:cubicBezTo>
                    <a:lnTo>
                      <a:pt x="11649" y="258"/>
                    </a:lnTo>
                    <a:close/>
                    <a:moveTo>
                      <a:pt x="18785" y="688"/>
                    </a:moveTo>
                    <a:lnTo>
                      <a:pt x="18646" y="1119"/>
                    </a:lnTo>
                    <a:cubicBezTo>
                      <a:pt x="19199" y="1296"/>
                      <a:pt x="19748" y="1512"/>
                      <a:pt x="20273" y="1758"/>
                    </a:cubicBezTo>
                    <a:lnTo>
                      <a:pt x="20465" y="1349"/>
                    </a:lnTo>
                    <a:cubicBezTo>
                      <a:pt x="19921" y="1094"/>
                      <a:pt x="19356" y="871"/>
                      <a:pt x="18785" y="688"/>
                    </a:cubicBezTo>
                    <a:close/>
                    <a:moveTo>
                      <a:pt x="7422" y="1791"/>
                    </a:moveTo>
                    <a:cubicBezTo>
                      <a:pt x="6898" y="2082"/>
                      <a:pt x="6386" y="2409"/>
                      <a:pt x="5902" y="2763"/>
                    </a:cubicBezTo>
                    <a:lnTo>
                      <a:pt x="6168" y="3128"/>
                    </a:lnTo>
                    <a:cubicBezTo>
                      <a:pt x="6637" y="2786"/>
                      <a:pt x="7132" y="2469"/>
                      <a:pt x="7641" y="2188"/>
                    </a:cubicBezTo>
                    <a:lnTo>
                      <a:pt x="7422" y="1791"/>
                    </a:lnTo>
                    <a:close/>
                    <a:moveTo>
                      <a:pt x="22797" y="2721"/>
                    </a:moveTo>
                    <a:lnTo>
                      <a:pt x="22531" y="3088"/>
                    </a:lnTo>
                    <a:cubicBezTo>
                      <a:pt x="23002" y="3429"/>
                      <a:pt x="23457" y="3802"/>
                      <a:pt x="23881" y="4198"/>
                    </a:cubicBezTo>
                    <a:lnTo>
                      <a:pt x="24190" y="3868"/>
                    </a:lnTo>
                    <a:cubicBezTo>
                      <a:pt x="23752" y="3458"/>
                      <a:pt x="23283" y="3072"/>
                      <a:pt x="22797" y="2721"/>
                    </a:cubicBezTo>
                    <a:close/>
                    <a:moveTo>
                      <a:pt x="3876" y="4557"/>
                    </a:moveTo>
                    <a:cubicBezTo>
                      <a:pt x="3466" y="4996"/>
                      <a:pt x="3080" y="5464"/>
                      <a:pt x="2728" y="5950"/>
                    </a:cubicBezTo>
                    <a:lnTo>
                      <a:pt x="3095" y="6216"/>
                    </a:lnTo>
                    <a:cubicBezTo>
                      <a:pt x="3435" y="5745"/>
                      <a:pt x="3810" y="5290"/>
                      <a:pt x="4207" y="4866"/>
                    </a:cubicBezTo>
                    <a:lnTo>
                      <a:pt x="3876" y="4557"/>
                    </a:lnTo>
                    <a:close/>
                    <a:moveTo>
                      <a:pt x="25986" y="5892"/>
                    </a:moveTo>
                    <a:lnTo>
                      <a:pt x="25621" y="6159"/>
                    </a:lnTo>
                    <a:cubicBezTo>
                      <a:pt x="25964" y="6629"/>
                      <a:pt x="26282" y="7123"/>
                      <a:pt x="26563" y="7631"/>
                    </a:cubicBezTo>
                    <a:lnTo>
                      <a:pt x="26959" y="7412"/>
                    </a:lnTo>
                    <a:cubicBezTo>
                      <a:pt x="26668" y="6886"/>
                      <a:pt x="26341" y="6376"/>
                      <a:pt x="25986" y="5892"/>
                    </a:cubicBezTo>
                    <a:close/>
                    <a:moveTo>
                      <a:pt x="1353" y="8281"/>
                    </a:moveTo>
                    <a:cubicBezTo>
                      <a:pt x="1097" y="8824"/>
                      <a:pt x="876" y="9389"/>
                      <a:pt x="691" y="9961"/>
                    </a:cubicBezTo>
                    <a:lnTo>
                      <a:pt x="1122" y="10100"/>
                    </a:lnTo>
                    <a:cubicBezTo>
                      <a:pt x="1301" y="9546"/>
                      <a:pt x="1515" y="8999"/>
                      <a:pt x="1763" y="8472"/>
                    </a:cubicBezTo>
                    <a:lnTo>
                      <a:pt x="1353" y="8281"/>
                    </a:lnTo>
                    <a:close/>
                    <a:moveTo>
                      <a:pt x="28043" y="9890"/>
                    </a:moveTo>
                    <a:lnTo>
                      <a:pt x="27612" y="10030"/>
                    </a:lnTo>
                    <a:cubicBezTo>
                      <a:pt x="27793" y="10584"/>
                      <a:pt x="27942" y="11152"/>
                      <a:pt x="28051" y="11722"/>
                    </a:cubicBezTo>
                    <a:lnTo>
                      <a:pt x="28495" y="11638"/>
                    </a:lnTo>
                    <a:cubicBezTo>
                      <a:pt x="28381" y="11048"/>
                      <a:pt x="28229" y="10460"/>
                      <a:pt x="28043" y="9890"/>
                    </a:cubicBezTo>
                    <a:close/>
                    <a:moveTo>
                      <a:pt x="108" y="12601"/>
                    </a:moveTo>
                    <a:cubicBezTo>
                      <a:pt x="37" y="13186"/>
                      <a:pt x="0" y="13784"/>
                      <a:pt x="0" y="14379"/>
                    </a:cubicBezTo>
                    <a:lnTo>
                      <a:pt x="0" y="14402"/>
                    </a:lnTo>
                    <a:lnTo>
                      <a:pt x="451" y="14402"/>
                    </a:lnTo>
                    <a:lnTo>
                      <a:pt x="451" y="14379"/>
                    </a:lnTo>
                    <a:cubicBezTo>
                      <a:pt x="451" y="13802"/>
                      <a:pt x="488" y="13224"/>
                      <a:pt x="557" y="12657"/>
                    </a:cubicBezTo>
                    <a:lnTo>
                      <a:pt x="108" y="12601"/>
                    </a:lnTo>
                    <a:close/>
                    <a:moveTo>
                      <a:pt x="28304" y="14329"/>
                    </a:moveTo>
                    <a:lnTo>
                      <a:pt x="28304" y="14379"/>
                    </a:lnTo>
                    <a:cubicBezTo>
                      <a:pt x="28304" y="14962"/>
                      <a:pt x="28267" y="15548"/>
                      <a:pt x="28196" y="16123"/>
                    </a:cubicBezTo>
                    <a:lnTo>
                      <a:pt x="28644" y="16179"/>
                    </a:lnTo>
                    <a:cubicBezTo>
                      <a:pt x="28718" y="15586"/>
                      <a:pt x="28756" y="14980"/>
                      <a:pt x="28756" y="14379"/>
                    </a:cubicBezTo>
                    <a:lnTo>
                      <a:pt x="28756" y="14329"/>
                    </a:lnTo>
                    <a:close/>
                    <a:moveTo>
                      <a:pt x="701" y="17010"/>
                    </a:moveTo>
                    <a:lnTo>
                      <a:pt x="256" y="17095"/>
                    </a:lnTo>
                    <a:cubicBezTo>
                      <a:pt x="369" y="17684"/>
                      <a:pt x="521" y="18272"/>
                      <a:pt x="706" y="18842"/>
                    </a:cubicBezTo>
                    <a:lnTo>
                      <a:pt x="1137" y="18702"/>
                    </a:lnTo>
                    <a:cubicBezTo>
                      <a:pt x="957" y="18150"/>
                      <a:pt x="810" y="17580"/>
                      <a:pt x="701" y="17010"/>
                    </a:cubicBezTo>
                    <a:close/>
                    <a:moveTo>
                      <a:pt x="27626" y="18681"/>
                    </a:moveTo>
                    <a:cubicBezTo>
                      <a:pt x="27448" y="19234"/>
                      <a:pt x="27232" y="19781"/>
                      <a:pt x="26984" y="20306"/>
                    </a:cubicBezTo>
                    <a:lnTo>
                      <a:pt x="27392" y="20499"/>
                    </a:lnTo>
                    <a:cubicBezTo>
                      <a:pt x="27648" y="19956"/>
                      <a:pt x="27871" y="19391"/>
                      <a:pt x="28058" y="18819"/>
                    </a:cubicBezTo>
                    <a:lnTo>
                      <a:pt x="27626" y="18681"/>
                    </a:lnTo>
                    <a:close/>
                    <a:moveTo>
                      <a:pt x="2181" y="21106"/>
                    </a:moveTo>
                    <a:lnTo>
                      <a:pt x="1786" y="21324"/>
                    </a:lnTo>
                    <a:cubicBezTo>
                      <a:pt x="2075" y="21848"/>
                      <a:pt x="2403" y="22360"/>
                      <a:pt x="2756" y="22845"/>
                    </a:cubicBezTo>
                    <a:lnTo>
                      <a:pt x="3121" y="22578"/>
                    </a:lnTo>
                    <a:cubicBezTo>
                      <a:pt x="2778" y="22109"/>
                      <a:pt x="2462" y="21613"/>
                      <a:pt x="2181" y="21106"/>
                    </a:cubicBezTo>
                    <a:close/>
                    <a:moveTo>
                      <a:pt x="25647" y="22561"/>
                    </a:moveTo>
                    <a:cubicBezTo>
                      <a:pt x="25307" y="23030"/>
                      <a:pt x="24932" y="23483"/>
                      <a:pt x="24534" y="23908"/>
                    </a:cubicBezTo>
                    <a:lnTo>
                      <a:pt x="24863" y="24217"/>
                    </a:lnTo>
                    <a:cubicBezTo>
                      <a:pt x="25274" y="23781"/>
                      <a:pt x="25660" y="23311"/>
                      <a:pt x="26014" y="22827"/>
                    </a:cubicBezTo>
                    <a:lnTo>
                      <a:pt x="25647" y="22561"/>
                    </a:lnTo>
                    <a:close/>
                    <a:moveTo>
                      <a:pt x="4858" y="24542"/>
                    </a:moveTo>
                    <a:lnTo>
                      <a:pt x="4549" y="24871"/>
                    </a:lnTo>
                    <a:cubicBezTo>
                      <a:pt x="4985" y="25282"/>
                      <a:pt x="5454" y="25669"/>
                      <a:pt x="5940" y="26021"/>
                    </a:cubicBezTo>
                    <a:lnTo>
                      <a:pt x="6206" y="25656"/>
                    </a:lnTo>
                    <a:cubicBezTo>
                      <a:pt x="5735" y="25314"/>
                      <a:pt x="5280" y="24939"/>
                      <a:pt x="4858" y="24542"/>
                    </a:cubicBezTo>
                    <a:close/>
                    <a:moveTo>
                      <a:pt x="22569" y="25642"/>
                    </a:moveTo>
                    <a:cubicBezTo>
                      <a:pt x="22099" y="25984"/>
                      <a:pt x="21603" y="26302"/>
                      <a:pt x="21094" y="26581"/>
                    </a:cubicBezTo>
                    <a:lnTo>
                      <a:pt x="21314" y="26977"/>
                    </a:lnTo>
                    <a:cubicBezTo>
                      <a:pt x="21838" y="26688"/>
                      <a:pt x="22350" y="26363"/>
                      <a:pt x="22835" y="26008"/>
                    </a:cubicBezTo>
                    <a:lnTo>
                      <a:pt x="22569" y="25642"/>
                    </a:lnTo>
                    <a:close/>
                    <a:moveTo>
                      <a:pt x="8461" y="26989"/>
                    </a:moveTo>
                    <a:lnTo>
                      <a:pt x="8269" y="27397"/>
                    </a:lnTo>
                    <a:cubicBezTo>
                      <a:pt x="8813" y="27653"/>
                      <a:pt x="9378" y="27876"/>
                      <a:pt x="9948" y="28061"/>
                    </a:cubicBezTo>
                    <a:lnTo>
                      <a:pt x="10088" y="27631"/>
                    </a:lnTo>
                    <a:cubicBezTo>
                      <a:pt x="9535" y="27451"/>
                      <a:pt x="8988" y="27237"/>
                      <a:pt x="8461" y="26989"/>
                    </a:cubicBezTo>
                    <a:close/>
                    <a:moveTo>
                      <a:pt x="18692" y="27623"/>
                    </a:moveTo>
                    <a:cubicBezTo>
                      <a:pt x="18139" y="27803"/>
                      <a:pt x="17569" y="27950"/>
                      <a:pt x="16999" y="28058"/>
                    </a:cubicBezTo>
                    <a:lnTo>
                      <a:pt x="17083" y="28502"/>
                    </a:lnTo>
                    <a:cubicBezTo>
                      <a:pt x="17673" y="28390"/>
                      <a:pt x="18261" y="28239"/>
                      <a:pt x="18831" y="28054"/>
                    </a:cubicBezTo>
                    <a:lnTo>
                      <a:pt x="18692" y="27623"/>
                    </a:lnTo>
                    <a:close/>
                    <a:moveTo>
                      <a:pt x="12645" y="28198"/>
                    </a:moveTo>
                    <a:lnTo>
                      <a:pt x="12589" y="28646"/>
                    </a:lnTo>
                    <a:cubicBezTo>
                      <a:pt x="13179" y="28720"/>
                      <a:pt x="13780" y="28757"/>
                      <a:pt x="14378" y="28757"/>
                    </a:cubicBezTo>
                    <a:lnTo>
                      <a:pt x="14390" y="28757"/>
                    </a:lnTo>
                    <a:lnTo>
                      <a:pt x="14378" y="28304"/>
                    </a:lnTo>
                    <a:cubicBezTo>
                      <a:pt x="13799" y="28304"/>
                      <a:pt x="13215" y="28268"/>
                      <a:pt x="12645" y="281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26"/>
              <p:cNvSpPr/>
              <p:nvPr/>
            </p:nvSpPr>
            <p:spPr>
              <a:xfrm>
                <a:off x="3733550" y="1966850"/>
                <a:ext cx="199550" cy="199550"/>
              </a:xfrm>
              <a:custGeom>
                <a:avLst/>
                <a:gdLst/>
                <a:ahLst/>
                <a:cxnLst/>
                <a:rect l="l" t="t" r="r" b="b"/>
                <a:pathLst>
                  <a:path w="7982" h="7982" extrusionOk="0">
                    <a:moveTo>
                      <a:pt x="3991" y="795"/>
                    </a:moveTo>
                    <a:cubicBezTo>
                      <a:pt x="5754" y="795"/>
                      <a:pt x="7188" y="2229"/>
                      <a:pt x="7188" y="3992"/>
                    </a:cubicBezTo>
                    <a:cubicBezTo>
                      <a:pt x="7188" y="5754"/>
                      <a:pt x="5754" y="7188"/>
                      <a:pt x="3991" y="7188"/>
                    </a:cubicBezTo>
                    <a:cubicBezTo>
                      <a:pt x="2229" y="7188"/>
                      <a:pt x="795" y="5754"/>
                      <a:pt x="795" y="3992"/>
                    </a:cubicBezTo>
                    <a:cubicBezTo>
                      <a:pt x="795" y="2229"/>
                      <a:pt x="2229" y="795"/>
                      <a:pt x="3991" y="795"/>
                    </a:cubicBezTo>
                    <a:close/>
                    <a:moveTo>
                      <a:pt x="3991" y="0"/>
                    </a:moveTo>
                    <a:cubicBezTo>
                      <a:pt x="1791" y="0"/>
                      <a:pt x="0" y="1791"/>
                      <a:pt x="0" y="3992"/>
                    </a:cubicBezTo>
                    <a:cubicBezTo>
                      <a:pt x="0" y="6192"/>
                      <a:pt x="1791" y="7981"/>
                      <a:pt x="3991" y="7981"/>
                    </a:cubicBezTo>
                    <a:cubicBezTo>
                      <a:pt x="6192" y="7981"/>
                      <a:pt x="7981" y="6192"/>
                      <a:pt x="7981" y="3992"/>
                    </a:cubicBezTo>
                    <a:cubicBezTo>
                      <a:pt x="7981" y="1791"/>
                      <a:pt x="6192" y="0"/>
                      <a:pt x="3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26"/>
              <p:cNvSpPr/>
              <p:nvPr/>
            </p:nvSpPr>
            <p:spPr>
              <a:xfrm>
                <a:off x="3643825" y="1877125"/>
                <a:ext cx="379025" cy="379025"/>
              </a:xfrm>
              <a:custGeom>
                <a:avLst/>
                <a:gdLst/>
                <a:ahLst/>
                <a:cxnLst/>
                <a:rect l="l" t="t" r="r" b="b"/>
                <a:pathLst>
                  <a:path w="15161" h="15161" extrusionOk="0">
                    <a:moveTo>
                      <a:pt x="8940" y="503"/>
                    </a:moveTo>
                    <a:cubicBezTo>
                      <a:pt x="9011" y="503"/>
                      <a:pt x="9069" y="561"/>
                      <a:pt x="9069" y="632"/>
                    </a:cubicBezTo>
                    <a:lnTo>
                      <a:pt x="9069" y="1678"/>
                    </a:lnTo>
                    <a:cubicBezTo>
                      <a:pt x="9069" y="1944"/>
                      <a:pt x="9236" y="2182"/>
                      <a:pt x="9485" y="2272"/>
                    </a:cubicBezTo>
                    <a:cubicBezTo>
                      <a:pt x="9655" y="2332"/>
                      <a:pt x="9822" y="2403"/>
                      <a:pt x="9986" y="2479"/>
                    </a:cubicBezTo>
                    <a:cubicBezTo>
                      <a:pt x="10071" y="2520"/>
                      <a:pt x="10163" y="2539"/>
                      <a:pt x="10254" y="2539"/>
                    </a:cubicBezTo>
                    <a:cubicBezTo>
                      <a:pt x="10418" y="2539"/>
                      <a:pt x="10580" y="2475"/>
                      <a:pt x="10701" y="2355"/>
                    </a:cubicBezTo>
                    <a:lnTo>
                      <a:pt x="11441" y="1615"/>
                    </a:lnTo>
                    <a:cubicBezTo>
                      <a:pt x="11466" y="1590"/>
                      <a:pt x="11499" y="1578"/>
                      <a:pt x="11532" y="1578"/>
                    </a:cubicBezTo>
                    <a:cubicBezTo>
                      <a:pt x="11565" y="1578"/>
                      <a:pt x="11598" y="1590"/>
                      <a:pt x="11623" y="1615"/>
                    </a:cubicBezTo>
                    <a:lnTo>
                      <a:pt x="13546" y="3536"/>
                    </a:lnTo>
                    <a:cubicBezTo>
                      <a:pt x="13571" y="3561"/>
                      <a:pt x="13584" y="3592"/>
                      <a:pt x="13584" y="3629"/>
                    </a:cubicBezTo>
                    <a:cubicBezTo>
                      <a:pt x="13584" y="3663"/>
                      <a:pt x="13571" y="3695"/>
                      <a:pt x="13546" y="3720"/>
                    </a:cubicBezTo>
                    <a:lnTo>
                      <a:pt x="12806" y="4460"/>
                    </a:lnTo>
                    <a:cubicBezTo>
                      <a:pt x="12618" y="4648"/>
                      <a:pt x="12568" y="4936"/>
                      <a:pt x="12682" y="5175"/>
                    </a:cubicBezTo>
                    <a:cubicBezTo>
                      <a:pt x="12758" y="5339"/>
                      <a:pt x="12827" y="5506"/>
                      <a:pt x="12889" y="5674"/>
                    </a:cubicBezTo>
                    <a:cubicBezTo>
                      <a:pt x="12978" y="5924"/>
                      <a:pt x="13217" y="6092"/>
                      <a:pt x="13482" y="6092"/>
                    </a:cubicBezTo>
                    <a:lnTo>
                      <a:pt x="14529" y="6092"/>
                    </a:lnTo>
                    <a:cubicBezTo>
                      <a:pt x="14600" y="6092"/>
                      <a:pt x="14658" y="6150"/>
                      <a:pt x="14658" y="6221"/>
                    </a:cubicBezTo>
                    <a:lnTo>
                      <a:pt x="14658" y="8940"/>
                    </a:lnTo>
                    <a:cubicBezTo>
                      <a:pt x="14658" y="9011"/>
                      <a:pt x="14600" y="9069"/>
                      <a:pt x="14529" y="9069"/>
                    </a:cubicBezTo>
                    <a:lnTo>
                      <a:pt x="13482" y="9069"/>
                    </a:lnTo>
                    <a:cubicBezTo>
                      <a:pt x="13217" y="9069"/>
                      <a:pt x="12978" y="9236"/>
                      <a:pt x="12889" y="9487"/>
                    </a:cubicBezTo>
                    <a:lnTo>
                      <a:pt x="12889" y="9485"/>
                    </a:lnTo>
                    <a:cubicBezTo>
                      <a:pt x="12829" y="9654"/>
                      <a:pt x="12758" y="9822"/>
                      <a:pt x="12682" y="9986"/>
                    </a:cubicBezTo>
                    <a:cubicBezTo>
                      <a:pt x="12568" y="10226"/>
                      <a:pt x="12618" y="10513"/>
                      <a:pt x="12806" y="10701"/>
                    </a:cubicBezTo>
                    <a:lnTo>
                      <a:pt x="13546" y="11441"/>
                    </a:lnTo>
                    <a:cubicBezTo>
                      <a:pt x="13571" y="11466"/>
                      <a:pt x="13584" y="11498"/>
                      <a:pt x="13584" y="11532"/>
                    </a:cubicBezTo>
                    <a:cubicBezTo>
                      <a:pt x="13584" y="11567"/>
                      <a:pt x="13571" y="11598"/>
                      <a:pt x="13546" y="11623"/>
                    </a:cubicBezTo>
                    <a:lnTo>
                      <a:pt x="11625" y="13546"/>
                    </a:lnTo>
                    <a:cubicBezTo>
                      <a:pt x="11600" y="13571"/>
                      <a:pt x="11566" y="13583"/>
                      <a:pt x="11533" y="13583"/>
                    </a:cubicBezTo>
                    <a:cubicBezTo>
                      <a:pt x="11500" y="13583"/>
                      <a:pt x="11466" y="13571"/>
                      <a:pt x="11441" y="13546"/>
                    </a:cubicBezTo>
                    <a:lnTo>
                      <a:pt x="10701" y="12806"/>
                    </a:lnTo>
                    <a:cubicBezTo>
                      <a:pt x="10580" y="12685"/>
                      <a:pt x="10419" y="12621"/>
                      <a:pt x="10255" y="12621"/>
                    </a:cubicBezTo>
                    <a:cubicBezTo>
                      <a:pt x="10164" y="12621"/>
                      <a:pt x="10072" y="12641"/>
                      <a:pt x="9986" y="12682"/>
                    </a:cubicBezTo>
                    <a:cubicBezTo>
                      <a:pt x="9822" y="12758"/>
                      <a:pt x="9655" y="12828"/>
                      <a:pt x="9485" y="12889"/>
                    </a:cubicBezTo>
                    <a:cubicBezTo>
                      <a:pt x="9236" y="12978"/>
                      <a:pt x="9069" y="13217"/>
                      <a:pt x="9069" y="13483"/>
                    </a:cubicBezTo>
                    <a:lnTo>
                      <a:pt x="9069" y="14529"/>
                    </a:lnTo>
                    <a:cubicBezTo>
                      <a:pt x="9069" y="14600"/>
                      <a:pt x="9011" y="14658"/>
                      <a:pt x="8940" y="14658"/>
                    </a:cubicBezTo>
                    <a:lnTo>
                      <a:pt x="6221" y="14658"/>
                    </a:lnTo>
                    <a:cubicBezTo>
                      <a:pt x="6150" y="14658"/>
                      <a:pt x="6092" y="14600"/>
                      <a:pt x="6092" y="14529"/>
                    </a:cubicBezTo>
                    <a:lnTo>
                      <a:pt x="6092" y="13483"/>
                    </a:lnTo>
                    <a:cubicBezTo>
                      <a:pt x="6092" y="13217"/>
                      <a:pt x="5923" y="12980"/>
                      <a:pt x="5674" y="12889"/>
                    </a:cubicBezTo>
                    <a:cubicBezTo>
                      <a:pt x="5505" y="12828"/>
                      <a:pt x="5337" y="12758"/>
                      <a:pt x="5175" y="12682"/>
                    </a:cubicBezTo>
                    <a:cubicBezTo>
                      <a:pt x="5091" y="12643"/>
                      <a:pt x="5000" y="12621"/>
                      <a:pt x="4906" y="12621"/>
                    </a:cubicBezTo>
                    <a:cubicBezTo>
                      <a:pt x="4739" y="12621"/>
                      <a:pt x="4577" y="12689"/>
                      <a:pt x="4460" y="12806"/>
                    </a:cubicBezTo>
                    <a:lnTo>
                      <a:pt x="3720" y="13546"/>
                    </a:lnTo>
                    <a:cubicBezTo>
                      <a:pt x="3695" y="13571"/>
                      <a:pt x="3661" y="13583"/>
                      <a:pt x="3628" y="13583"/>
                    </a:cubicBezTo>
                    <a:cubicBezTo>
                      <a:pt x="3594" y="13583"/>
                      <a:pt x="3561" y="13571"/>
                      <a:pt x="3536" y="13546"/>
                    </a:cubicBezTo>
                    <a:lnTo>
                      <a:pt x="1615" y="11623"/>
                    </a:lnTo>
                    <a:cubicBezTo>
                      <a:pt x="1590" y="11598"/>
                      <a:pt x="1577" y="11567"/>
                      <a:pt x="1577" y="11532"/>
                    </a:cubicBezTo>
                    <a:cubicBezTo>
                      <a:pt x="1577" y="11498"/>
                      <a:pt x="1590" y="11466"/>
                      <a:pt x="1615" y="11441"/>
                    </a:cubicBezTo>
                    <a:lnTo>
                      <a:pt x="2355" y="10701"/>
                    </a:lnTo>
                    <a:cubicBezTo>
                      <a:pt x="2543" y="10513"/>
                      <a:pt x="2593" y="10226"/>
                      <a:pt x="2479" y="9986"/>
                    </a:cubicBezTo>
                    <a:cubicBezTo>
                      <a:pt x="2401" y="9822"/>
                      <a:pt x="2332" y="9654"/>
                      <a:pt x="2272" y="9485"/>
                    </a:cubicBezTo>
                    <a:cubicBezTo>
                      <a:pt x="2181" y="9236"/>
                      <a:pt x="1944" y="9069"/>
                      <a:pt x="1678" y="9069"/>
                    </a:cubicBezTo>
                    <a:lnTo>
                      <a:pt x="632" y="9069"/>
                    </a:lnTo>
                    <a:cubicBezTo>
                      <a:pt x="561" y="9069"/>
                      <a:pt x="503" y="9011"/>
                      <a:pt x="503" y="8940"/>
                    </a:cubicBezTo>
                    <a:lnTo>
                      <a:pt x="503" y="6221"/>
                    </a:lnTo>
                    <a:cubicBezTo>
                      <a:pt x="503" y="6150"/>
                      <a:pt x="561" y="6092"/>
                      <a:pt x="632" y="6092"/>
                    </a:cubicBezTo>
                    <a:lnTo>
                      <a:pt x="1678" y="6092"/>
                    </a:lnTo>
                    <a:cubicBezTo>
                      <a:pt x="1944" y="6092"/>
                      <a:pt x="2181" y="5924"/>
                      <a:pt x="2272" y="5674"/>
                    </a:cubicBezTo>
                    <a:cubicBezTo>
                      <a:pt x="2332" y="5506"/>
                      <a:pt x="2401" y="5339"/>
                      <a:pt x="2479" y="5175"/>
                    </a:cubicBezTo>
                    <a:cubicBezTo>
                      <a:pt x="2593" y="4936"/>
                      <a:pt x="2542" y="4648"/>
                      <a:pt x="2355" y="4460"/>
                    </a:cubicBezTo>
                    <a:lnTo>
                      <a:pt x="1615" y="3720"/>
                    </a:lnTo>
                    <a:cubicBezTo>
                      <a:pt x="1590" y="3695"/>
                      <a:pt x="1577" y="3663"/>
                      <a:pt x="1577" y="3629"/>
                    </a:cubicBezTo>
                    <a:cubicBezTo>
                      <a:pt x="1577" y="3592"/>
                      <a:pt x="1590" y="3561"/>
                      <a:pt x="1615" y="3536"/>
                    </a:cubicBezTo>
                    <a:lnTo>
                      <a:pt x="3536" y="1615"/>
                    </a:lnTo>
                    <a:cubicBezTo>
                      <a:pt x="3561" y="1590"/>
                      <a:pt x="3594" y="1578"/>
                      <a:pt x="3628" y="1578"/>
                    </a:cubicBezTo>
                    <a:cubicBezTo>
                      <a:pt x="3661" y="1578"/>
                      <a:pt x="3695" y="1590"/>
                      <a:pt x="3720" y="1615"/>
                    </a:cubicBezTo>
                    <a:lnTo>
                      <a:pt x="4460" y="2355"/>
                    </a:lnTo>
                    <a:cubicBezTo>
                      <a:pt x="4581" y="2475"/>
                      <a:pt x="4743" y="2539"/>
                      <a:pt x="4907" y="2539"/>
                    </a:cubicBezTo>
                    <a:cubicBezTo>
                      <a:pt x="4998" y="2539"/>
                      <a:pt x="5090" y="2520"/>
                      <a:pt x="5175" y="2479"/>
                    </a:cubicBezTo>
                    <a:cubicBezTo>
                      <a:pt x="5337" y="2401"/>
                      <a:pt x="5505" y="2332"/>
                      <a:pt x="5674" y="2272"/>
                    </a:cubicBezTo>
                    <a:cubicBezTo>
                      <a:pt x="5923" y="2182"/>
                      <a:pt x="6092" y="1944"/>
                      <a:pt x="6092" y="1678"/>
                    </a:cubicBezTo>
                    <a:lnTo>
                      <a:pt x="6092" y="632"/>
                    </a:lnTo>
                    <a:cubicBezTo>
                      <a:pt x="6092" y="561"/>
                      <a:pt x="6150" y="503"/>
                      <a:pt x="6221" y="503"/>
                    </a:cubicBezTo>
                    <a:close/>
                    <a:moveTo>
                      <a:pt x="6221" y="1"/>
                    </a:moveTo>
                    <a:cubicBezTo>
                      <a:pt x="5872" y="1"/>
                      <a:pt x="5590" y="283"/>
                      <a:pt x="5590" y="632"/>
                    </a:cubicBezTo>
                    <a:lnTo>
                      <a:pt x="5590" y="1678"/>
                    </a:lnTo>
                    <a:cubicBezTo>
                      <a:pt x="5590" y="1732"/>
                      <a:pt x="5555" y="1782"/>
                      <a:pt x="5504" y="1800"/>
                    </a:cubicBezTo>
                    <a:cubicBezTo>
                      <a:pt x="5320" y="1866"/>
                      <a:pt x="5137" y="1942"/>
                      <a:pt x="4960" y="2025"/>
                    </a:cubicBezTo>
                    <a:cubicBezTo>
                      <a:pt x="4942" y="2033"/>
                      <a:pt x="4924" y="2037"/>
                      <a:pt x="4905" y="2037"/>
                    </a:cubicBezTo>
                    <a:cubicBezTo>
                      <a:pt x="4872" y="2037"/>
                      <a:pt x="4839" y="2024"/>
                      <a:pt x="4815" y="2000"/>
                    </a:cubicBezTo>
                    <a:lnTo>
                      <a:pt x="4075" y="1260"/>
                    </a:lnTo>
                    <a:cubicBezTo>
                      <a:pt x="3956" y="1141"/>
                      <a:pt x="3797" y="1075"/>
                      <a:pt x="3627" y="1075"/>
                    </a:cubicBezTo>
                    <a:cubicBezTo>
                      <a:pt x="3458" y="1075"/>
                      <a:pt x="3300" y="1141"/>
                      <a:pt x="3181" y="1260"/>
                    </a:cubicBezTo>
                    <a:lnTo>
                      <a:pt x="1260" y="3181"/>
                    </a:lnTo>
                    <a:cubicBezTo>
                      <a:pt x="1141" y="3302"/>
                      <a:pt x="1075" y="3460"/>
                      <a:pt x="1075" y="3629"/>
                    </a:cubicBezTo>
                    <a:cubicBezTo>
                      <a:pt x="1075" y="3797"/>
                      <a:pt x="1141" y="3956"/>
                      <a:pt x="1260" y="4075"/>
                    </a:cubicBezTo>
                    <a:lnTo>
                      <a:pt x="2000" y="4815"/>
                    </a:lnTo>
                    <a:cubicBezTo>
                      <a:pt x="2038" y="4853"/>
                      <a:pt x="2048" y="4911"/>
                      <a:pt x="2024" y="4960"/>
                    </a:cubicBezTo>
                    <a:cubicBezTo>
                      <a:pt x="1940" y="5139"/>
                      <a:pt x="1864" y="5322"/>
                      <a:pt x="1798" y="5506"/>
                    </a:cubicBezTo>
                    <a:cubicBezTo>
                      <a:pt x="1780" y="5555"/>
                      <a:pt x="1732" y="5590"/>
                      <a:pt x="1678" y="5590"/>
                    </a:cubicBezTo>
                    <a:lnTo>
                      <a:pt x="632" y="5590"/>
                    </a:lnTo>
                    <a:cubicBezTo>
                      <a:pt x="283" y="5590"/>
                      <a:pt x="1" y="5874"/>
                      <a:pt x="1" y="6221"/>
                    </a:cubicBezTo>
                    <a:lnTo>
                      <a:pt x="1" y="8940"/>
                    </a:lnTo>
                    <a:cubicBezTo>
                      <a:pt x="1" y="9287"/>
                      <a:pt x="283" y="9571"/>
                      <a:pt x="632" y="9571"/>
                    </a:cubicBezTo>
                    <a:lnTo>
                      <a:pt x="1678" y="9571"/>
                    </a:lnTo>
                    <a:cubicBezTo>
                      <a:pt x="1732" y="9571"/>
                      <a:pt x="1780" y="9606"/>
                      <a:pt x="1798" y="9656"/>
                    </a:cubicBezTo>
                    <a:cubicBezTo>
                      <a:pt x="1864" y="9839"/>
                      <a:pt x="1940" y="10022"/>
                      <a:pt x="2024" y="10201"/>
                    </a:cubicBezTo>
                    <a:cubicBezTo>
                      <a:pt x="2048" y="10249"/>
                      <a:pt x="2038" y="10308"/>
                      <a:pt x="2000" y="10346"/>
                    </a:cubicBezTo>
                    <a:lnTo>
                      <a:pt x="1260" y="11086"/>
                    </a:lnTo>
                    <a:cubicBezTo>
                      <a:pt x="1139" y="11205"/>
                      <a:pt x="1075" y="11364"/>
                      <a:pt x="1075" y="11532"/>
                    </a:cubicBezTo>
                    <a:cubicBezTo>
                      <a:pt x="1075" y="11701"/>
                      <a:pt x="1139" y="11859"/>
                      <a:pt x="1260" y="11978"/>
                    </a:cubicBezTo>
                    <a:lnTo>
                      <a:pt x="3181" y="13901"/>
                    </a:lnTo>
                    <a:cubicBezTo>
                      <a:pt x="3300" y="14020"/>
                      <a:pt x="3458" y="14086"/>
                      <a:pt x="3627" y="14086"/>
                    </a:cubicBezTo>
                    <a:cubicBezTo>
                      <a:pt x="3797" y="14086"/>
                      <a:pt x="3954" y="14020"/>
                      <a:pt x="4075" y="13901"/>
                    </a:cubicBezTo>
                    <a:lnTo>
                      <a:pt x="4813" y="13161"/>
                    </a:lnTo>
                    <a:cubicBezTo>
                      <a:pt x="4839" y="13136"/>
                      <a:pt x="4873" y="13123"/>
                      <a:pt x="4907" y="13123"/>
                    </a:cubicBezTo>
                    <a:cubicBezTo>
                      <a:pt x="4925" y="13123"/>
                      <a:pt x="4943" y="13127"/>
                      <a:pt x="4960" y="13135"/>
                    </a:cubicBezTo>
                    <a:cubicBezTo>
                      <a:pt x="5137" y="13219"/>
                      <a:pt x="5320" y="13295"/>
                      <a:pt x="5504" y="13361"/>
                    </a:cubicBezTo>
                    <a:cubicBezTo>
                      <a:pt x="5555" y="13379"/>
                      <a:pt x="5590" y="13429"/>
                      <a:pt x="5590" y="13483"/>
                    </a:cubicBezTo>
                    <a:lnTo>
                      <a:pt x="5590" y="14529"/>
                    </a:lnTo>
                    <a:cubicBezTo>
                      <a:pt x="5590" y="14876"/>
                      <a:pt x="5872" y="15160"/>
                      <a:pt x="6221" y="15160"/>
                    </a:cubicBezTo>
                    <a:lnTo>
                      <a:pt x="8938" y="15160"/>
                    </a:lnTo>
                    <a:cubicBezTo>
                      <a:pt x="9287" y="15160"/>
                      <a:pt x="9571" y="14876"/>
                      <a:pt x="9571" y="14529"/>
                    </a:cubicBezTo>
                    <a:lnTo>
                      <a:pt x="9571" y="13483"/>
                    </a:lnTo>
                    <a:cubicBezTo>
                      <a:pt x="9571" y="13429"/>
                      <a:pt x="9604" y="13379"/>
                      <a:pt x="9655" y="13361"/>
                    </a:cubicBezTo>
                    <a:cubicBezTo>
                      <a:pt x="9840" y="13295"/>
                      <a:pt x="10022" y="13219"/>
                      <a:pt x="10199" y="13136"/>
                    </a:cubicBezTo>
                    <a:cubicBezTo>
                      <a:pt x="10217" y="13128"/>
                      <a:pt x="10236" y="13124"/>
                      <a:pt x="10255" y="13124"/>
                    </a:cubicBezTo>
                    <a:cubicBezTo>
                      <a:pt x="10289" y="13124"/>
                      <a:pt x="10322" y="13137"/>
                      <a:pt x="10346" y="13161"/>
                    </a:cubicBezTo>
                    <a:lnTo>
                      <a:pt x="11086" y="13901"/>
                    </a:lnTo>
                    <a:cubicBezTo>
                      <a:pt x="11205" y="14020"/>
                      <a:pt x="11364" y="14086"/>
                      <a:pt x="11532" y="14086"/>
                    </a:cubicBezTo>
                    <a:cubicBezTo>
                      <a:pt x="11701" y="14086"/>
                      <a:pt x="11859" y="14020"/>
                      <a:pt x="11978" y="13901"/>
                    </a:cubicBezTo>
                    <a:lnTo>
                      <a:pt x="13901" y="11978"/>
                    </a:lnTo>
                    <a:cubicBezTo>
                      <a:pt x="14020" y="11859"/>
                      <a:pt x="14086" y="11701"/>
                      <a:pt x="14086" y="11532"/>
                    </a:cubicBezTo>
                    <a:cubicBezTo>
                      <a:pt x="14086" y="11364"/>
                      <a:pt x="14020" y="11205"/>
                      <a:pt x="13901" y="11086"/>
                    </a:cubicBezTo>
                    <a:lnTo>
                      <a:pt x="13161" y="10346"/>
                    </a:lnTo>
                    <a:cubicBezTo>
                      <a:pt x="13123" y="10308"/>
                      <a:pt x="13112" y="10249"/>
                      <a:pt x="13135" y="10201"/>
                    </a:cubicBezTo>
                    <a:cubicBezTo>
                      <a:pt x="13219" y="10022"/>
                      <a:pt x="13295" y="9839"/>
                      <a:pt x="13361" y="9656"/>
                    </a:cubicBezTo>
                    <a:cubicBezTo>
                      <a:pt x="13379" y="9604"/>
                      <a:pt x="13429" y="9571"/>
                      <a:pt x="13482" y="9571"/>
                    </a:cubicBezTo>
                    <a:lnTo>
                      <a:pt x="14529" y="9571"/>
                    </a:lnTo>
                    <a:cubicBezTo>
                      <a:pt x="14876" y="9571"/>
                      <a:pt x="15160" y="9287"/>
                      <a:pt x="15160" y="8940"/>
                    </a:cubicBezTo>
                    <a:lnTo>
                      <a:pt x="15160" y="6221"/>
                    </a:lnTo>
                    <a:cubicBezTo>
                      <a:pt x="15160" y="5872"/>
                      <a:pt x="14876" y="5590"/>
                      <a:pt x="14529" y="5590"/>
                    </a:cubicBezTo>
                    <a:lnTo>
                      <a:pt x="13483" y="5590"/>
                    </a:lnTo>
                    <a:cubicBezTo>
                      <a:pt x="13429" y="5590"/>
                      <a:pt x="13379" y="5555"/>
                      <a:pt x="13361" y="5504"/>
                    </a:cubicBezTo>
                    <a:cubicBezTo>
                      <a:pt x="13295" y="5321"/>
                      <a:pt x="13219" y="5137"/>
                      <a:pt x="13136" y="4960"/>
                    </a:cubicBezTo>
                    <a:cubicBezTo>
                      <a:pt x="13113" y="4911"/>
                      <a:pt x="13123" y="4853"/>
                      <a:pt x="13161" y="4813"/>
                    </a:cubicBezTo>
                    <a:lnTo>
                      <a:pt x="13901" y="4075"/>
                    </a:lnTo>
                    <a:cubicBezTo>
                      <a:pt x="14020" y="3954"/>
                      <a:pt x="14086" y="3796"/>
                      <a:pt x="14086" y="3627"/>
                    </a:cubicBezTo>
                    <a:cubicBezTo>
                      <a:pt x="14086" y="3459"/>
                      <a:pt x="14020" y="3300"/>
                      <a:pt x="13901" y="3181"/>
                    </a:cubicBezTo>
                    <a:lnTo>
                      <a:pt x="11978" y="1260"/>
                    </a:lnTo>
                    <a:cubicBezTo>
                      <a:pt x="11859" y="1141"/>
                      <a:pt x="11701" y="1075"/>
                      <a:pt x="11532" y="1075"/>
                    </a:cubicBezTo>
                    <a:cubicBezTo>
                      <a:pt x="11364" y="1075"/>
                      <a:pt x="11205" y="1141"/>
                      <a:pt x="11086" y="1260"/>
                    </a:cubicBezTo>
                    <a:lnTo>
                      <a:pt x="10346" y="2000"/>
                    </a:lnTo>
                    <a:cubicBezTo>
                      <a:pt x="10322" y="2024"/>
                      <a:pt x="10289" y="2037"/>
                      <a:pt x="10255" y="2037"/>
                    </a:cubicBezTo>
                    <a:cubicBezTo>
                      <a:pt x="10237" y="2037"/>
                      <a:pt x="10218" y="2033"/>
                      <a:pt x="10201" y="2025"/>
                    </a:cubicBezTo>
                    <a:cubicBezTo>
                      <a:pt x="10024" y="1942"/>
                      <a:pt x="9840" y="1866"/>
                      <a:pt x="9655" y="1800"/>
                    </a:cubicBezTo>
                    <a:cubicBezTo>
                      <a:pt x="9604" y="1780"/>
                      <a:pt x="9571" y="1732"/>
                      <a:pt x="9571" y="1678"/>
                    </a:cubicBezTo>
                    <a:lnTo>
                      <a:pt x="9571" y="632"/>
                    </a:lnTo>
                    <a:cubicBezTo>
                      <a:pt x="9571" y="283"/>
                      <a:pt x="9287" y="1"/>
                      <a:pt x="8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3" name="Google Shape;193;p26"/>
            <p:cNvSpPr/>
            <p:nvPr/>
          </p:nvSpPr>
          <p:spPr>
            <a:xfrm>
              <a:off x="8699646" y="3050687"/>
              <a:ext cx="96300" cy="960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4" name="Google Shape;194;p26"/>
            <p:cNvGrpSpPr/>
            <p:nvPr/>
          </p:nvGrpSpPr>
          <p:grpSpPr>
            <a:xfrm>
              <a:off x="7165942" y="4077859"/>
              <a:ext cx="1388271" cy="1388226"/>
              <a:chOff x="5708875" y="1687175"/>
              <a:chExt cx="758950" cy="758925"/>
            </a:xfrm>
          </p:grpSpPr>
          <p:sp>
            <p:nvSpPr>
              <p:cNvPr id="195" name="Google Shape;195;p26"/>
              <p:cNvSpPr/>
              <p:nvPr/>
            </p:nvSpPr>
            <p:spPr>
              <a:xfrm>
                <a:off x="5708875" y="1687175"/>
                <a:ext cx="758950" cy="758925"/>
              </a:xfrm>
              <a:custGeom>
                <a:avLst/>
                <a:gdLst/>
                <a:ahLst/>
                <a:cxnLst/>
                <a:rect l="l" t="t" r="r" b="b"/>
                <a:pathLst>
                  <a:path w="30358" h="30357" extrusionOk="0">
                    <a:moveTo>
                      <a:pt x="15157" y="1"/>
                    </a:moveTo>
                    <a:lnTo>
                      <a:pt x="15157" y="315"/>
                    </a:lnTo>
                    <a:lnTo>
                      <a:pt x="15179" y="315"/>
                    </a:lnTo>
                    <a:cubicBezTo>
                      <a:pt x="15329" y="315"/>
                      <a:pt x="15476" y="316"/>
                      <a:pt x="15625" y="321"/>
                    </a:cubicBezTo>
                    <a:lnTo>
                      <a:pt x="15633" y="8"/>
                    </a:lnTo>
                    <a:cubicBezTo>
                      <a:pt x="15483" y="3"/>
                      <a:pt x="15331" y="1"/>
                      <a:pt x="15179" y="1"/>
                    </a:cubicBezTo>
                    <a:close/>
                    <a:moveTo>
                      <a:pt x="13256" y="120"/>
                    </a:moveTo>
                    <a:cubicBezTo>
                      <a:pt x="13097" y="141"/>
                      <a:pt x="12940" y="163"/>
                      <a:pt x="12783" y="188"/>
                    </a:cubicBezTo>
                    <a:lnTo>
                      <a:pt x="12833" y="498"/>
                    </a:lnTo>
                    <a:cubicBezTo>
                      <a:pt x="12986" y="473"/>
                      <a:pt x="13140" y="452"/>
                      <a:pt x="13295" y="432"/>
                    </a:cubicBezTo>
                    <a:lnTo>
                      <a:pt x="13256" y="120"/>
                    </a:lnTo>
                    <a:close/>
                    <a:moveTo>
                      <a:pt x="17531" y="181"/>
                    </a:moveTo>
                    <a:lnTo>
                      <a:pt x="17483" y="492"/>
                    </a:lnTo>
                    <a:cubicBezTo>
                      <a:pt x="17637" y="515"/>
                      <a:pt x="17791" y="541"/>
                      <a:pt x="17943" y="571"/>
                    </a:cubicBezTo>
                    <a:lnTo>
                      <a:pt x="18000" y="262"/>
                    </a:lnTo>
                    <a:cubicBezTo>
                      <a:pt x="17845" y="232"/>
                      <a:pt x="17688" y="206"/>
                      <a:pt x="17531" y="181"/>
                    </a:cubicBezTo>
                    <a:close/>
                    <a:moveTo>
                      <a:pt x="10924" y="606"/>
                    </a:moveTo>
                    <a:cubicBezTo>
                      <a:pt x="10771" y="649"/>
                      <a:pt x="10619" y="696"/>
                      <a:pt x="10469" y="746"/>
                    </a:cubicBezTo>
                    <a:lnTo>
                      <a:pt x="10566" y="1043"/>
                    </a:lnTo>
                    <a:cubicBezTo>
                      <a:pt x="10713" y="995"/>
                      <a:pt x="10862" y="949"/>
                      <a:pt x="11012" y="906"/>
                    </a:cubicBezTo>
                    <a:lnTo>
                      <a:pt x="10924" y="606"/>
                    </a:lnTo>
                    <a:close/>
                    <a:moveTo>
                      <a:pt x="19847" y="731"/>
                    </a:moveTo>
                    <a:lnTo>
                      <a:pt x="19752" y="1030"/>
                    </a:lnTo>
                    <a:cubicBezTo>
                      <a:pt x="19900" y="1078"/>
                      <a:pt x="20047" y="1129"/>
                      <a:pt x="20194" y="1180"/>
                    </a:cubicBezTo>
                    <a:lnTo>
                      <a:pt x="20300" y="886"/>
                    </a:lnTo>
                    <a:cubicBezTo>
                      <a:pt x="20150" y="832"/>
                      <a:pt x="19999" y="781"/>
                      <a:pt x="19847" y="731"/>
                    </a:cubicBezTo>
                    <a:close/>
                    <a:moveTo>
                      <a:pt x="8697" y="1450"/>
                    </a:moveTo>
                    <a:cubicBezTo>
                      <a:pt x="8554" y="1518"/>
                      <a:pt x="8412" y="1587"/>
                      <a:pt x="8271" y="1660"/>
                    </a:cubicBezTo>
                    <a:lnTo>
                      <a:pt x="8413" y="1939"/>
                    </a:lnTo>
                    <a:cubicBezTo>
                      <a:pt x="8552" y="1868"/>
                      <a:pt x="8691" y="1800"/>
                      <a:pt x="8831" y="1734"/>
                    </a:cubicBezTo>
                    <a:lnTo>
                      <a:pt x="8697" y="1450"/>
                    </a:lnTo>
                    <a:close/>
                    <a:moveTo>
                      <a:pt x="22051" y="1641"/>
                    </a:moveTo>
                    <a:lnTo>
                      <a:pt x="21909" y="1921"/>
                    </a:lnTo>
                    <a:cubicBezTo>
                      <a:pt x="22048" y="1992"/>
                      <a:pt x="22185" y="2064"/>
                      <a:pt x="22322" y="2140"/>
                    </a:cubicBezTo>
                    <a:lnTo>
                      <a:pt x="22473" y="1864"/>
                    </a:lnTo>
                    <a:cubicBezTo>
                      <a:pt x="22334" y="1788"/>
                      <a:pt x="22193" y="1714"/>
                      <a:pt x="22051" y="1641"/>
                    </a:cubicBezTo>
                    <a:close/>
                    <a:moveTo>
                      <a:pt x="6632" y="2633"/>
                    </a:moveTo>
                    <a:cubicBezTo>
                      <a:pt x="6502" y="2722"/>
                      <a:pt x="6371" y="2814"/>
                      <a:pt x="6244" y="2907"/>
                    </a:cubicBezTo>
                    <a:lnTo>
                      <a:pt x="6429" y="3161"/>
                    </a:lnTo>
                    <a:cubicBezTo>
                      <a:pt x="6555" y="3069"/>
                      <a:pt x="6682" y="2980"/>
                      <a:pt x="6809" y="2892"/>
                    </a:cubicBezTo>
                    <a:lnTo>
                      <a:pt x="6632" y="2633"/>
                    </a:lnTo>
                    <a:close/>
                    <a:moveTo>
                      <a:pt x="24083" y="2885"/>
                    </a:moveTo>
                    <a:lnTo>
                      <a:pt x="23898" y="3138"/>
                    </a:lnTo>
                    <a:cubicBezTo>
                      <a:pt x="24025" y="3231"/>
                      <a:pt x="24149" y="3323"/>
                      <a:pt x="24273" y="3419"/>
                    </a:cubicBezTo>
                    <a:lnTo>
                      <a:pt x="24465" y="3171"/>
                    </a:lnTo>
                    <a:cubicBezTo>
                      <a:pt x="24339" y="3074"/>
                      <a:pt x="24212" y="2978"/>
                      <a:pt x="24083" y="2885"/>
                    </a:cubicBezTo>
                    <a:close/>
                    <a:moveTo>
                      <a:pt x="4779" y="4124"/>
                    </a:moveTo>
                    <a:cubicBezTo>
                      <a:pt x="4663" y="4234"/>
                      <a:pt x="4549" y="4344"/>
                      <a:pt x="4437" y="4457"/>
                    </a:cubicBezTo>
                    <a:lnTo>
                      <a:pt x="4658" y="4678"/>
                    </a:lnTo>
                    <a:cubicBezTo>
                      <a:pt x="4769" y="4569"/>
                      <a:pt x="4880" y="4460"/>
                      <a:pt x="4994" y="4352"/>
                    </a:cubicBezTo>
                    <a:lnTo>
                      <a:pt x="4779" y="4124"/>
                    </a:lnTo>
                    <a:close/>
                    <a:moveTo>
                      <a:pt x="25896" y="4430"/>
                    </a:moveTo>
                    <a:lnTo>
                      <a:pt x="25674" y="4652"/>
                    </a:lnTo>
                    <a:cubicBezTo>
                      <a:pt x="25785" y="4762"/>
                      <a:pt x="25892" y="4873"/>
                      <a:pt x="26000" y="4987"/>
                    </a:cubicBezTo>
                    <a:lnTo>
                      <a:pt x="26228" y="4772"/>
                    </a:lnTo>
                    <a:cubicBezTo>
                      <a:pt x="26119" y="4656"/>
                      <a:pt x="26008" y="4542"/>
                      <a:pt x="25896" y="4430"/>
                    </a:cubicBezTo>
                    <a:close/>
                    <a:moveTo>
                      <a:pt x="3176" y="5887"/>
                    </a:moveTo>
                    <a:cubicBezTo>
                      <a:pt x="3079" y="6013"/>
                      <a:pt x="2985" y="6140"/>
                      <a:pt x="2890" y="6267"/>
                    </a:cubicBezTo>
                    <a:lnTo>
                      <a:pt x="3145" y="6452"/>
                    </a:lnTo>
                    <a:cubicBezTo>
                      <a:pt x="3236" y="6327"/>
                      <a:pt x="3330" y="6203"/>
                      <a:pt x="3424" y="6079"/>
                    </a:cubicBezTo>
                    <a:lnTo>
                      <a:pt x="3176" y="5887"/>
                    </a:lnTo>
                    <a:close/>
                    <a:moveTo>
                      <a:pt x="27445" y="6238"/>
                    </a:moveTo>
                    <a:lnTo>
                      <a:pt x="27192" y="6423"/>
                    </a:lnTo>
                    <a:cubicBezTo>
                      <a:pt x="27283" y="6548"/>
                      <a:pt x="27373" y="6674"/>
                      <a:pt x="27462" y="6803"/>
                    </a:cubicBezTo>
                    <a:lnTo>
                      <a:pt x="27720" y="6626"/>
                    </a:lnTo>
                    <a:cubicBezTo>
                      <a:pt x="27630" y="6495"/>
                      <a:pt x="27539" y="6365"/>
                      <a:pt x="27445" y="6238"/>
                    </a:cubicBezTo>
                    <a:close/>
                    <a:moveTo>
                      <a:pt x="1869" y="7878"/>
                    </a:moveTo>
                    <a:cubicBezTo>
                      <a:pt x="1792" y="8017"/>
                      <a:pt x="1717" y="8157"/>
                      <a:pt x="1646" y="8299"/>
                    </a:cubicBezTo>
                    <a:lnTo>
                      <a:pt x="1926" y="8441"/>
                    </a:lnTo>
                    <a:cubicBezTo>
                      <a:pt x="1997" y="8303"/>
                      <a:pt x="2069" y="8165"/>
                      <a:pt x="2144" y="8028"/>
                    </a:cubicBezTo>
                    <a:lnTo>
                      <a:pt x="1869" y="7878"/>
                    </a:lnTo>
                    <a:close/>
                    <a:moveTo>
                      <a:pt x="28694" y="8263"/>
                    </a:moveTo>
                    <a:lnTo>
                      <a:pt x="28415" y="8407"/>
                    </a:lnTo>
                    <a:cubicBezTo>
                      <a:pt x="28486" y="8544"/>
                      <a:pt x="28554" y="8684"/>
                      <a:pt x="28620" y="8825"/>
                    </a:cubicBezTo>
                    <a:lnTo>
                      <a:pt x="28904" y="8689"/>
                    </a:lnTo>
                    <a:cubicBezTo>
                      <a:pt x="28836" y="8545"/>
                      <a:pt x="28765" y="8403"/>
                      <a:pt x="28694" y="8263"/>
                    </a:cubicBezTo>
                    <a:close/>
                    <a:moveTo>
                      <a:pt x="890" y="10050"/>
                    </a:moveTo>
                    <a:cubicBezTo>
                      <a:pt x="835" y="10199"/>
                      <a:pt x="784" y="10351"/>
                      <a:pt x="734" y="10503"/>
                    </a:cubicBezTo>
                    <a:lnTo>
                      <a:pt x="1033" y="10599"/>
                    </a:lnTo>
                    <a:cubicBezTo>
                      <a:pt x="1081" y="10450"/>
                      <a:pt x="1133" y="10303"/>
                      <a:pt x="1184" y="10156"/>
                    </a:cubicBezTo>
                    <a:lnTo>
                      <a:pt x="890" y="10050"/>
                    </a:lnTo>
                    <a:close/>
                    <a:moveTo>
                      <a:pt x="29609" y="10460"/>
                    </a:moveTo>
                    <a:lnTo>
                      <a:pt x="29310" y="10558"/>
                    </a:lnTo>
                    <a:cubicBezTo>
                      <a:pt x="29360" y="10705"/>
                      <a:pt x="29405" y="10853"/>
                      <a:pt x="29449" y="11004"/>
                    </a:cubicBezTo>
                    <a:lnTo>
                      <a:pt x="29750" y="10916"/>
                    </a:lnTo>
                    <a:cubicBezTo>
                      <a:pt x="29705" y="10763"/>
                      <a:pt x="29659" y="10611"/>
                      <a:pt x="29609" y="10460"/>
                    </a:cubicBezTo>
                    <a:close/>
                    <a:moveTo>
                      <a:pt x="264" y="12350"/>
                    </a:moveTo>
                    <a:cubicBezTo>
                      <a:pt x="236" y="12505"/>
                      <a:pt x="207" y="12662"/>
                      <a:pt x="183" y="12819"/>
                    </a:cubicBezTo>
                    <a:lnTo>
                      <a:pt x="493" y="12867"/>
                    </a:lnTo>
                    <a:cubicBezTo>
                      <a:pt x="518" y="12714"/>
                      <a:pt x="544" y="12560"/>
                      <a:pt x="573" y="12408"/>
                    </a:cubicBezTo>
                    <a:lnTo>
                      <a:pt x="264" y="12350"/>
                    </a:lnTo>
                    <a:close/>
                    <a:moveTo>
                      <a:pt x="30168" y="12775"/>
                    </a:moveTo>
                    <a:lnTo>
                      <a:pt x="29857" y="12824"/>
                    </a:lnTo>
                    <a:cubicBezTo>
                      <a:pt x="29882" y="12978"/>
                      <a:pt x="29904" y="13132"/>
                      <a:pt x="29923" y="13287"/>
                    </a:cubicBezTo>
                    <a:lnTo>
                      <a:pt x="30236" y="13247"/>
                    </a:lnTo>
                    <a:cubicBezTo>
                      <a:pt x="30216" y="13089"/>
                      <a:pt x="30193" y="12932"/>
                      <a:pt x="30168" y="12775"/>
                    </a:cubicBezTo>
                    <a:close/>
                    <a:moveTo>
                      <a:pt x="8" y="14716"/>
                    </a:moveTo>
                    <a:cubicBezTo>
                      <a:pt x="3" y="14870"/>
                      <a:pt x="1" y="15023"/>
                      <a:pt x="1" y="15179"/>
                    </a:cubicBezTo>
                    <a:lnTo>
                      <a:pt x="1" y="15193"/>
                    </a:lnTo>
                    <a:lnTo>
                      <a:pt x="315" y="15179"/>
                    </a:lnTo>
                    <a:cubicBezTo>
                      <a:pt x="315" y="15027"/>
                      <a:pt x="316" y="14876"/>
                      <a:pt x="321" y="14726"/>
                    </a:cubicBezTo>
                    <a:lnTo>
                      <a:pt x="8" y="14716"/>
                    </a:lnTo>
                    <a:close/>
                    <a:moveTo>
                      <a:pt x="30044" y="15149"/>
                    </a:moveTo>
                    <a:lnTo>
                      <a:pt x="30044" y="15179"/>
                    </a:lnTo>
                    <a:cubicBezTo>
                      <a:pt x="30044" y="15334"/>
                      <a:pt x="30041" y="15491"/>
                      <a:pt x="30036" y="15644"/>
                    </a:cubicBezTo>
                    <a:lnTo>
                      <a:pt x="30350" y="15654"/>
                    </a:lnTo>
                    <a:cubicBezTo>
                      <a:pt x="30355" y="15497"/>
                      <a:pt x="30358" y="15337"/>
                      <a:pt x="30358" y="15177"/>
                    </a:cubicBezTo>
                    <a:lnTo>
                      <a:pt x="30358" y="15149"/>
                    </a:lnTo>
                    <a:close/>
                    <a:moveTo>
                      <a:pt x="432" y="17055"/>
                    </a:moveTo>
                    <a:lnTo>
                      <a:pt x="122" y="17095"/>
                    </a:lnTo>
                    <a:cubicBezTo>
                      <a:pt x="141" y="17254"/>
                      <a:pt x="163" y="17410"/>
                      <a:pt x="188" y="17567"/>
                    </a:cubicBezTo>
                    <a:lnTo>
                      <a:pt x="188" y="17566"/>
                    </a:lnTo>
                    <a:lnTo>
                      <a:pt x="498" y="17518"/>
                    </a:lnTo>
                    <a:cubicBezTo>
                      <a:pt x="473" y="17364"/>
                      <a:pt x="452" y="17211"/>
                      <a:pt x="432" y="17055"/>
                    </a:cubicBezTo>
                    <a:close/>
                    <a:moveTo>
                      <a:pt x="29862" y="17503"/>
                    </a:moveTo>
                    <a:cubicBezTo>
                      <a:pt x="29839" y="17657"/>
                      <a:pt x="29813" y="17810"/>
                      <a:pt x="29783" y="17964"/>
                    </a:cubicBezTo>
                    <a:lnTo>
                      <a:pt x="30092" y="18022"/>
                    </a:lnTo>
                    <a:cubicBezTo>
                      <a:pt x="30122" y="17866"/>
                      <a:pt x="30148" y="17710"/>
                      <a:pt x="30173" y="17553"/>
                    </a:cubicBezTo>
                    <a:lnTo>
                      <a:pt x="29862" y="17503"/>
                    </a:lnTo>
                    <a:close/>
                    <a:moveTo>
                      <a:pt x="905" y="19338"/>
                    </a:moveTo>
                    <a:lnTo>
                      <a:pt x="604" y="19426"/>
                    </a:lnTo>
                    <a:cubicBezTo>
                      <a:pt x="649" y="19580"/>
                      <a:pt x="695" y="19732"/>
                      <a:pt x="744" y="19882"/>
                    </a:cubicBezTo>
                    <a:lnTo>
                      <a:pt x="1043" y="19785"/>
                    </a:lnTo>
                    <a:cubicBezTo>
                      <a:pt x="995" y="19637"/>
                      <a:pt x="949" y="19489"/>
                      <a:pt x="905" y="19338"/>
                    </a:cubicBezTo>
                    <a:close/>
                    <a:moveTo>
                      <a:pt x="29320" y="19771"/>
                    </a:moveTo>
                    <a:cubicBezTo>
                      <a:pt x="29272" y="19920"/>
                      <a:pt x="29221" y="20067"/>
                      <a:pt x="29168" y="20214"/>
                    </a:cubicBezTo>
                    <a:lnTo>
                      <a:pt x="29464" y="20321"/>
                    </a:lnTo>
                    <a:cubicBezTo>
                      <a:pt x="29519" y="20171"/>
                      <a:pt x="29570" y="20019"/>
                      <a:pt x="29619" y="19869"/>
                    </a:cubicBezTo>
                    <a:lnTo>
                      <a:pt x="29320" y="19771"/>
                    </a:lnTo>
                    <a:close/>
                    <a:moveTo>
                      <a:pt x="1732" y="21519"/>
                    </a:moveTo>
                    <a:lnTo>
                      <a:pt x="1448" y="21653"/>
                    </a:lnTo>
                    <a:cubicBezTo>
                      <a:pt x="1516" y="21797"/>
                      <a:pt x="1585" y="21939"/>
                      <a:pt x="1658" y="22081"/>
                    </a:cubicBezTo>
                    <a:lnTo>
                      <a:pt x="1937" y="21937"/>
                    </a:lnTo>
                    <a:cubicBezTo>
                      <a:pt x="1866" y="21798"/>
                      <a:pt x="1798" y="21660"/>
                      <a:pt x="1732" y="21519"/>
                    </a:cubicBezTo>
                    <a:close/>
                    <a:moveTo>
                      <a:pt x="28427" y="21927"/>
                    </a:moveTo>
                    <a:cubicBezTo>
                      <a:pt x="28356" y="22066"/>
                      <a:pt x="28283" y="22205"/>
                      <a:pt x="28207" y="22340"/>
                    </a:cubicBezTo>
                    <a:lnTo>
                      <a:pt x="28483" y="22492"/>
                    </a:lnTo>
                    <a:cubicBezTo>
                      <a:pt x="28559" y="22352"/>
                      <a:pt x="28633" y="22211"/>
                      <a:pt x="28706" y="22069"/>
                    </a:cubicBezTo>
                    <a:lnTo>
                      <a:pt x="28427" y="21927"/>
                    </a:lnTo>
                    <a:close/>
                    <a:moveTo>
                      <a:pt x="2889" y="23541"/>
                    </a:moveTo>
                    <a:lnTo>
                      <a:pt x="2629" y="23718"/>
                    </a:lnTo>
                    <a:cubicBezTo>
                      <a:pt x="2720" y="23849"/>
                      <a:pt x="2811" y="23979"/>
                      <a:pt x="2904" y="24108"/>
                    </a:cubicBezTo>
                    <a:lnTo>
                      <a:pt x="2905" y="24108"/>
                    </a:lnTo>
                    <a:lnTo>
                      <a:pt x="3158" y="23923"/>
                    </a:lnTo>
                    <a:cubicBezTo>
                      <a:pt x="3067" y="23797"/>
                      <a:pt x="2976" y="23670"/>
                      <a:pt x="2889" y="23541"/>
                    </a:cubicBezTo>
                    <a:close/>
                    <a:moveTo>
                      <a:pt x="27206" y="23916"/>
                    </a:moveTo>
                    <a:cubicBezTo>
                      <a:pt x="27113" y="24042"/>
                      <a:pt x="27021" y="24166"/>
                      <a:pt x="26925" y="24290"/>
                    </a:cubicBezTo>
                    <a:lnTo>
                      <a:pt x="27173" y="24481"/>
                    </a:lnTo>
                    <a:cubicBezTo>
                      <a:pt x="27270" y="24356"/>
                      <a:pt x="27366" y="24229"/>
                      <a:pt x="27460" y="24100"/>
                    </a:cubicBezTo>
                    <a:lnTo>
                      <a:pt x="27206" y="23916"/>
                    </a:lnTo>
                    <a:close/>
                    <a:moveTo>
                      <a:pt x="4349" y="25359"/>
                    </a:moveTo>
                    <a:lnTo>
                      <a:pt x="4121" y="25573"/>
                    </a:lnTo>
                    <a:cubicBezTo>
                      <a:pt x="4229" y="25691"/>
                      <a:pt x="4339" y="25805"/>
                      <a:pt x="4452" y="25917"/>
                    </a:cubicBezTo>
                    <a:lnTo>
                      <a:pt x="4675" y="25694"/>
                    </a:lnTo>
                    <a:cubicBezTo>
                      <a:pt x="4564" y="25583"/>
                      <a:pt x="4457" y="25473"/>
                      <a:pt x="4349" y="25359"/>
                    </a:cubicBezTo>
                    <a:close/>
                    <a:moveTo>
                      <a:pt x="25691" y="25689"/>
                    </a:moveTo>
                    <a:cubicBezTo>
                      <a:pt x="25580" y="25798"/>
                      <a:pt x="25468" y="25907"/>
                      <a:pt x="25355" y="26015"/>
                    </a:cubicBezTo>
                    <a:lnTo>
                      <a:pt x="25570" y="26242"/>
                    </a:lnTo>
                    <a:cubicBezTo>
                      <a:pt x="25686" y="26133"/>
                      <a:pt x="25800" y="26023"/>
                      <a:pt x="25912" y="25910"/>
                    </a:cubicBezTo>
                    <a:lnTo>
                      <a:pt x="25691" y="25689"/>
                    </a:lnTo>
                    <a:close/>
                    <a:moveTo>
                      <a:pt x="6074" y="26928"/>
                    </a:moveTo>
                    <a:lnTo>
                      <a:pt x="5882" y="27176"/>
                    </a:lnTo>
                    <a:cubicBezTo>
                      <a:pt x="6008" y="27273"/>
                      <a:pt x="6135" y="27369"/>
                      <a:pt x="6264" y="27463"/>
                    </a:cubicBezTo>
                    <a:lnTo>
                      <a:pt x="6447" y="27209"/>
                    </a:lnTo>
                    <a:cubicBezTo>
                      <a:pt x="6322" y="27118"/>
                      <a:pt x="6198" y="27024"/>
                      <a:pt x="6074" y="26928"/>
                    </a:cubicBezTo>
                    <a:close/>
                    <a:moveTo>
                      <a:pt x="23918" y="27204"/>
                    </a:moveTo>
                    <a:cubicBezTo>
                      <a:pt x="23793" y="27295"/>
                      <a:pt x="23665" y="27384"/>
                      <a:pt x="23536" y="27473"/>
                    </a:cubicBezTo>
                    <a:lnTo>
                      <a:pt x="23713" y="27733"/>
                    </a:lnTo>
                    <a:cubicBezTo>
                      <a:pt x="23845" y="27642"/>
                      <a:pt x="23974" y="27551"/>
                      <a:pt x="24103" y="27458"/>
                    </a:cubicBezTo>
                    <a:lnTo>
                      <a:pt x="23918" y="27204"/>
                    </a:lnTo>
                    <a:close/>
                    <a:moveTo>
                      <a:pt x="8023" y="28210"/>
                    </a:moveTo>
                    <a:lnTo>
                      <a:pt x="7873" y="28484"/>
                    </a:lnTo>
                    <a:cubicBezTo>
                      <a:pt x="8012" y="28562"/>
                      <a:pt x="8152" y="28636"/>
                      <a:pt x="8294" y="28709"/>
                    </a:cubicBezTo>
                    <a:lnTo>
                      <a:pt x="8436" y="28430"/>
                    </a:lnTo>
                    <a:cubicBezTo>
                      <a:pt x="8298" y="28359"/>
                      <a:pt x="8161" y="28284"/>
                      <a:pt x="8023" y="28210"/>
                    </a:cubicBezTo>
                    <a:close/>
                    <a:moveTo>
                      <a:pt x="21932" y="28423"/>
                    </a:moveTo>
                    <a:cubicBezTo>
                      <a:pt x="21794" y="28494"/>
                      <a:pt x="21655" y="28564"/>
                      <a:pt x="21514" y="28630"/>
                    </a:cubicBezTo>
                    <a:lnTo>
                      <a:pt x="21648" y="28912"/>
                    </a:lnTo>
                    <a:cubicBezTo>
                      <a:pt x="21792" y="28845"/>
                      <a:pt x="21934" y="28775"/>
                      <a:pt x="22074" y="28704"/>
                    </a:cubicBezTo>
                    <a:lnTo>
                      <a:pt x="21932" y="28423"/>
                    </a:lnTo>
                    <a:close/>
                    <a:moveTo>
                      <a:pt x="10151" y="29170"/>
                    </a:moveTo>
                    <a:lnTo>
                      <a:pt x="10044" y="29466"/>
                    </a:lnTo>
                    <a:cubicBezTo>
                      <a:pt x="10194" y="29520"/>
                      <a:pt x="10345" y="29571"/>
                      <a:pt x="10497" y="29621"/>
                    </a:cubicBezTo>
                    <a:lnTo>
                      <a:pt x="10594" y="29322"/>
                    </a:lnTo>
                    <a:cubicBezTo>
                      <a:pt x="10445" y="29274"/>
                      <a:pt x="10297" y="29223"/>
                      <a:pt x="10151" y="29170"/>
                    </a:cubicBezTo>
                    <a:close/>
                    <a:moveTo>
                      <a:pt x="19780" y="29317"/>
                    </a:moveTo>
                    <a:cubicBezTo>
                      <a:pt x="19631" y="29365"/>
                      <a:pt x="19482" y="29411"/>
                      <a:pt x="19334" y="29454"/>
                    </a:cubicBezTo>
                    <a:lnTo>
                      <a:pt x="19421" y="29756"/>
                    </a:lnTo>
                    <a:cubicBezTo>
                      <a:pt x="19573" y="29712"/>
                      <a:pt x="19725" y="29666"/>
                      <a:pt x="19877" y="29616"/>
                    </a:cubicBezTo>
                    <a:lnTo>
                      <a:pt x="19780" y="29317"/>
                    </a:lnTo>
                    <a:close/>
                    <a:moveTo>
                      <a:pt x="12401" y="29783"/>
                    </a:moveTo>
                    <a:lnTo>
                      <a:pt x="12344" y="30092"/>
                    </a:lnTo>
                    <a:cubicBezTo>
                      <a:pt x="12499" y="30122"/>
                      <a:pt x="12656" y="30148"/>
                      <a:pt x="12813" y="30173"/>
                    </a:cubicBezTo>
                    <a:lnTo>
                      <a:pt x="12862" y="29862"/>
                    </a:lnTo>
                    <a:cubicBezTo>
                      <a:pt x="12707" y="29839"/>
                      <a:pt x="12555" y="29813"/>
                      <a:pt x="12401" y="29783"/>
                    </a:cubicBezTo>
                    <a:close/>
                    <a:moveTo>
                      <a:pt x="17511" y="29861"/>
                    </a:moveTo>
                    <a:cubicBezTo>
                      <a:pt x="17358" y="29885"/>
                      <a:pt x="17204" y="29907"/>
                      <a:pt x="17049" y="29927"/>
                    </a:cubicBezTo>
                    <a:lnTo>
                      <a:pt x="17088" y="30237"/>
                    </a:lnTo>
                    <a:cubicBezTo>
                      <a:pt x="17247" y="30217"/>
                      <a:pt x="17404" y="30196"/>
                      <a:pt x="17561" y="30171"/>
                    </a:cubicBezTo>
                    <a:lnTo>
                      <a:pt x="17511" y="29861"/>
                    </a:lnTo>
                    <a:close/>
                    <a:moveTo>
                      <a:pt x="14719" y="30036"/>
                    </a:moveTo>
                    <a:lnTo>
                      <a:pt x="14711" y="30350"/>
                    </a:lnTo>
                    <a:cubicBezTo>
                      <a:pt x="14861" y="30355"/>
                      <a:pt x="15013" y="30356"/>
                      <a:pt x="15170" y="30356"/>
                    </a:cubicBezTo>
                    <a:lnTo>
                      <a:pt x="15185" y="30356"/>
                    </a:lnTo>
                    <a:lnTo>
                      <a:pt x="15187" y="30313"/>
                    </a:lnTo>
                    <a:lnTo>
                      <a:pt x="15180" y="30042"/>
                    </a:lnTo>
                    <a:cubicBezTo>
                      <a:pt x="15025" y="30042"/>
                      <a:pt x="14873" y="30041"/>
                      <a:pt x="14719" y="300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26"/>
              <p:cNvSpPr/>
              <p:nvPr/>
            </p:nvSpPr>
            <p:spPr>
              <a:xfrm>
                <a:off x="5909150" y="1887425"/>
                <a:ext cx="358400" cy="358425"/>
              </a:xfrm>
              <a:custGeom>
                <a:avLst/>
                <a:gdLst/>
                <a:ahLst/>
                <a:cxnLst/>
                <a:rect l="l" t="t" r="r" b="b"/>
                <a:pathLst>
                  <a:path w="14336" h="14337" extrusionOk="0">
                    <a:moveTo>
                      <a:pt x="7070" y="0"/>
                    </a:moveTo>
                    <a:lnTo>
                      <a:pt x="7093" y="1694"/>
                    </a:lnTo>
                    <a:lnTo>
                      <a:pt x="7169" y="1694"/>
                    </a:lnTo>
                    <a:cubicBezTo>
                      <a:pt x="10188" y="1694"/>
                      <a:pt x="12644" y="4149"/>
                      <a:pt x="12644" y="7169"/>
                    </a:cubicBezTo>
                    <a:cubicBezTo>
                      <a:pt x="12644" y="10187"/>
                      <a:pt x="10188" y="12644"/>
                      <a:pt x="7169" y="12644"/>
                    </a:cubicBezTo>
                    <a:cubicBezTo>
                      <a:pt x="4149" y="12644"/>
                      <a:pt x="1693" y="10187"/>
                      <a:pt x="1693" y="7169"/>
                    </a:cubicBezTo>
                    <a:cubicBezTo>
                      <a:pt x="1693" y="7142"/>
                      <a:pt x="1693" y="7117"/>
                      <a:pt x="1694" y="7093"/>
                    </a:cubicBezTo>
                    <a:lnTo>
                      <a:pt x="1" y="7069"/>
                    </a:lnTo>
                    <a:cubicBezTo>
                      <a:pt x="1" y="7102"/>
                      <a:pt x="1" y="7136"/>
                      <a:pt x="1" y="7169"/>
                    </a:cubicBezTo>
                    <a:cubicBezTo>
                      <a:pt x="1" y="11120"/>
                      <a:pt x="3216" y="14337"/>
                      <a:pt x="7169" y="14337"/>
                    </a:cubicBezTo>
                    <a:cubicBezTo>
                      <a:pt x="11121" y="14337"/>
                      <a:pt x="14336" y="11120"/>
                      <a:pt x="14336" y="7169"/>
                    </a:cubicBezTo>
                    <a:cubicBezTo>
                      <a:pt x="14336" y="3215"/>
                      <a:pt x="11121" y="0"/>
                      <a:pt x="7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26"/>
              <p:cNvSpPr/>
              <p:nvPr/>
            </p:nvSpPr>
            <p:spPr>
              <a:xfrm>
                <a:off x="6011600" y="1902525"/>
                <a:ext cx="21700" cy="40375"/>
              </a:xfrm>
              <a:custGeom>
                <a:avLst/>
                <a:gdLst/>
                <a:ahLst/>
                <a:cxnLst/>
                <a:rect l="l" t="t" r="r" b="b"/>
                <a:pathLst>
                  <a:path w="868" h="1615" extrusionOk="0">
                    <a:moveTo>
                      <a:pt x="185" y="1"/>
                    </a:moveTo>
                    <a:cubicBezTo>
                      <a:pt x="122" y="29"/>
                      <a:pt x="61" y="57"/>
                      <a:pt x="0" y="85"/>
                    </a:cubicBezTo>
                    <a:lnTo>
                      <a:pt x="725" y="1615"/>
                    </a:lnTo>
                    <a:cubicBezTo>
                      <a:pt x="772" y="1593"/>
                      <a:pt x="819" y="1570"/>
                      <a:pt x="867" y="1549"/>
                    </a:cubicBezTo>
                    <a:lnTo>
                      <a:pt x="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198;p26"/>
              <p:cNvSpPr/>
              <p:nvPr/>
            </p:nvSpPr>
            <p:spPr>
              <a:xfrm>
                <a:off x="5989325" y="1914475"/>
                <a:ext cx="26700" cy="38050"/>
              </a:xfrm>
              <a:custGeom>
                <a:avLst/>
                <a:gdLst/>
                <a:ahLst/>
                <a:cxnLst/>
                <a:rect l="l" t="t" r="r" b="b"/>
                <a:pathLst>
                  <a:path w="1068" h="1522" extrusionOk="0">
                    <a:moveTo>
                      <a:pt x="172" y="0"/>
                    </a:moveTo>
                    <a:cubicBezTo>
                      <a:pt x="115" y="37"/>
                      <a:pt x="57" y="73"/>
                      <a:pt x="1" y="111"/>
                    </a:cubicBezTo>
                    <a:lnTo>
                      <a:pt x="937" y="1522"/>
                    </a:lnTo>
                    <a:cubicBezTo>
                      <a:pt x="980" y="1492"/>
                      <a:pt x="1023" y="1464"/>
                      <a:pt x="1068" y="1436"/>
                    </a:cubicBezTo>
                    <a:lnTo>
                      <a:pt x="1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26"/>
              <p:cNvSpPr/>
              <p:nvPr/>
            </p:nvSpPr>
            <p:spPr>
              <a:xfrm>
                <a:off x="6035425" y="1893950"/>
                <a:ext cx="16250" cy="41850"/>
              </a:xfrm>
              <a:custGeom>
                <a:avLst/>
                <a:gdLst/>
                <a:ahLst/>
                <a:cxnLst/>
                <a:rect l="l" t="t" r="r" b="b"/>
                <a:pathLst>
                  <a:path w="650" h="1674" extrusionOk="0">
                    <a:moveTo>
                      <a:pt x="197" y="0"/>
                    </a:moveTo>
                    <a:cubicBezTo>
                      <a:pt x="131" y="18"/>
                      <a:pt x="65" y="37"/>
                      <a:pt x="0" y="56"/>
                    </a:cubicBezTo>
                    <a:lnTo>
                      <a:pt x="499" y="1674"/>
                    </a:lnTo>
                    <a:cubicBezTo>
                      <a:pt x="549" y="1659"/>
                      <a:pt x="600" y="1644"/>
                      <a:pt x="650" y="1631"/>
                    </a:cubicBezTo>
                    <a:lnTo>
                      <a:pt x="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26"/>
              <p:cNvSpPr/>
              <p:nvPr/>
            </p:nvSpPr>
            <p:spPr>
              <a:xfrm>
                <a:off x="6060375" y="1888875"/>
                <a:ext cx="10475" cy="42550"/>
              </a:xfrm>
              <a:custGeom>
                <a:avLst/>
                <a:gdLst/>
                <a:ahLst/>
                <a:cxnLst/>
                <a:rect l="l" t="t" r="r" b="b"/>
                <a:pathLst>
                  <a:path w="419" h="1702" extrusionOk="0">
                    <a:moveTo>
                      <a:pt x="202" y="0"/>
                    </a:moveTo>
                    <a:cubicBezTo>
                      <a:pt x="134" y="10"/>
                      <a:pt x="66" y="18"/>
                      <a:pt x="0" y="30"/>
                    </a:cubicBezTo>
                    <a:lnTo>
                      <a:pt x="261" y="1702"/>
                    </a:lnTo>
                    <a:cubicBezTo>
                      <a:pt x="312" y="1693"/>
                      <a:pt x="365" y="1687"/>
                      <a:pt x="418" y="1680"/>
                    </a:cubicBezTo>
                    <a:lnTo>
                      <a:pt x="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6"/>
              <p:cNvSpPr/>
              <p:nvPr/>
            </p:nvSpPr>
            <p:spPr>
              <a:xfrm>
                <a:off x="5969100" y="1929500"/>
                <a:ext cx="31125" cy="34975"/>
              </a:xfrm>
              <a:custGeom>
                <a:avLst/>
                <a:gdLst/>
                <a:ahLst/>
                <a:cxnLst/>
                <a:rect l="l" t="t" r="r" b="b"/>
                <a:pathLst>
                  <a:path w="1245" h="1399" extrusionOk="0">
                    <a:moveTo>
                      <a:pt x="155" y="1"/>
                    </a:moveTo>
                    <a:cubicBezTo>
                      <a:pt x="102" y="45"/>
                      <a:pt x="51" y="90"/>
                      <a:pt x="0" y="134"/>
                    </a:cubicBezTo>
                    <a:lnTo>
                      <a:pt x="1127" y="1398"/>
                    </a:lnTo>
                    <a:cubicBezTo>
                      <a:pt x="1166" y="1364"/>
                      <a:pt x="1204" y="1329"/>
                      <a:pt x="1244" y="1296"/>
                    </a:cubicBezTo>
                    <a:lnTo>
                      <a:pt x="1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26"/>
              <p:cNvSpPr/>
              <p:nvPr/>
            </p:nvSpPr>
            <p:spPr>
              <a:xfrm>
                <a:off x="5915650" y="2013725"/>
                <a:ext cx="41900" cy="16250"/>
              </a:xfrm>
              <a:custGeom>
                <a:avLst/>
                <a:gdLst/>
                <a:ahLst/>
                <a:cxnLst/>
                <a:rect l="l" t="t" r="r" b="b"/>
                <a:pathLst>
                  <a:path w="1676" h="650" extrusionOk="0">
                    <a:moveTo>
                      <a:pt x="58" y="0"/>
                    </a:moveTo>
                    <a:cubicBezTo>
                      <a:pt x="38" y="66"/>
                      <a:pt x="18" y="131"/>
                      <a:pt x="0" y="197"/>
                    </a:cubicBezTo>
                    <a:lnTo>
                      <a:pt x="1631" y="649"/>
                    </a:lnTo>
                    <a:cubicBezTo>
                      <a:pt x="1646" y="598"/>
                      <a:pt x="1661" y="549"/>
                      <a:pt x="1675" y="499"/>
                    </a:cubicBezTo>
                    <a:lnTo>
                      <a:pt x="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6"/>
              <p:cNvSpPr/>
              <p:nvPr/>
            </p:nvSpPr>
            <p:spPr>
              <a:xfrm>
                <a:off x="5910600" y="2038675"/>
                <a:ext cx="42525" cy="10475"/>
              </a:xfrm>
              <a:custGeom>
                <a:avLst/>
                <a:gdLst/>
                <a:ahLst/>
                <a:cxnLst/>
                <a:rect l="l" t="t" r="r" b="b"/>
                <a:pathLst>
                  <a:path w="1701" h="419" extrusionOk="0">
                    <a:moveTo>
                      <a:pt x="29" y="0"/>
                    </a:moveTo>
                    <a:cubicBezTo>
                      <a:pt x="19" y="68"/>
                      <a:pt x="9" y="136"/>
                      <a:pt x="1" y="203"/>
                    </a:cubicBezTo>
                    <a:lnTo>
                      <a:pt x="1679" y="418"/>
                    </a:lnTo>
                    <a:cubicBezTo>
                      <a:pt x="1686" y="365"/>
                      <a:pt x="1694" y="314"/>
                      <a:pt x="1701" y="263"/>
                    </a:cubicBezTo>
                    <a:lnTo>
                      <a:pt x="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6"/>
              <p:cNvSpPr/>
              <p:nvPr/>
            </p:nvSpPr>
            <p:spPr>
              <a:xfrm>
                <a:off x="5951250" y="1947300"/>
                <a:ext cx="34950" cy="31175"/>
              </a:xfrm>
              <a:custGeom>
                <a:avLst/>
                <a:gdLst/>
                <a:ahLst/>
                <a:cxnLst/>
                <a:rect l="l" t="t" r="r" b="b"/>
                <a:pathLst>
                  <a:path w="1398" h="1247" extrusionOk="0">
                    <a:moveTo>
                      <a:pt x="136" y="1"/>
                    </a:moveTo>
                    <a:cubicBezTo>
                      <a:pt x="90" y="52"/>
                      <a:pt x="45" y="103"/>
                      <a:pt x="0" y="156"/>
                    </a:cubicBezTo>
                    <a:lnTo>
                      <a:pt x="1296" y="1246"/>
                    </a:lnTo>
                    <a:cubicBezTo>
                      <a:pt x="1329" y="1207"/>
                      <a:pt x="1363" y="1167"/>
                      <a:pt x="1398" y="1129"/>
                    </a:cubicBezTo>
                    <a:lnTo>
                      <a:pt x="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6"/>
              <p:cNvSpPr/>
              <p:nvPr/>
            </p:nvSpPr>
            <p:spPr>
              <a:xfrm>
                <a:off x="5936200" y="1967550"/>
                <a:ext cx="38075" cy="26750"/>
              </a:xfrm>
              <a:custGeom>
                <a:avLst/>
                <a:gdLst/>
                <a:ahLst/>
                <a:cxnLst/>
                <a:rect l="l" t="t" r="r" b="b"/>
                <a:pathLst>
                  <a:path w="1523" h="1070" extrusionOk="0">
                    <a:moveTo>
                      <a:pt x="112" y="0"/>
                    </a:moveTo>
                    <a:cubicBezTo>
                      <a:pt x="74" y="58"/>
                      <a:pt x="37" y="116"/>
                      <a:pt x="1" y="174"/>
                    </a:cubicBezTo>
                    <a:lnTo>
                      <a:pt x="1437" y="1069"/>
                    </a:lnTo>
                    <a:cubicBezTo>
                      <a:pt x="1465" y="1024"/>
                      <a:pt x="1493" y="982"/>
                      <a:pt x="1523" y="939"/>
                    </a:cubicBezTo>
                    <a:lnTo>
                      <a:pt x="1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6"/>
              <p:cNvSpPr/>
              <p:nvPr/>
            </p:nvSpPr>
            <p:spPr>
              <a:xfrm>
                <a:off x="5924225" y="1989850"/>
                <a:ext cx="40375" cy="21700"/>
              </a:xfrm>
              <a:custGeom>
                <a:avLst/>
                <a:gdLst/>
                <a:ahLst/>
                <a:cxnLst/>
                <a:rect l="l" t="t" r="r" b="b"/>
                <a:pathLst>
                  <a:path w="1615" h="868" extrusionOk="0">
                    <a:moveTo>
                      <a:pt x="87" y="0"/>
                    </a:moveTo>
                    <a:cubicBezTo>
                      <a:pt x="57" y="61"/>
                      <a:pt x="29" y="124"/>
                      <a:pt x="1" y="187"/>
                    </a:cubicBezTo>
                    <a:lnTo>
                      <a:pt x="1551" y="868"/>
                    </a:lnTo>
                    <a:cubicBezTo>
                      <a:pt x="1572" y="821"/>
                      <a:pt x="1593" y="774"/>
                      <a:pt x="1615" y="727"/>
                    </a:cubicBezTo>
                    <a:lnTo>
                      <a:pt x="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07" name="Google Shape;207;p26"/>
            <p:cNvSpPr/>
            <p:nvPr/>
          </p:nvSpPr>
          <p:spPr>
            <a:xfrm>
              <a:off x="7817732" y="4729687"/>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08" name="Google Shape;208;p26"/>
            <p:cNvCxnSpPr>
              <a:stCxn id="182" idx="5"/>
              <a:endCxn id="207" idx="1"/>
            </p:cNvCxnSpPr>
            <p:nvPr/>
          </p:nvCxnSpPr>
          <p:spPr>
            <a:xfrm>
              <a:off x="7167773" y="3510231"/>
              <a:ext cx="662400" cy="1231800"/>
            </a:xfrm>
            <a:prstGeom prst="straightConnector1">
              <a:avLst/>
            </a:prstGeom>
            <a:noFill/>
            <a:ln w="19050" cap="flat" cmpd="sng">
              <a:solidFill>
                <a:schemeClr val="dk1"/>
              </a:solidFill>
              <a:prstDash val="solid"/>
              <a:round/>
              <a:headEnd type="none" w="med" len="med"/>
              <a:tailEnd type="none" w="med" len="med"/>
            </a:ln>
          </p:spPr>
        </p:cxnSp>
        <p:cxnSp>
          <p:nvCxnSpPr>
            <p:cNvPr id="209" name="Google Shape;209;p26"/>
            <p:cNvCxnSpPr>
              <a:stCxn id="182" idx="6"/>
              <a:endCxn id="193" idx="2"/>
            </p:cNvCxnSpPr>
            <p:nvPr/>
          </p:nvCxnSpPr>
          <p:spPr>
            <a:xfrm rot="10800000" flipH="1">
              <a:off x="7187719" y="3098777"/>
              <a:ext cx="1512000" cy="363300"/>
            </a:xfrm>
            <a:prstGeom prst="straightConnector1">
              <a:avLst/>
            </a:prstGeom>
            <a:noFill/>
            <a:ln w="19050" cap="flat" cmpd="sng">
              <a:solidFill>
                <a:schemeClr val="dk1"/>
              </a:solidFill>
              <a:prstDash val="solid"/>
              <a:round/>
              <a:headEnd type="none" w="med" len="med"/>
              <a:tailEnd type="none" w="med" len="med"/>
            </a:ln>
          </p:spPr>
        </p:cxnSp>
        <p:cxnSp>
          <p:nvCxnSpPr>
            <p:cNvPr id="210" name="Google Shape;210;p26"/>
            <p:cNvCxnSpPr>
              <a:stCxn id="193" idx="4"/>
              <a:endCxn id="207" idx="7"/>
            </p:cNvCxnSpPr>
            <p:nvPr/>
          </p:nvCxnSpPr>
          <p:spPr>
            <a:xfrm flipH="1">
              <a:off x="7890096" y="3146687"/>
              <a:ext cx="857700" cy="1595400"/>
            </a:xfrm>
            <a:prstGeom prst="straightConnector1">
              <a:avLst/>
            </a:prstGeom>
            <a:noFill/>
            <a:ln w="19050" cap="flat" cmpd="sng">
              <a:solidFill>
                <a:schemeClr val="dk1"/>
              </a:solidFill>
              <a:prstDash val="solid"/>
              <a:round/>
              <a:headEnd type="none" w="med" len="med"/>
              <a:tailEnd type="none" w="med" len="med"/>
            </a:ln>
          </p:spPr>
        </p:cxnSp>
        <p:cxnSp>
          <p:nvCxnSpPr>
            <p:cNvPr id="211" name="Google Shape;211;p26"/>
            <p:cNvCxnSpPr>
              <a:stCxn id="182" idx="3"/>
            </p:cNvCxnSpPr>
            <p:nvPr/>
          </p:nvCxnSpPr>
          <p:spPr>
            <a:xfrm flipH="1">
              <a:off x="6605565" y="3510231"/>
              <a:ext cx="465900" cy="1763100"/>
            </a:xfrm>
            <a:prstGeom prst="straightConnector1">
              <a:avLst/>
            </a:prstGeom>
            <a:noFill/>
            <a:ln w="19050" cap="flat" cmpd="sng">
              <a:solidFill>
                <a:schemeClr val="dk1"/>
              </a:solidFill>
              <a:prstDash val="solid"/>
              <a:round/>
              <a:headEnd type="none" w="med" len="med"/>
              <a:tailEnd type="none" w="med" len="med"/>
            </a:ln>
          </p:spPr>
        </p:cxnSp>
        <p:cxnSp>
          <p:nvCxnSpPr>
            <p:cNvPr id="212" name="Google Shape;212;p26"/>
            <p:cNvCxnSpPr>
              <a:stCxn id="207" idx="6"/>
            </p:cNvCxnSpPr>
            <p:nvPr/>
          </p:nvCxnSpPr>
          <p:spPr>
            <a:xfrm>
              <a:off x="7902632" y="4771987"/>
              <a:ext cx="1285800" cy="2373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solidFill>
          <a:schemeClr val="dk1"/>
        </a:solidFill>
        <a:effectLst/>
      </p:bgPr>
    </p:bg>
    <p:spTree>
      <p:nvGrpSpPr>
        <p:cNvPr id="1" name="Shape 213"/>
        <p:cNvGrpSpPr/>
        <p:nvPr/>
      </p:nvGrpSpPr>
      <p:grpSpPr>
        <a:xfrm>
          <a:off x="0" y="0"/>
          <a:ext cx="0" cy="0"/>
          <a:chOff x="0" y="0"/>
          <a:chExt cx="0" cy="0"/>
        </a:xfrm>
      </p:grpSpPr>
      <p:grpSp>
        <p:nvGrpSpPr>
          <p:cNvPr id="214" name="Google Shape;214;p27"/>
          <p:cNvGrpSpPr/>
          <p:nvPr/>
        </p:nvGrpSpPr>
        <p:grpSpPr>
          <a:xfrm>
            <a:off x="-212420" y="2760723"/>
            <a:ext cx="2843422" cy="2447099"/>
            <a:chOff x="-822020" y="3675123"/>
            <a:chExt cx="2843422" cy="2447099"/>
          </a:xfrm>
        </p:grpSpPr>
        <p:grpSp>
          <p:nvGrpSpPr>
            <p:cNvPr id="215" name="Google Shape;215;p27"/>
            <p:cNvGrpSpPr/>
            <p:nvPr/>
          </p:nvGrpSpPr>
          <p:grpSpPr>
            <a:xfrm flipH="1">
              <a:off x="460835" y="4337895"/>
              <a:ext cx="1560567" cy="1561202"/>
              <a:chOff x="6644550" y="3312875"/>
              <a:chExt cx="737125" cy="737425"/>
            </a:xfrm>
          </p:grpSpPr>
          <p:sp>
            <p:nvSpPr>
              <p:cNvPr id="216" name="Google Shape;216;p27"/>
              <p:cNvSpPr/>
              <p:nvPr/>
            </p:nvSpPr>
            <p:spPr>
              <a:xfrm>
                <a:off x="6766750" y="3435950"/>
                <a:ext cx="491800" cy="491800"/>
              </a:xfrm>
              <a:custGeom>
                <a:avLst/>
                <a:gdLst/>
                <a:ahLst/>
                <a:cxnLst/>
                <a:rect l="l" t="t" r="r" b="b"/>
                <a:pathLst>
                  <a:path w="19672" h="19672" extrusionOk="0">
                    <a:moveTo>
                      <a:pt x="9835" y="3807"/>
                    </a:moveTo>
                    <a:cubicBezTo>
                      <a:pt x="13161" y="3807"/>
                      <a:pt x="15866" y="6511"/>
                      <a:pt x="15866" y="9837"/>
                    </a:cubicBezTo>
                    <a:cubicBezTo>
                      <a:pt x="15866" y="13161"/>
                      <a:pt x="13161" y="15865"/>
                      <a:pt x="9835" y="15865"/>
                    </a:cubicBezTo>
                    <a:cubicBezTo>
                      <a:pt x="6511" y="15865"/>
                      <a:pt x="3805" y="13161"/>
                      <a:pt x="3805" y="9837"/>
                    </a:cubicBezTo>
                    <a:cubicBezTo>
                      <a:pt x="3805" y="6511"/>
                      <a:pt x="6511" y="3807"/>
                      <a:pt x="9835" y="3807"/>
                    </a:cubicBezTo>
                    <a:close/>
                    <a:moveTo>
                      <a:pt x="9835" y="3354"/>
                    </a:moveTo>
                    <a:cubicBezTo>
                      <a:pt x="6262" y="3354"/>
                      <a:pt x="3353" y="6262"/>
                      <a:pt x="3353" y="9837"/>
                    </a:cubicBezTo>
                    <a:cubicBezTo>
                      <a:pt x="3353" y="13410"/>
                      <a:pt x="6262" y="16318"/>
                      <a:pt x="9835" y="16318"/>
                    </a:cubicBezTo>
                    <a:cubicBezTo>
                      <a:pt x="13411" y="16318"/>
                      <a:pt x="16318" y="13410"/>
                      <a:pt x="16318" y="9837"/>
                    </a:cubicBezTo>
                    <a:cubicBezTo>
                      <a:pt x="16318" y="6262"/>
                      <a:pt x="13411" y="3354"/>
                      <a:pt x="9835" y="3354"/>
                    </a:cubicBezTo>
                    <a:close/>
                    <a:moveTo>
                      <a:pt x="9835" y="453"/>
                    </a:moveTo>
                    <a:cubicBezTo>
                      <a:pt x="9976" y="453"/>
                      <a:pt x="10123" y="456"/>
                      <a:pt x="10286" y="466"/>
                    </a:cubicBezTo>
                    <a:lnTo>
                      <a:pt x="10153" y="2323"/>
                    </a:lnTo>
                    <a:lnTo>
                      <a:pt x="10379" y="2338"/>
                    </a:lnTo>
                    <a:cubicBezTo>
                      <a:pt x="11512" y="2421"/>
                      <a:pt x="12588" y="2750"/>
                      <a:pt x="13572" y="3316"/>
                    </a:cubicBezTo>
                    <a:lnTo>
                      <a:pt x="13769" y="3429"/>
                    </a:lnTo>
                    <a:lnTo>
                      <a:pt x="14696" y="1816"/>
                    </a:lnTo>
                    <a:cubicBezTo>
                      <a:pt x="16183" y="2718"/>
                      <a:pt x="17377" y="3999"/>
                      <a:pt x="18173" y="5537"/>
                    </a:cubicBezTo>
                    <a:lnTo>
                      <a:pt x="16500" y="6351"/>
                    </a:lnTo>
                    <a:lnTo>
                      <a:pt x="16599" y="6554"/>
                    </a:lnTo>
                    <a:cubicBezTo>
                      <a:pt x="17096" y="7572"/>
                      <a:pt x="17349" y="8666"/>
                      <a:pt x="17354" y="9806"/>
                    </a:cubicBezTo>
                    <a:lnTo>
                      <a:pt x="17354" y="10030"/>
                    </a:lnTo>
                    <a:lnTo>
                      <a:pt x="19218" y="10030"/>
                    </a:lnTo>
                    <a:cubicBezTo>
                      <a:pt x="19181" y="11778"/>
                      <a:pt x="18664" y="13463"/>
                      <a:pt x="17713" y="14929"/>
                    </a:cubicBezTo>
                    <a:lnTo>
                      <a:pt x="16176" y="13880"/>
                    </a:lnTo>
                    <a:lnTo>
                      <a:pt x="16049" y="14066"/>
                    </a:lnTo>
                    <a:cubicBezTo>
                      <a:pt x="15416" y="14993"/>
                      <a:pt x="14567" y="15779"/>
                      <a:pt x="13596" y="16344"/>
                    </a:cubicBezTo>
                    <a:lnTo>
                      <a:pt x="13401" y="16457"/>
                    </a:lnTo>
                    <a:lnTo>
                      <a:pt x="14332" y="18068"/>
                    </a:lnTo>
                    <a:cubicBezTo>
                      <a:pt x="12956" y="18823"/>
                      <a:pt x="11407" y="19219"/>
                      <a:pt x="9835" y="19219"/>
                    </a:cubicBezTo>
                    <a:cubicBezTo>
                      <a:pt x="9688" y="19219"/>
                      <a:pt x="9536" y="19216"/>
                      <a:pt x="9370" y="19206"/>
                    </a:cubicBezTo>
                    <a:lnTo>
                      <a:pt x="9368" y="19206"/>
                    </a:lnTo>
                    <a:lnTo>
                      <a:pt x="9503" y="17351"/>
                    </a:lnTo>
                    <a:lnTo>
                      <a:pt x="9279" y="17334"/>
                    </a:lnTo>
                    <a:cubicBezTo>
                      <a:pt x="8144" y="17250"/>
                      <a:pt x="7070" y="16919"/>
                      <a:pt x="6087" y="16351"/>
                    </a:cubicBezTo>
                    <a:lnTo>
                      <a:pt x="5890" y="16237"/>
                    </a:lnTo>
                    <a:lnTo>
                      <a:pt x="4960" y="17850"/>
                    </a:lnTo>
                    <a:cubicBezTo>
                      <a:pt x="3475" y="16944"/>
                      <a:pt x="2282" y="15662"/>
                      <a:pt x="1489" y="14122"/>
                    </a:cubicBezTo>
                    <a:lnTo>
                      <a:pt x="3164" y="13311"/>
                    </a:lnTo>
                    <a:lnTo>
                      <a:pt x="3065" y="13108"/>
                    </a:lnTo>
                    <a:cubicBezTo>
                      <a:pt x="2570" y="12087"/>
                      <a:pt x="2318" y="10993"/>
                      <a:pt x="2315" y="9852"/>
                    </a:cubicBezTo>
                    <a:lnTo>
                      <a:pt x="2315" y="9627"/>
                    </a:lnTo>
                    <a:lnTo>
                      <a:pt x="453" y="9627"/>
                    </a:lnTo>
                    <a:cubicBezTo>
                      <a:pt x="493" y="7889"/>
                      <a:pt x="1007" y="6216"/>
                      <a:pt x="1948" y="4757"/>
                    </a:cubicBezTo>
                    <a:lnTo>
                      <a:pt x="3488" y="5804"/>
                    </a:lnTo>
                    <a:lnTo>
                      <a:pt x="3615" y="5618"/>
                    </a:lnTo>
                    <a:cubicBezTo>
                      <a:pt x="4245" y="4691"/>
                      <a:pt x="5092" y="3901"/>
                      <a:pt x="6064" y="3336"/>
                    </a:cubicBezTo>
                    <a:lnTo>
                      <a:pt x="6259" y="3222"/>
                    </a:lnTo>
                    <a:lnTo>
                      <a:pt x="5324" y="1613"/>
                    </a:lnTo>
                    <a:cubicBezTo>
                      <a:pt x="6703" y="853"/>
                      <a:pt x="8258" y="453"/>
                      <a:pt x="9835" y="453"/>
                    </a:cubicBezTo>
                    <a:close/>
                    <a:moveTo>
                      <a:pt x="9835" y="0"/>
                    </a:moveTo>
                    <a:cubicBezTo>
                      <a:pt x="8104" y="0"/>
                      <a:pt x="6397" y="461"/>
                      <a:pt x="4901" y="1334"/>
                    </a:cubicBezTo>
                    <a:lnTo>
                      <a:pt x="4704" y="1448"/>
                    </a:lnTo>
                    <a:lnTo>
                      <a:pt x="5642" y="3062"/>
                    </a:lnTo>
                    <a:cubicBezTo>
                      <a:pt x="4759" y="3610"/>
                      <a:pt x="3980" y="4336"/>
                      <a:pt x="3371" y="5176"/>
                    </a:cubicBezTo>
                    <a:lnTo>
                      <a:pt x="1828" y="4127"/>
                    </a:lnTo>
                    <a:lnTo>
                      <a:pt x="1701" y="4314"/>
                    </a:lnTo>
                    <a:cubicBezTo>
                      <a:pt x="589" y="5948"/>
                      <a:pt x="1" y="7858"/>
                      <a:pt x="1" y="9852"/>
                    </a:cubicBezTo>
                    <a:lnTo>
                      <a:pt x="1" y="10078"/>
                    </a:lnTo>
                    <a:lnTo>
                      <a:pt x="1867" y="10078"/>
                    </a:lnTo>
                    <a:cubicBezTo>
                      <a:pt x="1899" y="11131"/>
                      <a:pt x="2132" y="12145"/>
                      <a:pt x="2563" y="13100"/>
                    </a:cubicBezTo>
                    <a:lnTo>
                      <a:pt x="883" y="13913"/>
                    </a:lnTo>
                    <a:lnTo>
                      <a:pt x="982" y="14117"/>
                    </a:lnTo>
                    <a:cubicBezTo>
                      <a:pt x="1844" y="15897"/>
                      <a:pt x="3211" y="17362"/>
                      <a:pt x="4929" y="18357"/>
                    </a:cubicBezTo>
                    <a:lnTo>
                      <a:pt x="5125" y="18469"/>
                    </a:lnTo>
                    <a:lnTo>
                      <a:pt x="6057" y="16853"/>
                    </a:lnTo>
                    <a:cubicBezTo>
                      <a:pt x="6981" y="17352"/>
                      <a:pt x="7975" y="17658"/>
                      <a:pt x="9021" y="17765"/>
                    </a:cubicBezTo>
                    <a:lnTo>
                      <a:pt x="8884" y="19626"/>
                    </a:lnTo>
                    <a:lnTo>
                      <a:pt x="9110" y="19642"/>
                    </a:lnTo>
                    <a:cubicBezTo>
                      <a:pt x="9384" y="19664"/>
                      <a:pt x="9614" y="19672"/>
                      <a:pt x="9835" y="19672"/>
                    </a:cubicBezTo>
                    <a:cubicBezTo>
                      <a:pt x="11562" y="19672"/>
                      <a:pt x="13264" y="19214"/>
                      <a:pt x="14755" y="18347"/>
                    </a:cubicBezTo>
                    <a:lnTo>
                      <a:pt x="14952" y="18234"/>
                    </a:lnTo>
                    <a:lnTo>
                      <a:pt x="14015" y="16619"/>
                    </a:lnTo>
                    <a:cubicBezTo>
                      <a:pt x="14901" y="16070"/>
                      <a:pt x="15680" y="15347"/>
                      <a:pt x="16292" y="14506"/>
                    </a:cubicBezTo>
                    <a:lnTo>
                      <a:pt x="17833" y="15558"/>
                    </a:lnTo>
                    <a:lnTo>
                      <a:pt x="17960" y="15371"/>
                    </a:lnTo>
                    <a:cubicBezTo>
                      <a:pt x="19079" y="13734"/>
                      <a:pt x="19672" y="11819"/>
                      <a:pt x="19672" y="9835"/>
                    </a:cubicBezTo>
                    <a:lnTo>
                      <a:pt x="19670" y="9578"/>
                    </a:lnTo>
                    <a:lnTo>
                      <a:pt x="17802" y="9578"/>
                    </a:lnTo>
                    <a:cubicBezTo>
                      <a:pt x="17769" y="8527"/>
                      <a:pt x="17534" y="7514"/>
                      <a:pt x="17103" y="6561"/>
                    </a:cubicBezTo>
                    <a:lnTo>
                      <a:pt x="18781" y="5745"/>
                    </a:lnTo>
                    <a:lnTo>
                      <a:pt x="18682" y="5540"/>
                    </a:lnTo>
                    <a:cubicBezTo>
                      <a:pt x="17815" y="3762"/>
                      <a:pt x="16449" y="2299"/>
                      <a:pt x="14727" y="1309"/>
                    </a:cubicBezTo>
                    <a:lnTo>
                      <a:pt x="14531" y="1195"/>
                    </a:lnTo>
                    <a:lnTo>
                      <a:pt x="13601" y="2814"/>
                    </a:lnTo>
                    <a:cubicBezTo>
                      <a:pt x="12677" y="2315"/>
                      <a:pt x="11682" y="2011"/>
                      <a:pt x="10637" y="1907"/>
                    </a:cubicBezTo>
                    <a:lnTo>
                      <a:pt x="10769" y="45"/>
                    </a:lnTo>
                    <a:lnTo>
                      <a:pt x="10544" y="29"/>
                    </a:lnTo>
                    <a:cubicBezTo>
                      <a:pt x="10275" y="10"/>
                      <a:pt x="10050" y="0"/>
                      <a:pt x="9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27"/>
              <p:cNvSpPr/>
              <p:nvPr/>
            </p:nvSpPr>
            <p:spPr>
              <a:xfrm>
                <a:off x="7230275" y="3518500"/>
                <a:ext cx="95075" cy="187625"/>
              </a:xfrm>
              <a:custGeom>
                <a:avLst/>
                <a:gdLst/>
                <a:ahLst/>
                <a:cxnLst/>
                <a:rect l="l" t="t" r="r" b="b"/>
                <a:pathLst>
                  <a:path w="3803" h="7505" extrusionOk="0">
                    <a:moveTo>
                      <a:pt x="1655" y="622"/>
                    </a:moveTo>
                    <a:cubicBezTo>
                      <a:pt x="2770" y="2575"/>
                      <a:pt x="3305" y="4780"/>
                      <a:pt x="3214" y="7026"/>
                    </a:cubicBezTo>
                    <a:lnTo>
                      <a:pt x="2013" y="6955"/>
                    </a:lnTo>
                    <a:lnTo>
                      <a:pt x="2015" y="6955"/>
                    </a:lnTo>
                    <a:cubicBezTo>
                      <a:pt x="2089" y="4952"/>
                      <a:pt x="1610" y="2986"/>
                      <a:pt x="620" y="1237"/>
                    </a:cubicBezTo>
                    <a:lnTo>
                      <a:pt x="1655" y="622"/>
                    </a:lnTo>
                    <a:close/>
                    <a:moveTo>
                      <a:pt x="1813" y="1"/>
                    </a:moveTo>
                    <a:lnTo>
                      <a:pt x="1" y="1080"/>
                    </a:lnTo>
                    <a:lnTo>
                      <a:pt x="117" y="1273"/>
                    </a:lnTo>
                    <a:cubicBezTo>
                      <a:pt x="1177" y="3057"/>
                      <a:pt x="1673" y="5091"/>
                      <a:pt x="1551" y="7153"/>
                    </a:cubicBezTo>
                    <a:lnTo>
                      <a:pt x="1539" y="7379"/>
                    </a:lnTo>
                    <a:lnTo>
                      <a:pt x="3640" y="7505"/>
                    </a:lnTo>
                    <a:lnTo>
                      <a:pt x="3654" y="7278"/>
                    </a:lnTo>
                    <a:cubicBezTo>
                      <a:pt x="3802" y="4789"/>
                      <a:pt x="3206" y="2340"/>
                      <a:pt x="1929" y="196"/>
                    </a:cubicBezTo>
                    <a:lnTo>
                      <a:pt x="1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27"/>
              <p:cNvSpPr/>
              <p:nvPr/>
            </p:nvSpPr>
            <p:spPr>
              <a:xfrm>
                <a:off x="7002700" y="3372300"/>
                <a:ext cx="185350" cy="98450"/>
              </a:xfrm>
              <a:custGeom>
                <a:avLst/>
                <a:gdLst/>
                <a:ahLst/>
                <a:cxnLst/>
                <a:rect l="l" t="t" r="r" b="b"/>
                <a:pathLst>
                  <a:path w="7414" h="3938" extrusionOk="0">
                    <a:moveTo>
                      <a:pt x="459" y="453"/>
                    </a:moveTo>
                    <a:lnTo>
                      <a:pt x="459" y="453"/>
                    </a:lnTo>
                    <a:cubicBezTo>
                      <a:pt x="2479" y="463"/>
                      <a:pt x="4475" y="992"/>
                      <a:pt x="6244" y="1986"/>
                    </a:cubicBezTo>
                    <a:cubicBezTo>
                      <a:pt x="6428" y="2091"/>
                      <a:pt x="6609" y="2198"/>
                      <a:pt x="6786" y="2310"/>
                    </a:cubicBezTo>
                    <a:lnTo>
                      <a:pt x="6125" y="3313"/>
                    </a:lnTo>
                    <a:cubicBezTo>
                      <a:pt x="5958" y="3206"/>
                      <a:pt x="5806" y="3113"/>
                      <a:pt x="5658" y="3031"/>
                    </a:cubicBezTo>
                    <a:cubicBezTo>
                      <a:pt x="4075" y="2142"/>
                      <a:pt x="2289" y="1669"/>
                      <a:pt x="477" y="1658"/>
                    </a:cubicBezTo>
                    <a:lnTo>
                      <a:pt x="459" y="453"/>
                    </a:lnTo>
                    <a:close/>
                    <a:moveTo>
                      <a:pt x="419" y="1"/>
                    </a:moveTo>
                    <a:cubicBezTo>
                      <a:pt x="354" y="1"/>
                      <a:pt x="290" y="1"/>
                      <a:pt x="226" y="2"/>
                    </a:cubicBezTo>
                    <a:lnTo>
                      <a:pt x="1" y="6"/>
                    </a:lnTo>
                    <a:lnTo>
                      <a:pt x="31" y="2115"/>
                    </a:lnTo>
                    <a:lnTo>
                      <a:pt x="257" y="2112"/>
                    </a:lnTo>
                    <a:cubicBezTo>
                      <a:pt x="313" y="2111"/>
                      <a:pt x="368" y="2111"/>
                      <a:pt x="424" y="2111"/>
                    </a:cubicBezTo>
                    <a:cubicBezTo>
                      <a:pt x="2177" y="2111"/>
                      <a:pt x="3907" y="2565"/>
                      <a:pt x="5435" y="3425"/>
                    </a:cubicBezTo>
                    <a:cubicBezTo>
                      <a:pt x="5628" y="3533"/>
                      <a:pt x="5828" y="3657"/>
                      <a:pt x="6066" y="3814"/>
                    </a:cubicBezTo>
                    <a:lnTo>
                      <a:pt x="6254" y="3938"/>
                    </a:lnTo>
                    <a:lnTo>
                      <a:pt x="7414" y="2181"/>
                    </a:lnTo>
                    <a:lnTo>
                      <a:pt x="7225" y="2056"/>
                    </a:lnTo>
                    <a:cubicBezTo>
                      <a:pt x="6979" y="1894"/>
                      <a:pt x="6725" y="1739"/>
                      <a:pt x="6466" y="1592"/>
                    </a:cubicBezTo>
                    <a:cubicBezTo>
                      <a:pt x="4617" y="553"/>
                      <a:pt x="2533" y="1"/>
                      <a:pt x="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27"/>
              <p:cNvSpPr/>
              <p:nvPr/>
            </p:nvSpPr>
            <p:spPr>
              <a:xfrm>
                <a:off x="7121650" y="3802825"/>
                <a:ext cx="163875" cy="158850"/>
              </a:xfrm>
              <a:custGeom>
                <a:avLst/>
                <a:gdLst/>
                <a:ahLst/>
                <a:cxnLst/>
                <a:rect l="l" t="t" r="r" b="b"/>
                <a:pathLst>
                  <a:path w="6555" h="6354" extrusionOk="0">
                    <a:moveTo>
                      <a:pt x="4894" y="589"/>
                    </a:moveTo>
                    <a:lnTo>
                      <a:pt x="5938" y="1176"/>
                    </a:lnTo>
                    <a:cubicBezTo>
                      <a:pt x="4797" y="3132"/>
                      <a:pt x="3145" y="4706"/>
                      <a:pt x="1139" y="5745"/>
                    </a:cubicBezTo>
                    <a:lnTo>
                      <a:pt x="606" y="4668"/>
                    </a:lnTo>
                    <a:cubicBezTo>
                      <a:pt x="2398" y="3736"/>
                      <a:pt x="3875" y="2330"/>
                      <a:pt x="4894" y="589"/>
                    </a:cubicBezTo>
                    <a:close/>
                    <a:moveTo>
                      <a:pt x="4708" y="1"/>
                    </a:moveTo>
                    <a:lnTo>
                      <a:pt x="4597" y="199"/>
                    </a:lnTo>
                    <a:cubicBezTo>
                      <a:pt x="3581" y="2007"/>
                      <a:pt x="2061" y="3447"/>
                      <a:pt x="204" y="4364"/>
                    </a:cubicBezTo>
                    <a:lnTo>
                      <a:pt x="1" y="4465"/>
                    </a:lnTo>
                    <a:lnTo>
                      <a:pt x="936" y="6353"/>
                    </a:lnTo>
                    <a:lnTo>
                      <a:pt x="1139" y="6252"/>
                    </a:lnTo>
                    <a:cubicBezTo>
                      <a:pt x="3373" y="5147"/>
                      <a:pt x="5203" y="3409"/>
                      <a:pt x="6431" y="1228"/>
                    </a:cubicBezTo>
                    <a:lnTo>
                      <a:pt x="6555" y="1004"/>
                    </a:lnTo>
                    <a:lnTo>
                      <a:pt x="4921" y="83"/>
                    </a:lnTo>
                    <a:lnTo>
                      <a:pt x="47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27"/>
              <p:cNvSpPr/>
              <p:nvPr/>
            </p:nvSpPr>
            <p:spPr>
              <a:xfrm>
                <a:off x="6836800" y="3892700"/>
                <a:ext cx="185225" cy="98700"/>
              </a:xfrm>
              <a:custGeom>
                <a:avLst/>
                <a:gdLst/>
                <a:ahLst/>
                <a:cxnLst/>
                <a:rect l="l" t="t" r="r" b="b"/>
                <a:pathLst>
                  <a:path w="7409" h="3948" extrusionOk="0">
                    <a:moveTo>
                      <a:pt x="1291" y="627"/>
                    </a:moveTo>
                    <a:cubicBezTo>
                      <a:pt x="1463" y="738"/>
                      <a:pt x="1620" y="832"/>
                      <a:pt x="1773" y="919"/>
                    </a:cubicBezTo>
                    <a:cubicBezTo>
                      <a:pt x="3349" y="1805"/>
                      <a:pt x="5130" y="2277"/>
                      <a:pt x="6936" y="2291"/>
                    </a:cubicBezTo>
                    <a:lnTo>
                      <a:pt x="6951" y="3495"/>
                    </a:lnTo>
                    <a:cubicBezTo>
                      <a:pt x="4939" y="3482"/>
                      <a:pt x="2951" y="2955"/>
                      <a:pt x="1187" y="1962"/>
                    </a:cubicBezTo>
                    <a:cubicBezTo>
                      <a:pt x="998" y="1856"/>
                      <a:pt x="810" y="1744"/>
                      <a:pt x="628" y="1628"/>
                    </a:cubicBezTo>
                    <a:lnTo>
                      <a:pt x="627" y="1628"/>
                    </a:lnTo>
                    <a:lnTo>
                      <a:pt x="1291" y="627"/>
                    </a:lnTo>
                    <a:close/>
                    <a:moveTo>
                      <a:pt x="1162" y="1"/>
                    </a:moveTo>
                    <a:lnTo>
                      <a:pt x="1" y="1757"/>
                    </a:lnTo>
                    <a:lnTo>
                      <a:pt x="189" y="1881"/>
                    </a:lnTo>
                    <a:cubicBezTo>
                      <a:pt x="440" y="2048"/>
                      <a:pt x="701" y="2208"/>
                      <a:pt x="965" y="2357"/>
                    </a:cubicBezTo>
                    <a:cubicBezTo>
                      <a:pt x="2819" y="3399"/>
                      <a:pt x="4911" y="3948"/>
                      <a:pt x="7027" y="3948"/>
                    </a:cubicBezTo>
                    <a:cubicBezTo>
                      <a:pt x="7078" y="3948"/>
                      <a:pt x="7131" y="3948"/>
                      <a:pt x="7184" y="3946"/>
                    </a:cubicBezTo>
                    <a:lnTo>
                      <a:pt x="7408" y="3944"/>
                    </a:lnTo>
                    <a:lnTo>
                      <a:pt x="7382" y="1835"/>
                    </a:lnTo>
                    <a:lnTo>
                      <a:pt x="7156" y="1838"/>
                    </a:lnTo>
                    <a:cubicBezTo>
                      <a:pt x="7103" y="1839"/>
                      <a:pt x="7051" y="1839"/>
                      <a:pt x="6999" y="1839"/>
                    </a:cubicBezTo>
                    <a:cubicBezTo>
                      <a:pt x="5247" y="1839"/>
                      <a:pt x="3522" y="1383"/>
                      <a:pt x="1996" y="525"/>
                    </a:cubicBezTo>
                    <a:cubicBezTo>
                      <a:pt x="1796" y="412"/>
                      <a:pt x="1591" y="287"/>
                      <a:pt x="1350" y="126"/>
                    </a:cubicBezTo>
                    <a:lnTo>
                      <a:pt x="11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27"/>
              <p:cNvSpPr/>
              <p:nvPr/>
            </p:nvSpPr>
            <p:spPr>
              <a:xfrm>
                <a:off x="6699875" y="3657075"/>
                <a:ext cx="94875" cy="187700"/>
              </a:xfrm>
              <a:custGeom>
                <a:avLst/>
                <a:gdLst/>
                <a:ahLst/>
                <a:cxnLst/>
                <a:rect l="l" t="t" r="r" b="b"/>
                <a:pathLst>
                  <a:path w="3795" h="7508" extrusionOk="0">
                    <a:moveTo>
                      <a:pt x="592" y="480"/>
                    </a:moveTo>
                    <a:lnTo>
                      <a:pt x="1792" y="553"/>
                    </a:lnTo>
                    <a:cubicBezTo>
                      <a:pt x="1712" y="2555"/>
                      <a:pt x="2188" y="4522"/>
                      <a:pt x="3176" y="6272"/>
                    </a:cubicBezTo>
                    <a:lnTo>
                      <a:pt x="2140" y="6887"/>
                    </a:lnTo>
                    <a:cubicBezTo>
                      <a:pt x="1030" y="4931"/>
                      <a:pt x="497" y="2725"/>
                      <a:pt x="592" y="480"/>
                    </a:cubicBezTo>
                    <a:close/>
                    <a:moveTo>
                      <a:pt x="166" y="1"/>
                    </a:moveTo>
                    <a:lnTo>
                      <a:pt x="153" y="225"/>
                    </a:lnTo>
                    <a:cubicBezTo>
                      <a:pt x="1" y="2715"/>
                      <a:pt x="592" y="5165"/>
                      <a:pt x="1864" y="7313"/>
                    </a:cubicBezTo>
                    <a:lnTo>
                      <a:pt x="1980" y="7508"/>
                    </a:lnTo>
                    <a:lnTo>
                      <a:pt x="3794" y="6432"/>
                    </a:lnTo>
                    <a:lnTo>
                      <a:pt x="3678" y="6237"/>
                    </a:lnTo>
                    <a:cubicBezTo>
                      <a:pt x="2623" y="4451"/>
                      <a:pt x="2130" y="2418"/>
                      <a:pt x="2254" y="354"/>
                    </a:cubicBezTo>
                    <a:lnTo>
                      <a:pt x="2268" y="130"/>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27"/>
              <p:cNvSpPr/>
              <p:nvPr/>
            </p:nvSpPr>
            <p:spPr>
              <a:xfrm>
                <a:off x="6739900" y="3402250"/>
                <a:ext cx="163300" cy="158825"/>
              </a:xfrm>
              <a:custGeom>
                <a:avLst/>
                <a:gdLst/>
                <a:ahLst/>
                <a:cxnLst/>
                <a:rect l="l" t="t" r="r" b="b"/>
                <a:pathLst>
                  <a:path w="6532" h="6353" extrusionOk="0">
                    <a:moveTo>
                      <a:pt x="5391" y="610"/>
                    </a:moveTo>
                    <a:lnTo>
                      <a:pt x="5927" y="1687"/>
                    </a:lnTo>
                    <a:cubicBezTo>
                      <a:pt x="4147" y="2616"/>
                      <a:pt x="2680" y="4012"/>
                      <a:pt x="1663" y="5743"/>
                    </a:cubicBezTo>
                    <a:lnTo>
                      <a:pt x="619" y="5157"/>
                    </a:lnTo>
                    <a:cubicBezTo>
                      <a:pt x="1755" y="3212"/>
                      <a:pt x="3399" y="1648"/>
                      <a:pt x="5391" y="610"/>
                    </a:cubicBezTo>
                    <a:close/>
                    <a:moveTo>
                      <a:pt x="5593" y="0"/>
                    </a:moveTo>
                    <a:lnTo>
                      <a:pt x="5391" y="101"/>
                    </a:lnTo>
                    <a:cubicBezTo>
                      <a:pt x="3164" y="1208"/>
                      <a:pt x="1341" y="2943"/>
                      <a:pt x="111" y="5130"/>
                    </a:cubicBezTo>
                    <a:lnTo>
                      <a:pt x="1" y="5327"/>
                    </a:lnTo>
                    <a:lnTo>
                      <a:pt x="1636" y="6247"/>
                    </a:lnTo>
                    <a:lnTo>
                      <a:pt x="1844" y="6353"/>
                    </a:lnTo>
                    <a:lnTo>
                      <a:pt x="1952" y="6146"/>
                    </a:lnTo>
                    <a:cubicBezTo>
                      <a:pt x="2966" y="4344"/>
                      <a:pt x="4480" y="2906"/>
                      <a:pt x="6330" y="1988"/>
                    </a:cubicBezTo>
                    <a:lnTo>
                      <a:pt x="6531" y="1889"/>
                    </a:lnTo>
                    <a:lnTo>
                      <a:pt x="55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27"/>
              <p:cNvSpPr/>
              <p:nvPr/>
            </p:nvSpPr>
            <p:spPr>
              <a:xfrm>
                <a:off x="6644550" y="3312875"/>
                <a:ext cx="737125" cy="737425"/>
              </a:xfrm>
              <a:custGeom>
                <a:avLst/>
                <a:gdLst/>
                <a:ahLst/>
                <a:cxnLst/>
                <a:rect l="l" t="t" r="r" b="b"/>
                <a:pathLst>
                  <a:path w="29485" h="29497" extrusionOk="0">
                    <a:moveTo>
                      <a:pt x="14517" y="0"/>
                    </a:moveTo>
                    <a:cubicBezTo>
                      <a:pt x="14291" y="4"/>
                      <a:pt x="14059" y="12"/>
                      <a:pt x="13830" y="25"/>
                    </a:cubicBezTo>
                    <a:lnTo>
                      <a:pt x="13858" y="476"/>
                    </a:lnTo>
                    <a:lnTo>
                      <a:pt x="13858" y="476"/>
                    </a:lnTo>
                    <a:cubicBezTo>
                      <a:pt x="14080" y="463"/>
                      <a:pt x="14304" y="455"/>
                      <a:pt x="14522" y="453"/>
                    </a:cubicBezTo>
                    <a:lnTo>
                      <a:pt x="14517" y="0"/>
                    </a:lnTo>
                    <a:close/>
                    <a:moveTo>
                      <a:pt x="13858" y="476"/>
                    </a:moveTo>
                    <a:cubicBezTo>
                      <a:pt x="13857" y="476"/>
                      <a:pt x="13857" y="476"/>
                      <a:pt x="13856" y="476"/>
                    </a:cubicBezTo>
                    <a:lnTo>
                      <a:pt x="13858" y="476"/>
                    </a:lnTo>
                    <a:lnTo>
                      <a:pt x="13858" y="476"/>
                    </a:lnTo>
                    <a:close/>
                    <a:moveTo>
                      <a:pt x="17249" y="215"/>
                    </a:moveTo>
                    <a:lnTo>
                      <a:pt x="17173" y="659"/>
                    </a:lnTo>
                    <a:cubicBezTo>
                      <a:pt x="17392" y="697"/>
                      <a:pt x="17611" y="740"/>
                      <a:pt x="17826" y="788"/>
                    </a:cubicBezTo>
                    <a:lnTo>
                      <a:pt x="17924" y="347"/>
                    </a:lnTo>
                    <a:cubicBezTo>
                      <a:pt x="17702" y="298"/>
                      <a:pt x="17476" y="253"/>
                      <a:pt x="17249" y="215"/>
                    </a:cubicBezTo>
                    <a:close/>
                    <a:moveTo>
                      <a:pt x="11119" y="441"/>
                    </a:moveTo>
                    <a:cubicBezTo>
                      <a:pt x="10901" y="496"/>
                      <a:pt x="10678" y="559"/>
                      <a:pt x="10458" y="625"/>
                    </a:cubicBezTo>
                    <a:lnTo>
                      <a:pt x="10588" y="1058"/>
                    </a:lnTo>
                    <a:cubicBezTo>
                      <a:pt x="10801" y="993"/>
                      <a:pt x="11016" y="934"/>
                      <a:pt x="11229" y="881"/>
                    </a:cubicBezTo>
                    <a:lnTo>
                      <a:pt x="11119" y="441"/>
                    </a:lnTo>
                    <a:close/>
                    <a:moveTo>
                      <a:pt x="20535" y="1188"/>
                    </a:moveTo>
                    <a:lnTo>
                      <a:pt x="20357" y="1603"/>
                    </a:lnTo>
                    <a:cubicBezTo>
                      <a:pt x="20560" y="1690"/>
                      <a:pt x="20765" y="1783"/>
                      <a:pt x="20965" y="1880"/>
                    </a:cubicBezTo>
                    <a:lnTo>
                      <a:pt x="21162" y="1472"/>
                    </a:lnTo>
                    <a:cubicBezTo>
                      <a:pt x="20957" y="1373"/>
                      <a:pt x="20745" y="1277"/>
                      <a:pt x="20535" y="1188"/>
                    </a:cubicBezTo>
                    <a:close/>
                    <a:moveTo>
                      <a:pt x="7917" y="1659"/>
                    </a:moveTo>
                    <a:cubicBezTo>
                      <a:pt x="7715" y="1763"/>
                      <a:pt x="7512" y="1874"/>
                      <a:pt x="7316" y="1989"/>
                    </a:cubicBezTo>
                    <a:lnTo>
                      <a:pt x="7544" y="2379"/>
                    </a:lnTo>
                    <a:cubicBezTo>
                      <a:pt x="7733" y="2269"/>
                      <a:pt x="7930" y="2161"/>
                      <a:pt x="8125" y="2059"/>
                    </a:cubicBezTo>
                    <a:lnTo>
                      <a:pt x="7917" y="1659"/>
                    </a:lnTo>
                    <a:close/>
                    <a:moveTo>
                      <a:pt x="23508" y="2896"/>
                    </a:moveTo>
                    <a:lnTo>
                      <a:pt x="23238" y="3260"/>
                    </a:lnTo>
                    <a:cubicBezTo>
                      <a:pt x="23415" y="3390"/>
                      <a:pt x="23592" y="3529"/>
                      <a:pt x="23764" y="3668"/>
                    </a:cubicBezTo>
                    <a:lnTo>
                      <a:pt x="24049" y="3318"/>
                    </a:lnTo>
                    <a:cubicBezTo>
                      <a:pt x="23873" y="3174"/>
                      <a:pt x="23691" y="3032"/>
                      <a:pt x="23508" y="2896"/>
                    </a:cubicBezTo>
                    <a:close/>
                    <a:moveTo>
                      <a:pt x="5082" y="3582"/>
                    </a:moveTo>
                    <a:cubicBezTo>
                      <a:pt x="4912" y="3729"/>
                      <a:pt x="4740" y="3884"/>
                      <a:pt x="4573" y="4043"/>
                    </a:cubicBezTo>
                    <a:lnTo>
                      <a:pt x="4884" y="4370"/>
                    </a:lnTo>
                    <a:cubicBezTo>
                      <a:pt x="5046" y="4216"/>
                      <a:pt x="5212" y="4068"/>
                      <a:pt x="5378" y="3924"/>
                    </a:cubicBezTo>
                    <a:lnTo>
                      <a:pt x="5082" y="3582"/>
                    </a:lnTo>
                    <a:close/>
                    <a:moveTo>
                      <a:pt x="26005" y="5241"/>
                    </a:moveTo>
                    <a:lnTo>
                      <a:pt x="25660" y="5533"/>
                    </a:lnTo>
                    <a:cubicBezTo>
                      <a:pt x="25802" y="5702"/>
                      <a:pt x="25943" y="5875"/>
                      <a:pt x="26078" y="6050"/>
                    </a:cubicBezTo>
                    <a:lnTo>
                      <a:pt x="26437" y="5776"/>
                    </a:lnTo>
                    <a:cubicBezTo>
                      <a:pt x="26298" y="5594"/>
                      <a:pt x="26153" y="5414"/>
                      <a:pt x="26005" y="5241"/>
                    </a:cubicBezTo>
                    <a:close/>
                    <a:moveTo>
                      <a:pt x="2764" y="6105"/>
                    </a:moveTo>
                    <a:cubicBezTo>
                      <a:pt x="2630" y="6288"/>
                      <a:pt x="2500" y="6480"/>
                      <a:pt x="2374" y="6670"/>
                    </a:cubicBezTo>
                    <a:lnTo>
                      <a:pt x="2752" y="6919"/>
                    </a:lnTo>
                    <a:cubicBezTo>
                      <a:pt x="2873" y="6733"/>
                      <a:pt x="3002" y="6549"/>
                      <a:pt x="3131" y="6371"/>
                    </a:cubicBezTo>
                    <a:lnTo>
                      <a:pt x="2764" y="6105"/>
                    </a:lnTo>
                    <a:close/>
                    <a:moveTo>
                      <a:pt x="27899" y="8097"/>
                    </a:moveTo>
                    <a:lnTo>
                      <a:pt x="27494" y="8300"/>
                    </a:lnTo>
                    <a:cubicBezTo>
                      <a:pt x="27595" y="8499"/>
                      <a:pt x="27691" y="8700"/>
                      <a:pt x="27781" y="8900"/>
                    </a:cubicBezTo>
                    <a:lnTo>
                      <a:pt x="28194" y="8715"/>
                    </a:lnTo>
                    <a:cubicBezTo>
                      <a:pt x="28100" y="8507"/>
                      <a:pt x="28001" y="8300"/>
                      <a:pt x="27899" y="8097"/>
                    </a:cubicBezTo>
                    <a:close/>
                    <a:moveTo>
                      <a:pt x="1089" y="9095"/>
                    </a:moveTo>
                    <a:cubicBezTo>
                      <a:pt x="1001" y="9306"/>
                      <a:pt x="917" y="9521"/>
                      <a:pt x="839" y="9736"/>
                    </a:cubicBezTo>
                    <a:lnTo>
                      <a:pt x="1264" y="9890"/>
                    </a:lnTo>
                    <a:cubicBezTo>
                      <a:pt x="1340" y="9681"/>
                      <a:pt x="1421" y="9473"/>
                      <a:pt x="1507" y="9268"/>
                    </a:cubicBezTo>
                    <a:lnTo>
                      <a:pt x="1089" y="9095"/>
                    </a:lnTo>
                    <a:close/>
                    <a:moveTo>
                      <a:pt x="29078" y="11310"/>
                    </a:moveTo>
                    <a:lnTo>
                      <a:pt x="28639" y="11416"/>
                    </a:lnTo>
                    <a:cubicBezTo>
                      <a:pt x="28690" y="11631"/>
                      <a:pt x="28738" y="11851"/>
                      <a:pt x="28779" y="12067"/>
                    </a:cubicBezTo>
                    <a:lnTo>
                      <a:pt x="29224" y="11983"/>
                    </a:lnTo>
                    <a:cubicBezTo>
                      <a:pt x="29181" y="11758"/>
                      <a:pt x="29133" y="11532"/>
                      <a:pt x="29078" y="11310"/>
                    </a:cubicBezTo>
                    <a:close/>
                    <a:moveTo>
                      <a:pt x="152" y="12391"/>
                    </a:moveTo>
                    <a:cubicBezTo>
                      <a:pt x="116" y="12616"/>
                      <a:pt x="84" y="12844"/>
                      <a:pt x="58" y="13072"/>
                    </a:cubicBezTo>
                    <a:lnTo>
                      <a:pt x="507" y="13123"/>
                    </a:lnTo>
                    <a:cubicBezTo>
                      <a:pt x="532" y="12903"/>
                      <a:pt x="563" y="12680"/>
                      <a:pt x="598" y="12464"/>
                    </a:cubicBezTo>
                    <a:lnTo>
                      <a:pt x="152" y="12391"/>
                    </a:lnTo>
                    <a:close/>
                    <a:moveTo>
                      <a:pt x="29032" y="14714"/>
                    </a:moveTo>
                    <a:lnTo>
                      <a:pt x="29032" y="14760"/>
                    </a:lnTo>
                    <a:cubicBezTo>
                      <a:pt x="29032" y="14981"/>
                      <a:pt x="29027" y="15204"/>
                      <a:pt x="29017" y="15426"/>
                    </a:cubicBezTo>
                    <a:lnTo>
                      <a:pt x="29468" y="15446"/>
                    </a:lnTo>
                    <a:cubicBezTo>
                      <a:pt x="29478" y="15218"/>
                      <a:pt x="29485" y="14988"/>
                      <a:pt x="29485" y="14758"/>
                    </a:cubicBezTo>
                    <a:lnTo>
                      <a:pt x="29485" y="14714"/>
                    </a:lnTo>
                    <a:close/>
                    <a:moveTo>
                      <a:pt x="451" y="15783"/>
                    </a:moveTo>
                    <a:lnTo>
                      <a:pt x="0" y="15814"/>
                    </a:lnTo>
                    <a:cubicBezTo>
                      <a:pt x="15" y="16040"/>
                      <a:pt x="36" y="16272"/>
                      <a:pt x="63" y="16496"/>
                    </a:cubicBezTo>
                    <a:lnTo>
                      <a:pt x="512" y="16445"/>
                    </a:lnTo>
                    <a:cubicBezTo>
                      <a:pt x="487" y="16225"/>
                      <a:pt x="466" y="16002"/>
                      <a:pt x="451" y="15783"/>
                    </a:cubicBezTo>
                    <a:close/>
                    <a:moveTo>
                      <a:pt x="28650" y="18059"/>
                    </a:moveTo>
                    <a:cubicBezTo>
                      <a:pt x="28599" y="18274"/>
                      <a:pt x="28543" y="18490"/>
                      <a:pt x="28482" y="18702"/>
                    </a:cubicBezTo>
                    <a:lnTo>
                      <a:pt x="28916" y="18827"/>
                    </a:lnTo>
                    <a:cubicBezTo>
                      <a:pt x="28979" y="18608"/>
                      <a:pt x="29039" y="18385"/>
                      <a:pt x="29090" y="18162"/>
                    </a:cubicBezTo>
                    <a:lnTo>
                      <a:pt x="28650" y="18059"/>
                    </a:lnTo>
                    <a:close/>
                    <a:moveTo>
                      <a:pt x="1067" y="19044"/>
                    </a:moveTo>
                    <a:lnTo>
                      <a:pt x="636" y="19179"/>
                    </a:lnTo>
                    <a:cubicBezTo>
                      <a:pt x="704" y="19399"/>
                      <a:pt x="778" y="19619"/>
                      <a:pt x="856" y="19830"/>
                    </a:cubicBezTo>
                    <a:lnTo>
                      <a:pt x="1280" y="19675"/>
                    </a:lnTo>
                    <a:cubicBezTo>
                      <a:pt x="1206" y="19468"/>
                      <a:pt x="1133" y="19257"/>
                      <a:pt x="1067" y="19044"/>
                    </a:cubicBezTo>
                    <a:close/>
                    <a:moveTo>
                      <a:pt x="27514" y="21180"/>
                    </a:moveTo>
                    <a:cubicBezTo>
                      <a:pt x="27415" y="21377"/>
                      <a:pt x="27309" y="21575"/>
                      <a:pt x="27202" y="21768"/>
                    </a:cubicBezTo>
                    <a:lnTo>
                      <a:pt x="27595" y="21989"/>
                    </a:lnTo>
                    <a:cubicBezTo>
                      <a:pt x="27707" y="21791"/>
                      <a:pt x="27816" y="21586"/>
                      <a:pt x="27919" y="21383"/>
                    </a:cubicBezTo>
                    <a:lnTo>
                      <a:pt x="27514" y="21180"/>
                    </a:lnTo>
                    <a:close/>
                    <a:moveTo>
                      <a:pt x="2424" y="22075"/>
                    </a:moveTo>
                    <a:lnTo>
                      <a:pt x="2035" y="22307"/>
                    </a:lnTo>
                    <a:cubicBezTo>
                      <a:pt x="2153" y="22503"/>
                      <a:pt x="2275" y="22700"/>
                      <a:pt x="2401" y="22888"/>
                    </a:cubicBezTo>
                    <a:lnTo>
                      <a:pt x="2777" y="22639"/>
                    </a:lnTo>
                    <a:cubicBezTo>
                      <a:pt x="2657" y="22455"/>
                      <a:pt x="2538" y="22267"/>
                      <a:pt x="2424" y="22075"/>
                    </a:cubicBezTo>
                    <a:close/>
                    <a:moveTo>
                      <a:pt x="25688" y="23954"/>
                    </a:moveTo>
                    <a:cubicBezTo>
                      <a:pt x="25545" y="24126"/>
                      <a:pt x="25396" y="24292"/>
                      <a:pt x="25247" y="24454"/>
                    </a:cubicBezTo>
                    <a:lnTo>
                      <a:pt x="25579" y="24760"/>
                    </a:lnTo>
                    <a:lnTo>
                      <a:pt x="25581" y="24760"/>
                    </a:lnTo>
                    <a:cubicBezTo>
                      <a:pt x="25733" y="24595"/>
                      <a:pt x="25887" y="24421"/>
                      <a:pt x="26034" y="24245"/>
                    </a:cubicBezTo>
                    <a:lnTo>
                      <a:pt x="25688" y="23954"/>
                    </a:lnTo>
                    <a:close/>
                    <a:moveTo>
                      <a:pt x="4443" y="24712"/>
                    </a:moveTo>
                    <a:lnTo>
                      <a:pt x="4117" y="25026"/>
                    </a:lnTo>
                    <a:cubicBezTo>
                      <a:pt x="4276" y="25190"/>
                      <a:pt x="4441" y="25353"/>
                      <a:pt x="4606" y="25508"/>
                    </a:cubicBezTo>
                    <a:lnTo>
                      <a:pt x="4917" y="25180"/>
                    </a:lnTo>
                    <a:cubicBezTo>
                      <a:pt x="4756" y="25028"/>
                      <a:pt x="4596" y="24871"/>
                      <a:pt x="4443" y="24712"/>
                    </a:cubicBezTo>
                    <a:close/>
                    <a:moveTo>
                      <a:pt x="23273" y="26235"/>
                    </a:moveTo>
                    <a:cubicBezTo>
                      <a:pt x="23095" y="26367"/>
                      <a:pt x="22913" y="26496"/>
                      <a:pt x="22729" y="26620"/>
                    </a:cubicBezTo>
                    <a:lnTo>
                      <a:pt x="22984" y="26995"/>
                    </a:lnTo>
                    <a:cubicBezTo>
                      <a:pt x="23172" y="26868"/>
                      <a:pt x="23361" y="26734"/>
                      <a:pt x="23542" y="26597"/>
                    </a:cubicBezTo>
                    <a:lnTo>
                      <a:pt x="23273" y="26235"/>
                    </a:lnTo>
                    <a:close/>
                    <a:moveTo>
                      <a:pt x="7013" y="26815"/>
                    </a:moveTo>
                    <a:lnTo>
                      <a:pt x="6769" y="27197"/>
                    </a:lnTo>
                    <a:cubicBezTo>
                      <a:pt x="6960" y="27319"/>
                      <a:pt x="7159" y="27440"/>
                      <a:pt x="7357" y="27554"/>
                    </a:cubicBezTo>
                    <a:lnTo>
                      <a:pt x="7583" y="27162"/>
                    </a:lnTo>
                    <a:cubicBezTo>
                      <a:pt x="7390" y="27051"/>
                      <a:pt x="7200" y="26934"/>
                      <a:pt x="7013" y="26815"/>
                    </a:cubicBezTo>
                    <a:close/>
                    <a:moveTo>
                      <a:pt x="20398" y="27899"/>
                    </a:moveTo>
                    <a:cubicBezTo>
                      <a:pt x="20197" y="27985"/>
                      <a:pt x="19990" y="28069"/>
                      <a:pt x="19784" y="28148"/>
                    </a:cubicBezTo>
                    <a:lnTo>
                      <a:pt x="19944" y="28571"/>
                    </a:lnTo>
                    <a:cubicBezTo>
                      <a:pt x="20157" y="28490"/>
                      <a:pt x="20370" y="28403"/>
                      <a:pt x="20578" y="28314"/>
                    </a:cubicBezTo>
                    <a:lnTo>
                      <a:pt x="20398" y="27899"/>
                    </a:lnTo>
                    <a:close/>
                    <a:moveTo>
                      <a:pt x="10000" y="28271"/>
                    </a:moveTo>
                    <a:lnTo>
                      <a:pt x="9850" y="28697"/>
                    </a:lnTo>
                    <a:cubicBezTo>
                      <a:pt x="10065" y="28771"/>
                      <a:pt x="10284" y="28844"/>
                      <a:pt x="10504" y="28908"/>
                    </a:cubicBezTo>
                    <a:lnTo>
                      <a:pt x="10633" y="28475"/>
                    </a:lnTo>
                    <a:cubicBezTo>
                      <a:pt x="10420" y="28411"/>
                      <a:pt x="10207" y="28343"/>
                      <a:pt x="10000" y="28271"/>
                    </a:cubicBezTo>
                    <a:close/>
                    <a:moveTo>
                      <a:pt x="17220" y="28851"/>
                    </a:moveTo>
                    <a:cubicBezTo>
                      <a:pt x="16998" y="28890"/>
                      <a:pt x="16777" y="28923"/>
                      <a:pt x="16562" y="28951"/>
                    </a:cubicBezTo>
                    <a:lnTo>
                      <a:pt x="16618" y="29399"/>
                    </a:lnTo>
                    <a:cubicBezTo>
                      <a:pt x="16841" y="29371"/>
                      <a:pt x="17069" y="29336"/>
                      <a:pt x="17297" y="29297"/>
                    </a:cubicBezTo>
                    <a:lnTo>
                      <a:pt x="17220" y="28851"/>
                    </a:lnTo>
                    <a:close/>
                    <a:moveTo>
                      <a:pt x="13240" y="28993"/>
                    </a:moveTo>
                    <a:lnTo>
                      <a:pt x="13195" y="29442"/>
                    </a:lnTo>
                    <a:cubicBezTo>
                      <a:pt x="13422" y="29465"/>
                      <a:pt x="13651" y="29483"/>
                      <a:pt x="13879" y="29496"/>
                    </a:cubicBezTo>
                    <a:lnTo>
                      <a:pt x="13904" y="29045"/>
                    </a:lnTo>
                    <a:cubicBezTo>
                      <a:pt x="13684" y="29032"/>
                      <a:pt x="13461" y="29016"/>
                      <a:pt x="13240" y="289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27"/>
            <p:cNvGrpSpPr/>
            <p:nvPr/>
          </p:nvGrpSpPr>
          <p:grpSpPr>
            <a:xfrm flipH="1">
              <a:off x="-399931" y="3675123"/>
              <a:ext cx="802800" cy="802800"/>
              <a:chOff x="5949025" y="3502375"/>
              <a:chExt cx="358425" cy="358425"/>
            </a:xfrm>
          </p:grpSpPr>
          <p:sp>
            <p:nvSpPr>
              <p:cNvPr id="225" name="Google Shape;225;p27"/>
              <p:cNvSpPr/>
              <p:nvPr/>
            </p:nvSpPr>
            <p:spPr>
              <a:xfrm>
                <a:off x="5949025" y="3502375"/>
                <a:ext cx="358425" cy="358425"/>
              </a:xfrm>
              <a:custGeom>
                <a:avLst/>
                <a:gdLst/>
                <a:ahLst/>
                <a:cxnLst/>
                <a:rect l="l" t="t" r="r" b="b"/>
                <a:pathLst>
                  <a:path w="14337" h="14337" extrusionOk="0">
                    <a:moveTo>
                      <a:pt x="7069" y="0"/>
                    </a:moveTo>
                    <a:lnTo>
                      <a:pt x="7092" y="1693"/>
                    </a:lnTo>
                    <a:lnTo>
                      <a:pt x="7168" y="1693"/>
                    </a:lnTo>
                    <a:cubicBezTo>
                      <a:pt x="10188" y="1693"/>
                      <a:pt x="12643" y="4148"/>
                      <a:pt x="12643" y="7168"/>
                    </a:cubicBezTo>
                    <a:cubicBezTo>
                      <a:pt x="12643" y="10187"/>
                      <a:pt x="10188" y="12643"/>
                      <a:pt x="7168" y="12643"/>
                    </a:cubicBezTo>
                    <a:cubicBezTo>
                      <a:pt x="4150" y="12643"/>
                      <a:pt x="1694" y="10187"/>
                      <a:pt x="1694" y="7168"/>
                    </a:cubicBezTo>
                    <a:cubicBezTo>
                      <a:pt x="1694" y="7142"/>
                      <a:pt x="1694" y="7117"/>
                      <a:pt x="1694" y="7092"/>
                    </a:cubicBezTo>
                    <a:lnTo>
                      <a:pt x="2" y="7069"/>
                    </a:lnTo>
                    <a:cubicBezTo>
                      <a:pt x="2" y="7102"/>
                      <a:pt x="0" y="7135"/>
                      <a:pt x="0" y="7168"/>
                    </a:cubicBezTo>
                    <a:cubicBezTo>
                      <a:pt x="0" y="11120"/>
                      <a:pt x="3217" y="14337"/>
                      <a:pt x="7168" y="14337"/>
                    </a:cubicBezTo>
                    <a:cubicBezTo>
                      <a:pt x="11122" y="14337"/>
                      <a:pt x="14337" y="11120"/>
                      <a:pt x="14337" y="7168"/>
                    </a:cubicBezTo>
                    <a:cubicBezTo>
                      <a:pt x="14337" y="3215"/>
                      <a:pt x="11122" y="0"/>
                      <a:pt x="7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27"/>
              <p:cNvSpPr/>
              <p:nvPr/>
            </p:nvSpPr>
            <p:spPr>
              <a:xfrm>
                <a:off x="6051450" y="3517475"/>
                <a:ext cx="21750" cy="40375"/>
              </a:xfrm>
              <a:custGeom>
                <a:avLst/>
                <a:gdLst/>
                <a:ahLst/>
                <a:cxnLst/>
                <a:rect l="l" t="t" r="r" b="b"/>
                <a:pathLst>
                  <a:path w="870" h="1615" extrusionOk="0">
                    <a:moveTo>
                      <a:pt x="185" y="1"/>
                    </a:moveTo>
                    <a:cubicBezTo>
                      <a:pt x="124" y="29"/>
                      <a:pt x="61" y="57"/>
                      <a:pt x="0" y="85"/>
                    </a:cubicBezTo>
                    <a:lnTo>
                      <a:pt x="726" y="1615"/>
                    </a:lnTo>
                    <a:cubicBezTo>
                      <a:pt x="773" y="1593"/>
                      <a:pt x="821" y="1570"/>
                      <a:pt x="869" y="1550"/>
                    </a:cubicBezTo>
                    <a:lnTo>
                      <a:pt x="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27"/>
              <p:cNvSpPr/>
              <p:nvPr/>
            </p:nvSpPr>
            <p:spPr>
              <a:xfrm>
                <a:off x="6029175" y="3529425"/>
                <a:ext cx="26750" cy="38050"/>
              </a:xfrm>
              <a:custGeom>
                <a:avLst/>
                <a:gdLst/>
                <a:ahLst/>
                <a:cxnLst/>
                <a:rect l="l" t="t" r="r" b="b"/>
                <a:pathLst>
                  <a:path w="1070" h="1522" extrusionOk="0">
                    <a:moveTo>
                      <a:pt x="173" y="0"/>
                    </a:moveTo>
                    <a:cubicBezTo>
                      <a:pt x="115" y="36"/>
                      <a:pt x="59" y="73"/>
                      <a:pt x="1" y="111"/>
                    </a:cubicBezTo>
                    <a:lnTo>
                      <a:pt x="938" y="1522"/>
                    </a:lnTo>
                    <a:cubicBezTo>
                      <a:pt x="980" y="1492"/>
                      <a:pt x="1025" y="1464"/>
                      <a:pt x="1070" y="1437"/>
                    </a:cubicBezTo>
                    <a:lnTo>
                      <a:pt x="1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27"/>
              <p:cNvSpPr/>
              <p:nvPr/>
            </p:nvSpPr>
            <p:spPr>
              <a:xfrm>
                <a:off x="6075275" y="3508900"/>
                <a:ext cx="16300" cy="41900"/>
              </a:xfrm>
              <a:custGeom>
                <a:avLst/>
                <a:gdLst/>
                <a:ahLst/>
                <a:cxnLst/>
                <a:rect l="l" t="t" r="r" b="b"/>
                <a:pathLst>
                  <a:path w="652" h="1676" extrusionOk="0">
                    <a:moveTo>
                      <a:pt x="199" y="0"/>
                    </a:moveTo>
                    <a:cubicBezTo>
                      <a:pt x="133" y="18"/>
                      <a:pt x="67" y="36"/>
                      <a:pt x="1" y="58"/>
                    </a:cubicBezTo>
                    <a:lnTo>
                      <a:pt x="501" y="1675"/>
                    </a:lnTo>
                    <a:cubicBezTo>
                      <a:pt x="551" y="1659"/>
                      <a:pt x="600" y="1644"/>
                      <a:pt x="651" y="1631"/>
                    </a:cubicBez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29;p27"/>
              <p:cNvSpPr/>
              <p:nvPr/>
            </p:nvSpPr>
            <p:spPr>
              <a:xfrm>
                <a:off x="6100225" y="3503800"/>
                <a:ext cx="10475" cy="42575"/>
              </a:xfrm>
              <a:custGeom>
                <a:avLst/>
                <a:gdLst/>
                <a:ahLst/>
                <a:cxnLst/>
                <a:rect l="l" t="t" r="r" b="b"/>
                <a:pathLst>
                  <a:path w="419" h="1703" extrusionOk="0">
                    <a:moveTo>
                      <a:pt x="204" y="1"/>
                    </a:moveTo>
                    <a:cubicBezTo>
                      <a:pt x="136" y="11"/>
                      <a:pt x="68" y="21"/>
                      <a:pt x="0" y="31"/>
                    </a:cubicBezTo>
                    <a:lnTo>
                      <a:pt x="263" y="1702"/>
                    </a:lnTo>
                    <a:cubicBezTo>
                      <a:pt x="314" y="1694"/>
                      <a:pt x="367" y="1688"/>
                      <a:pt x="418" y="1681"/>
                    </a:cubicBez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27"/>
              <p:cNvSpPr/>
              <p:nvPr/>
            </p:nvSpPr>
            <p:spPr>
              <a:xfrm>
                <a:off x="6008950" y="3544450"/>
                <a:ext cx="31150" cy="34975"/>
              </a:xfrm>
              <a:custGeom>
                <a:avLst/>
                <a:gdLst/>
                <a:ahLst/>
                <a:cxnLst/>
                <a:rect l="l" t="t" r="r" b="b"/>
                <a:pathLst>
                  <a:path w="1246" h="1399" extrusionOk="0">
                    <a:moveTo>
                      <a:pt x="156" y="0"/>
                    </a:moveTo>
                    <a:cubicBezTo>
                      <a:pt x="103" y="45"/>
                      <a:pt x="52" y="90"/>
                      <a:pt x="0" y="134"/>
                    </a:cubicBezTo>
                    <a:lnTo>
                      <a:pt x="1129" y="1398"/>
                    </a:lnTo>
                    <a:cubicBezTo>
                      <a:pt x="1167" y="1363"/>
                      <a:pt x="1206" y="1329"/>
                      <a:pt x="1246" y="1296"/>
                    </a:cubicBezTo>
                    <a:lnTo>
                      <a:pt x="1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27"/>
              <p:cNvSpPr/>
              <p:nvPr/>
            </p:nvSpPr>
            <p:spPr>
              <a:xfrm>
                <a:off x="5955500" y="3628675"/>
                <a:ext cx="41950" cy="16250"/>
              </a:xfrm>
              <a:custGeom>
                <a:avLst/>
                <a:gdLst/>
                <a:ahLst/>
                <a:cxnLst/>
                <a:rect l="l" t="t" r="r" b="b"/>
                <a:pathLst>
                  <a:path w="1678" h="650" extrusionOk="0">
                    <a:moveTo>
                      <a:pt x="58" y="0"/>
                    </a:moveTo>
                    <a:cubicBezTo>
                      <a:pt x="38" y="66"/>
                      <a:pt x="20" y="131"/>
                      <a:pt x="0" y="197"/>
                    </a:cubicBezTo>
                    <a:lnTo>
                      <a:pt x="1633" y="649"/>
                    </a:lnTo>
                    <a:cubicBezTo>
                      <a:pt x="1646" y="600"/>
                      <a:pt x="1661" y="549"/>
                      <a:pt x="1676" y="499"/>
                    </a:cubicBezTo>
                    <a:lnTo>
                      <a:pt x="1677" y="499"/>
                    </a:lnTo>
                    <a:lnTo>
                      <a:pt x="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27"/>
              <p:cNvSpPr/>
              <p:nvPr/>
            </p:nvSpPr>
            <p:spPr>
              <a:xfrm>
                <a:off x="5950450" y="3653600"/>
                <a:ext cx="42575" cy="10475"/>
              </a:xfrm>
              <a:custGeom>
                <a:avLst/>
                <a:gdLst/>
                <a:ahLst/>
                <a:cxnLst/>
                <a:rect l="l" t="t" r="r" b="b"/>
                <a:pathLst>
                  <a:path w="1703" h="419" extrusionOk="0">
                    <a:moveTo>
                      <a:pt x="31" y="1"/>
                    </a:moveTo>
                    <a:cubicBezTo>
                      <a:pt x="19" y="69"/>
                      <a:pt x="11" y="136"/>
                      <a:pt x="1" y="204"/>
                    </a:cubicBezTo>
                    <a:lnTo>
                      <a:pt x="1681" y="419"/>
                    </a:lnTo>
                    <a:cubicBezTo>
                      <a:pt x="1688" y="366"/>
                      <a:pt x="1694" y="315"/>
                      <a:pt x="1703" y="264"/>
                    </a:cubicBezTo>
                    <a:lnTo>
                      <a:pt x="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27"/>
              <p:cNvSpPr/>
              <p:nvPr/>
            </p:nvSpPr>
            <p:spPr>
              <a:xfrm>
                <a:off x="5991150" y="3562300"/>
                <a:ext cx="34950" cy="31150"/>
              </a:xfrm>
              <a:custGeom>
                <a:avLst/>
                <a:gdLst/>
                <a:ahLst/>
                <a:cxnLst/>
                <a:rect l="l" t="t" r="r" b="b"/>
                <a:pathLst>
                  <a:path w="1398" h="1246" extrusionOk="0">
                    <a:moveTo>
                      <a:pt x="134" y="0"/>
                    </a:moveTo>
                    <a:cubicBezTo>
                      <a:pt x="89" y="50"/>
                      <a:pt x="45" y="103"/>
                      <a:pt x="0" y="154"/>
                    </a:cubicBezTo>
                    <a:lnTo>
                      <a:pt x="1295" y="1246"/>
                    </a:lnTo>
                    <a:cubicBezTo>
                      <a:pt x="1329" y="1205"/>
                      <a:pt x="1363" y="1165"/>
                      <a:pt x="1398" y="1127"/>
                    </a:cubicBezTo>
                    <a:lnTo>
                      <a:pt x="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27"/>
              <p:cNvSpPr/>
              <p:nvPr/>
            </p:nvSpPr>
            <p:spPr>
              <a:xfrm>
                <a:off x="5976100" y="3582500"/>
                <a:ext cx="38025" cy="26725"/>
              </a:xfrm>
              <a:custGeom>
                <a:avLst/>
                <a:gdLst/>
                <a:ahLst/>
                <a:cxnLst/>
                <a:rect l="l" t="t" r="r" b="b"/>
                <a:pathLst>
                  <a:path w="1521" h="1069" extrusionOk="0">
                    <a:moveTo>
                      <a:pt x="112" y="0"/>
                    </a:moveTo>
                    <a:cubicBezTo>
                      <a:pt x="74" y="58"/>
                      <a:pt x="37" y="116"/>
                      <a:pt x="1" y="174"/>
                    </a:cubicBezTo>
                    <a:lnTo>
                      <a:pt x="1437" y="1069"/>
                    </a:lnTo>
                    <a:cubicBezTo>
                      <a:pt x="1465" y="1024"/>
                      <a:pt x="1493" y="981"/>
                      <a:pt x="1521" y="938"/>
                    </a:cubicBez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27"/>
              <p:cNvSpPr/>
              <p:nvPr/>
            </p:nvSpPr>
            <p:spPr>
              <a:xfrm>
                <a:off x="5964125" y="3604800"/>
                <a:ext cx="40375" cy="21750"/>
              </a:xfrm>
              <a:custGeom>
                <a:avLst/>
                <a:gdLst/>
                <a:ahLst/>
                <a:cxnLst/>
                <a:rect l="l" t="t" r="r" b="b"/>
                <a:pathLst>
                  <a:path w="1615" h="870" extrusionOk="0">
                    <a:moveTo>
                      <a:pt x="87" y="0"/>
                    </a:moveTo>
                    <a:cubicBezTo>
                      <a:pt x="57" y="61"/>
                      <a:pt x="29" y="124"/>
                      <a:pt x="1" y="187"/>
                    </a:cubicBezTo>
                    <a:lnTo>
                      <a:pt x="1550" y="869"/>
                    </a:lnTo>
                    <a:cubicBezTo>
                      <a:pt x="1570" y="821"/>
                      <a:pt x="1593" y="773"/>
                      <a:pt x="1615" y="727"/>
                    </a:cubicBezTo>
                    <a:lnTo>
                      <a:pt x="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6" name="Google Shape;236;p27"/>
            <p:cNvSpPr/>
            <p:nvPr/>
          </p:nvSpPr>
          <p:spPr>
            <a:xfrm flipH="1">
              <a:off x="-66620" y="4008422"/>
              <a:ext cx="136200" cy="1362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27"/>
            <p:cNvSpPr/>
            <p:nvPr/>
          </p:nvSpPr>
          <p:spPr>
            <a:xfrm flipH="1">
              <a:off x="1192968" y="5070496"/>
              <a:ext cx="96300" cy="960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8" name="Google Shape;238;p27"/>
            <p:cNvCxnSpPr>
              <a:stCxn id="237" idx="7"/>
              <a:endCxn id="236" idx="3"/>
            </p:cNvCxnSpPr>
            <p:nvPr/>
          </p:nvCxnSpPr>
          <p:spPr>
            <a:xfrm rot="10800000">
              <a:off x="49671" y="4124555"/>
              <a:ext cx="1157400" cy="960000"/>
            </a:xfrm>
            <a:prstGeom prst="straightConnector1">
              <a:avLst/>
            </a:prstGeom>
            <a:noFill/>
            <a:ln w="19050" cap="flat" cmpd="sng">
              <a:solidFill>
                <a:schemeClr val="dk2"/>
              </a:solidFill>
              <a:prstDash val="solid"/>
              <a:round/>
              <a:headEnd type="none" w="med" len="med"/>
              <a:tailEnd type="none" w="med" len="med"/>
            </a:ln>
          </p:spPr>
        </p:cxnSp>
        <p:cxnSp>
          <p:nvCxnSpPr>
            <p:cNvPr id="239" name="Google Shape;239;p27"/>
            <p:cNvCxnSpPr>
              <a:stCxn id="236" idx="4"/>
            </p:cNvCxnSpPr>
            <p:nvPr/>
          </p:nvCxnSpPr>
          <p:spPr>
            <a:xfrm flipH="1">
              <a:off x="-478220" y="4144622"/>
              <a:ext cx="479700" cy="1977600"/>
            </a:xfrm>
            <a:prstGeom prst="straightConnector1">
              <a:avLst/>
            </a:prstGeom>
            <a:noFill/>
            <a:ln w="19050" cap="flat" cmpd="sng">
              <a:solidFill>
                <a:schemeClr val="dk2"/>
              </a:solidFill>
              <a:prstDash val="solid"/>
              <a:round/>
              <a:headEnd type="none" w="med" len="med"/>
              <a:tailEnd type="none" w="med" len="med"/>
            </a:ln>
          </p:spPr>
        </p:cxnSp>
        <p:cxnSp>
          <p:nvCxnSpPr>
            <p:cNvPr id="240" name="Google Shape;240;p27"/>
            <p:cNvCxnSpPr>
              <a:stCxn id="237" idx="4"/>
            </p:cNvCxnSpPr>
            <p:nvPr/>
          </p:nvCxnSpPr>
          <p:spPr>
            <a:xfrm flipH="1">
              <a:off x="999318" y="5166496"/>
              <a:ext cx="241800" cy="917700"/>
            </a:xfrm>
            <a:prstGeom prst="straightConnector1">
              <a:avLst/>
            </a:prstGeom>
            <a:noFill/>
            <a:ln w="19050" cap="flat" cmpd="sng">
              <a:solidFill>
                <a:schemeClr val="dk2"/>
              </a:solidFill>
              <a:prstDash val="solid"/>
              <a:round/>
              <a:headEnd type="none" w="med" len="med"/>
              <a:tailEnd type="none" w="med" len="med"/>
            </a:ln>
          </p:spPr>
        </p:cxnSp>
        <p:cxnSp>
          <p:nvCxnSpPr>
            <p:cNvPr id="241" name="Google Shape;241;p27"/>
            <p:cNvCxnSpPr>
              <a:stCxn id="236" idx="6"/>
            </p:cNvCxnSpPr>
            <p:nvPr/>
          </p:nvCxnSpPr>
          <p:spPr>
            <a:xfrm rot="10800000">
              <a:off x="-822020" y="4076522"/>
              <a:ext cx="755400" cy="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6"/>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535000"/>
            <a:ext cx="7713900" cy="649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1pPr>
            <a:lvl2pPr lvl="1"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2pPr>
            <a:lvl3pPr lvl="2"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3pPr>
            <a:lvl4pPr lvl="3"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4pPr>
            <a:lvl5pPr lvl="4"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5pPr>
            <a:lvl6pPr lvl="5"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6pPr>
            <a:lvl7pPr lvl="6"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7pPr>
            <a:lvl8pPr lvl="7"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8pPr>
            <a:lvl9pPr lvl="8" rtl="0">
              <a:spcBef>
                <a:spcPts val="0"/>
              </a:spcBef>
              <a:spcAft>
                <a:spcPts val="0"/>
              </a:spcAft>
              <a:buClr>
                <a:schemeClr val="dk1"/>
              </a:buClr>
              <a:buSzPts val="3000"/>
              <a:buFont typeface="Kantumruy Pro"/>
              <a:buNone/>
              <a:defRPr sz="3000">
                <a:solidFill>
                  <a:schemeClr val="dk1"/>
                </a:solidFill>
                <a:latin typeface="Kantumruy Pro"/>
                <a:ea typeface="Kantumruy Pro"/>
                <a:cs typeface="Kantumruy Pro"/>
                <a:sym typeface="Kantumruy Pro"/>
              </a:defRPr>
            </a:lvl9pPr>
          </a:lstStyle>
          <a:p>
            <a:endParaRPr/>
          </a:p>
        </p:txBody>
      </p:sp>
      <p:sp>
        <p:nvSpPr>
          <p:cNvPr id="7" name="Google Shape;7;p1"/>
          <p:cNvSpPr txBox="1">
            <a:spLocks noGrp="1"/>
          </p:cNvSpPr>
          <p:nvPr>
            <p:ph type="body" idx="1"/>
          </p:nvPr>
        </p:nvSpPr>
        <p:spPr>
          <a:xfrm>
            <a:off x="715100" y="1184200"/>
            <a:ext cx="7713900" cy="34245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1pPr>
            <a:lvl2pPr marL="914400" lvl="1"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2pPr>
            <a:lvl3pPr marL="1371600" lvl="2"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3pPr>
            <a:lvl4pPr marL="1828800" lvl="3"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4pPr>
            <a:lvl5pPr marL="2286000" lvl="4"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5pPr>
            <a:lvl6pPr marL="2743200" lvl="5"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6pPr>
            <a:lvl7pPr marL="3200400" lvl="6"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7pPr>
            <a:lvl8pPr marL="3657600" lvl="7"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8pPr>
            <a:lvl9pPr marL="4114800" lvl="8" indent="-317500">
              <a:lnSpc>
                <a:spcPct val="115000"/>
              </a:lnSpc>
              <a:spcBef>
                <a:spcPts val="0"/>
              </a:spcBef>
              <a:spcAft>
                <a:spcPts val="0"/>
              </a:spcAft>
              <a:buClr>
                <a:schemeClr val="dk1"/>
              </a:buClr>
              <a:buSzPts val="1400"/>
              <a:buFont typeface="Kantumruy Pro Medium"/>
              <a:buChar char="■"/>
              <a:defRPr>
                <a:solidFill>
                  <a:schemeClr val="dk1"/>
                </a:solidFill>
                <a:latin typeface="Kantumruy Pro Medium"/>
                <a:ea typeface="Kantumruy Pro Medium"/>
                <a:cs typeface="Kantumruy Pro Medium"/>
                <a:sym typeface="Kantumruy Pro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7" r:id="rId8"/>
    <p:sldLayoutId id="2147483658" r:id="rId9"/>
    <p:sldLayoutId id="2147483659" r:id="rId10"/>
    <p:sldLayoutId id="2147483660" r:id="rId11"/>
    <p:sldLayoutId id="2147483663" r:id="rId12"/>
    <p:sldLayoutId id="2147483664" r:id="rId13"/>
    <p:sldLayoutId id="2147483665" r:id="rId14"/>
    <p:sldLayoutId id="2147483668" r:id="rId15"/>
    <p:sldLayoutId id="2147483669" r:id="rId16"/>
    <p:sldLayoutId id="2147483672" r:id="rId17"/>
    <p:sldLayoutId id="2147483673" r:id="rId1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1"/>
          <p:cNvSpPr txBox="1">
            <a:spLocks noGrp="1"/>
          </p:cNvSpPr>
          <p:nvPr>
            <p:ph type="ctrTitle"/>
          </p:nvPr>
        </p:nvSpPr>
        <p:spPr>
          <a:xfrm>
            <a:off x="715100" y="839800"/>
            <a:ext cx="7713900" cy="1561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rgbClr val="263165"/>
                </a:solidFill>
                <a:latin typeface="Kantumruy Pro"/>
                <a:ea typeface="Kantumruy Pro"/>
                <a:cs typeface="Kantumruy Pro"/>
                <a:sym typeface="Kantumruy Pro"/>
              </a:rPr>
              <a:t>Requirement Engineering</a:t>
            </a:r>
            <a:r>
              <a:rPr lang="en" b="1" dirty="0">
                <a:solidFill>
                  <a:srgbClr val="263165"/>
                </a:solidFill>
                <a:latin typeface="Kantumruy Pro"/>
                <a:ea typeface="Kantumruy Pro"/>
                <a:cs typeface="Kantumruy Pro"/>
                <a:sym typeface="Kantumruy Pro"/>
              </a:rPr>
              <a:t> </a:t>
            </a:r>
            <a:r>
              <a:rPr lang="en" dirty="0">
                <a:solidFill>
                  <a:srgbClr val="263165"/>
                </a:solidFill>
                <a:latin typeface="Kantumruy Pro SemiBold"/>
                <a:ea typeface="Kantumruy Pro SemiBold"/>
                <a:cs typeface="Kantumruy Pro SemiBold"/>
                <a:sym typeface="Kantumruy Pro SemiBold"/>
              </a:rPr>
              <a:t>Process</a:t>
            </a:r>
            <a:endParaRPr dirty="0">
              <a:solidFill>
                <a:srgbClr val="263165"/>
              </a:solidFill>
              <a:latin typeface="Kantumruy Pro SemiBold"/>
              <a:ea typeface="Kantumruy Pro SemiBold"/>
              <a:cs typeface="Kantumruy Pro SemiBold"/>
              <a:sym typeface="Kantumruy Pro SemiBold"/>
            </a:endParaRPr>
          </a:p>
        </p:txBody>
      </p:sp>
      <p:sp>
        <p:nvSpPr>
          <p:cNvPr id="253" name="Google Shape;253;p31"/>
          <p:cNvSpPr txBox="1">
            <a:spLocks noGrp="1"/>
          </p:cNvSpPr>
          <p:nvPr>
            <p:ph type="subTitle" idx="1"/>
          </p:nvPr>
        </p:nvSpPr>
        <p:spPr>
          <a:xfrm>
            <a:off x="715100" y="2401000"/>
            <a:ext cx="7713900" cy="44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-Goutham</a:t>
            </a:r>
            <a:endParaRPr dirty="0"/>
          </a:p>
        </p:txBody>
      </p:sp>
      <p:grpSp>
        <p:nvGrpSpPr>
          <p:cNvPr id="254" name="Google Shape;254;p31"/>
          <p:cNvGrpSpPr/>
          <p:nvPr/>
        </p:nvGrpSpPr>
        <p:grpSpPr>
          <a:xfrm>
            <a:off x="6605565" y="2082971"/>
            <a:ext cx="3157715" cy="3383114"/>
            <a:chOff x="6605565" y="2082971"/>
            <a:chExt cx="3157715" cy="3383114"/>
          </a:xfrm>
        </p:grpSpPr>
        <p:grpSp>
          <p:nvGrpSpPr>
            <p:cNvPr id="255" name="Google Shape;255;p31"/>
            <p:cNvGrpSpPr/>
            <p:nvPr/>
          </p:nvGrpSpPr>
          <p:grpSpPr>
            <a:xfrm>
              <a:off x="6718168" y="3060491"/>
              <a:ext cx="802799" cy="802799"/>
              <a:chOff x="353675" y="3417700"/>
              <a:chExt cx="527775" cy="527775"/>
            </a:xfrm>
          </p:grpSpPr>
          <p:sp>
            <p:nvSpPr>
              <p:cNvPr id="256" name="Google Shape;256;p31"/>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1"/>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1"/>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1"/>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1"/>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1"/>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1"/>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1"/>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1"/>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1"/>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1"/>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1"/>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1"/>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1"/>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1"/>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1"/>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1"/>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1"/>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1"/>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1"/>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1"/>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1"/>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1"/>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1"/>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1"/>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1"/>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1"/>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1"/>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1"/>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1"/>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1"/>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1"/>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1"/>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1"/>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1"/>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1"/>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1"/>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1"/>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1"/>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1"/>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1"/>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1"/>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1"/>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1"/>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1"/>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31"/>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31"/>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 name="Google Shape;303;p31"/>
            <p:cNvSpPr/>
            <p:nvPr/>
          </p:nvSpPr>
          <p:spPr>
            <a:xfrm>
              <a:off x="7051519" y="3393977"/>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4" name="Google Shape;304;p31"/>
            <p:cNvGrpSpPr/>
            <p:nvPr/>
          </p:nvGrpSpPr>
          <p:grpSpPr>
            <a:xfrm rot="6659213">
              <a:off x="7961241" y="2312410"/>
              <a:ext cx="1572572" cy="1572608"/>
              <a:chOff x="3286600" y="1519925"/>
              <a:chExt cx="1093425" cy="1093450"/>
            </a:xfrm>
          </p:grpSpPr>
          <p:sp>
            <p:nvSpPr>
              <p:cNvPr id="305" name="Google Shape;305;p31"/>
              <p:cNvSpPr/>
              <p:nvPr/>
            </p:nvSpPr>
            <p:spPr>
              <a:xfrm>
                <a:off x="3286600" y="1519925"/>
                <a:ext cx="1093425" cy="1093450"/>
              </a:xfrm>
              <a:custGeom>
                <a:avLst/>
                <a:gdLst/>
                <a:ahLst/>
                <a:cxnLst/>
                <a:rect l="l" t="t" r="r" b="b"/>
                <a:pathLst>
                  <a:path w="43737" h="43738" extrusionOk="0">
                    <a:moveTo>
                      <a:pt x="21836" y="0"/>
                    </a:moveTo>
                    <a:lnTo>
                      <a:pt x="21836" y="453"/>
                    </a:lnTo>
                    <a:lnTo>
                      <a:pt x="21869" y="453"/>
                    </a:lnTo>
                    <a:cubicBezTo>
                      <a:pt x="22084" y="453"/>
                      <a:pt x="22297" y="456"/>
                      <a:pt x="22510" y="463"/>
                    </a:cubicBezTo>
                    <a:lnTo>
                      <a:pt x="22524" y="10"/>
                    </a:lnTo>
                    <a:cubicBezTo>
                      <a:pt x="22306" y="3"/>
                      <a:pt x="22088" y="0"/>
                      <a:pt x="21869" y="0"/>
                    </a:cubicBezTo>
                    <a:close/>
                    <a:moveTo>
                      <a:pt x="19097" y="173"/>
                    </a:moveTo>
                    <a:cubicBezTo>
                      <a:pt x="18869" y="203"/>
                      <a:pt x="18643" y="236"/>
                      <a:pt x="18417" y="271"/>
                    </a:cubicBezTo>
                    <a:lnTo>
                      <a:pt x="18488" y="717"/>
                    </a:lnTo>
                    <a:lnTo>
                      <a:pt x="18488" y="719"/>
                    </a:lnTo>
                    <a:cubicBezTo>
                      <a:pt x="18709" y="682"/>
                      <a:pt x="18930" y="651"/>
                      <a:pt x="19153" y="623"/>
                    </a:cubicBezTo>
                    <a:lnTo>
                      <a:pt x="19097" y="173"/>
                    </a:lnTo>
                    <a:close/>
                    <a:moveTo>
                      <a:pt x="25258" y="261"/>
                    </a:moveTo>
                    <a:lnTo>
                      <a:pt x="25187" y="709"/>
                    </a:lnTo>
                    <a:cubicBezTo>
                      <a:pt x="25410" y="743"/>
                      <a:pt x="25631" y="781"/>
                      <a:pt x="25851" y="823"/>
                    </a:cubicBezTo>
                    <a:lnTo>
                      <a:pt x="25934" y="378"/>
                    </a:lnTo>
                    <a:cubicBezTo>
                      <a:pt x="25709" y="335"/>
                      <a:pt x="25484" y="297"/>
                      <a:pt x="25258" y="261"/>
                    </a:cubicBezTo>
                    <a:close/>
                    <a:moveTo>
                      <a:pt x="15739" y="871"/>
                    </a:moveTo>
                    <a:cubicBezTo>
                      <a:pt x="15517" y="935"/>
                      <a:pt x="15299" y="1003"/>
                      <a:pt x="15081" y="1074"/>
                    </a:cubicBezTo>
                    <a:lnTo>
                      <a:pt x="15221" y="1503"/>
                    </a:lnTo>
                    <a:cubicBezTo>
                      <a:pt x="15435" y="1434"/>
                      <a:pt x="15649" y="1368"/>
                      <a:pt x="15864" y="1305"/>
                    </a:cubicBezTo>
                    <a:lnTo>
                      <a:pt x="15739" y="871"/>
                    </a:lnTo>
                    <a:close/>
                    <a:moveTo>
                      <a:pt x="28595" y="1054"/>
                    </a:moveTo>
                    <a:lnTo>
                      <a:pt x="28456" y="1485"/>
                    </a:lnTo>
                    <a:cubicBezTo>
                      <a:pt x="28671" y="1555"/>
                      <a:pt x="28883" y="1626"/>
                      <a:pt x="29094" y="1702"/>
                    </a:cubicBezTo>
                    <a:lnTo>
                      <a:pt x="29248" y="1277"/>
                    </a:lnTo>
                    <a:cubicBezTo>
                      <a:pt x="29031" y="1199"/>
                      <a:pt x="28815" y="1125"/>
                      <a:pt x="28595" y="1054"/>
                    </a:cubicBezTo>
                    <a:close/>
                    <a:moveTo>
                      <a:pt x="12530" y="2088"/>
                    </a:moveTo>
                    <a:cubicBezTo>
                      <a:pt x="12324" y="2187"/>
                      <a:pt x="12119" y="2288"/>
                      <a:pt x="11916" y="2392"/>
                    </a:cubicBezTo>
                    <a:lnTo>
                      <a:pt x="12122" y="2794"/>
                    </a:lnTo>
                    <a:cubicBezTo>
                      <a:pt x="12320" y="2693"/>
                      <a:pt x="12520" y="2594"/>
                      <a:pt x="12724" y="2498"/>
                    </a:cubicBezTo>
                    <a:lnTo>
                      <a:pt x="12530" y="2088"/>
                    </a:lnTo>
                    <a:close/>
                    <a:moveTo>
                      <a:pt x="31770" y="2364"/>
                    </a:moveTo>
                    <a:lnTo>
                      <a:pt x="31564" y="2767"/>
                    </a:lnTo>
                    <a:cubicBezTo>
                      <a:pt x="31765" y="2870"/>
                      <a:pt x="31964" y="2975"/>
                      <a:pt x="32160" y="3083"/>
                    </a:cubicBezTo>
                    <a:lnTo>
                      <a:pt x="32378" y="2686"/>
                    </a:lnTo>
                    <a:cubicBezTo>
                      <a:pt x="32177" y="2576"/>
                      <a:pt x="31974" y="2468"/>
                      <a:pt x="31770" y="2364"/>
                    </a:cubicBezTo>
                    <a:close/>
                    <a:moveTo>
                      <a:pt x="9556" y="3793"/>
                    </a:moveTo>
                    <a:cubicBezTo>
                      <a:pt x="9367" y="3922"/>
                      <a:pt x="9180" y="4054"/>
                      <a:pt x="8995" y="4190"/>
                    </a:cubicBezTo>
                    <a:lnTo>
                      <a:pt x="9262" y="4555"/>
                    </a:lnTo>
                    <a:cubicBezTo>
                      <a:pt x="9443" y="4423"/>
                      <a:pt x="9626" y="4294"/>
                      <a:pt x="9811" y="4167"/>
                    </a:cubicBezTo>
                    <a:lnTo>
                      <a:pt x="9556" y="3793"/>
                    </a:lnTo>
                    <a:close/>
                    <a:moveTo>
                      <a:pt x="34698" y="4157"/>
                    </a:moveTo>
                    <a:lnTo>
                      <a:pt x="34432" y="4523"/>
                    </a:lnTo>
                    <a:cubicBezTo>
                      <a:pt x="34614" y="4656"/>
                      <a:pt x="34794" y="4789"/>
                      <a:pt x="34970" y="4926"/>
                    </a:cubicBezTo>
                    <a:lnTo>
                      <a:pt x="35248" y="4570"/>
                    </a:lnTo>
                    <a:cubicBezTo>
                      <a:pt x="35066" y="4429"/>
                      <a:pt x="34883" y="4290"/>
                      <a:pt x="34698" y="4157"/>
                    </a:cubicBezTo>
                    <a:close/>
                    <a:moveTo>
                      <a:pt x="6883" y="5943"/>
                    </a:moveTo>
                    <a:cubicBezTo>
                      <a:pt x="6717" y="6099"/>
                      <a:pt x="6551" y="6260"/>
                      <a:pt x="6391" y="6422"/>
                    </a:cubicBezTo>
                    <a:lnTo>
                      <a:pt x="6710" y="6740"/>
                    </a:lnTo>
                    <a:cubicBezTo>
                      <a:pt x="6869" y="6582"/>
                      <a:pt x="7029" y="6425"/>
                      <a:pt x="7192" y="6271"/>
                    </a:cubicBezTo>
                    <a:lnTo>
                      <a:pt x="6883" y="5943"/>
                    </a:lnTo>
                    <a:close/>
                    <a:moveTo>
                      <a:pt x="37310" y="6382"/>
                    </a:moveTo>
                    <a:lnTo>
                      <a:pt x="36989" y="6702"/>
                    </a:lnTo>
                    <a:cubicBezTo>
                      <a:pt x="37148" y="6861"/>
                      <a:pt x="37305" y="7021"/>
                      <a:pt x="37458" y="7185"/>
                    </a:cubicBezTo>
                    <a:lnTo>
                      <a:pt x="37787" y="6874"/>
                    </a:lnTo>
                    <a:cubicBezTo>
                      <a:pt x="37630" y="6707"/>
                      <a:pt x="37472" y="6544"/>
                      <a:pt x="37310" y="6382"/>
                    </a:cubicBezTo>
                    <a:close/>
                    <a:moveTo>
                      <a:pt x="4575" y="8482"/>
                    </a:moveTo>
                    <a:cubicBezTo>
                      <a:pt x="4435" y="8662"/>
                      <a:pt x="4298" y="8845"/>
                      <a:pt x="4162" y="9032"/>
                    </a:cubicBezTo>
                    <a:lnTo>
                      <a:pt x="4529" y="9296"/>
                    </a:lnTo>
                    <a:lnTo>
                      <a:pt x="4529" y="9298"/>
                    </a:lnTo>
                    <a:cubicBezTo>
                      <a:pt x="4661" y="9116"/>
                      <a:pt x="4795" y="8936"/>
                      <a:pt x="4932" y="8759"/>
                    </a:cubicBezTo>
                    <a:lnTo>
                      <a:pt x="4575" y="8482"/>
                    </a:lnTo>
                    <a:close/>
                    <a:moveTo>
                      <a:pt x="39542" y="8986"/>
                    </a:moveTo>
                    <a:lnTo>
                      <a:pt x="39177" y="9253"/>
                    </a:lnTo>
                    <a:cubicBezTo>
                      <a:pt x="39309" y="9433"/>
                      <a:pt x="39438" y="9617"/>
                      <a:pt x="39565" y="9802"/>
                    </a:cubicBezTo>
                    <a:lnTo>
                      <a:pt x="39938" y="9547"/>
                    </a:lnTo>
                    <a:cubicBezTo>
                      <a:pt x="39809" y="9357"/>
                      <a:pt x="39677" y="9171"/>
                      <a:pt x="39542" y="8986"/>
                    </a:cubicBezTo>
                    <a:close/>
                    <a:moveTo>
                      <a:pt x="2692" y="11350"/>
                    </a:moveTo>
                    <a:cubicBezTo>
                      <a:pt x="2581" y="11551"/>
                      <a:pt x="2474" y="11755"/>
                      <a:pt x="2370" y="11958"/>
                    </a:cubicBezTo>
                    <a:lnTo>
                      <a:pt x="2773" y="12164"/>
                    </a:lnTo>
                    <a:cubicBezTo>
                      <a:pt x="2875" y="11963"/>
                      <a:pt x="2980" y="11764"/>
                      <a:pt x="3089" y="11568"/>
                    </a:cubicBezTo>
                    <a:lnTo>
                      <a:pt x="2692" y="11350"/>
                    </a:lnTo>
                    <a:close/>
                    <a:moveTo>
                      <a:pt x="41341" y="11905"/>
                    </a:moveTo>
                    <a:lnTo>
                      <a:pt x="40938" y="12111"/>
                    </a:lnTo>
                    <a:cubicBezTo>
                      <a:pt x="41040" y="12311"/>
                      <a:pt x="41139" y="12511"/>
                      <a:pt x="41235" y="12714"/>
                    </a:cubicBezTo>
                    <a:lnTo>
                      <a:pt x="41643" y="12519"/>
                    </a:lnTo>
                    <a:cubicBezTo>
                      <a:pt x="41546" y="12313"/>
                      <a:pt x="41445" y="12108"/>
                      <a:pt x="41341" y="11905"/>
                    </a:cubicBezTo>
                    <a:close/>
                    <a:moveTo>
                      <a:pt x="1280" y="14480"/>
                    </a:moveTo>
                    <a:cubicBezTo>
                      <a:pt x="1202" y="14697"/>
                      <a:pt x="1129" y="14913"/>
                      <a:pt x="1058" y="15133"/>
                    </a:cubicBezTo>
                    <a:lnTo>
                      <a:pt x="1488" y="15272"/>
                    </a:lnTo>
                    <a:cubicBezTo>
                      <a:pt x="1557" y="15057"/>
                      <a:pt x="1630" y="14844"/>
                      <a:pt x="1706" y="14632"/>
                    </a:cubicBezTo>
                    <a:lnTo>
                      <a:pt x="1280" y="14480"/>
                    </a:lnTo>
                    <a:close/>
                    <a:moveTo>
                      <a:pt x="42661" y="15070"/>
                    </a:moveTo>
                    <a:lnTo>
                      <a:pt x="42230" y="15211"/>
                    </a:lnTo>
                    <a:cubicBezTo>
                      <a:pt x="42299" y="15424"/>
                      <a:pt x="42365" y="15639"/>
                      <a:pt x="42430" y="15853"/>
                    </a:cubicBezTo>
                    <a:lnTo>
                      <a:pt x="42862" y="15728"/>
                    </a:lnTo>
                    <a:cubicBezTo>
                      <a:pt x="42800" y="15506"/>
                      <a:pt x="42732" y="15288"/>
                      <a:pt x="42661" y="15070"/>
                    </a:cubicBezTo>
                    <a:close/>
                    <a:moveTo>
                      <a:pt x="379" y="17793"/>
                    </a:moveTo>
                    <a:cubicBezTo>
                      <a:pt x="338" y="18018"/>
                      <a:pt x="298" y="18244"/>
                      <a:pt x="264" y="18470"/>
                    </a:cubicBezTo>
                    <a:lnTo>
                      <a:pt x="710" y="18540"/>
                    </a:lnTo>
                    <a:cubicBezTo>
                      <a:pt x="744" y="18318"/>
                      <a:pt x="782" y="18097"/>
                      <a:pt x="824" y="17877"/>
                    </a:cubicBezTo>
                    <a:lnTo>
                      <a:pt x="379" y="17793"/>
                    </a:lnTo>
                    <a:close/>
                    <a:moveTo>
                      <a:pt x="43465" y="18406"/>
                    </a:moveTo>
                    <a:lnTo>
                      <a:pt x="43018" y="18477"/>
                    </a:lnTo>
                    <a:cubicBezTo>
                      <a:pt x="43052" y="18698"/>
                      <a:pt x="43085" y="18920"/>
                      <a:pt x="43114" y="19143"/>
                    </a:cubicBezTo>
                    <a:lnTo>
                      <a:pt x="43561" y="19086"/>
                    </a:lnTo>
                    <a:cubicBezTo>
                      <a:pt x="43533" y="18858"/>
                      <a:pt x="43500" y="18632"/>
                      <a:pt x="43465" y="18406"/>
                    </a:cubicBezTo>
                    <a:close/>
                    <a:moveTo>
                      <a:pt x="11" y="21203"/>
                    </a:moveTo>
                    <a:cubicBezTo>
                      <a:pt x="4" y="21424"/>
                      <a:pt x="1" y="21646"/>
                      <a:pt x="1" y="21869"/>
                    </a:cubicBezTo>
                    <a:lnTo>
                      <a:pt x="1" y="21890"/>
                    </a:lnTo>
                    <a:lnTo>
                      <a:pt x="454" y="21869"/>
                    </a:lnTo>
                    <a:cubicBezTo>
                      <a:pt x="454" y="21650"/>
                      <a:pt x="457" y="21432"/>
                      <a:pt x="462" y="21218"/>
                    </a:cubicBezTo>
                    <a:lnTo>
                      <a:pt x="11" y="21203"/>
                    </a:lnTo>
                    <a:close/>
                    <a:moveTo>
                      <a:pt x="43285" y="21826"/>
                    </a:moveTo>
                    <a:lnTo>
                      <a:pt x="43285" y="21869"/>
                    </a:lnTo>
                    <a:cubicBezTo>
                      <a:pt x="43285" y="22093"/>
                      <a:pt x="43282" y="22318"/>
                      <a:pt x="43274" y="22541"/>
                    </a:cubicBezTo>
                    <a:lnTo>
                      <a:pt x="43726" y="22556"/>
                    </a:lnTo>
                    <a:cubicBezTo>
                      <a:pt x="43733" y="22328"/>
                      <a:pt x="43736" y="22098"/>
                      <a:pt x="43736" y="21867"/>
                    </a:cubicBezTo>
                    <a:lnTo>
                      <a:pt x="43736" y="21826"/>
                    </a:lnTo>
                    <a:close/>
                    <a:moveTo>
                      <a:pt x="622" y="24573"/>
                    </a:moveTo>
                    <a:lnTo>
                      <a:pt x="173" y="24631"/>
                    </a:lnTo>
                    <a:cubicBezTo>
                      <a:pt x="202" y="24857"/>
                      <a:pt x="234" y="25085"/>
                      <a:pt x="270" y="25310"/>
                    </a:cubicBezTo>
                    <a:lnTo>
                      <a:pt x="716" y="25239"/>
                    </a:lnTo>
                    <a:cubicBezTo>
                      <a:pt x="682" y="25019"/>
                      <a:pt x="650" y="24796"/>
                      <a:pt x="622" y="24573"/>
                    </a:cubicBezTo>
                    <a:close/>
                    <a:moveTo>
                      <a:pt x="43024" y="25219"/>
                    </a:moveTo>
                    <a:cubicBezTo>
                      <a:pt x="42990" y="25440"/>
                      <a:pt x="42952" y="25662"/>
                      <a:pt x="42910" y="25881"/>
                    </a:cubicBezTo>
                    <a:lnTo>
                      <a:pt x="43355" y="25966"/>
                    </a:lnTo>
                    <a:cubicBezTo>
                      <a:pt x="43396" y="25741"/>
                      <a:pt x="43436" y="25515"/>
                      <a:pt x="43472" y="25288"/>
                    </a:cubicBezTo>
                    <a:lnTo>
                      <a:pt x="43024" y="25219"/>
                    </a:lnTo>
                    <a:close/>
                    <a:moveTo>
                      <a:pt x="1303" y="27864"/>
                    </a:moveTo>
                    <a:lnTo>
                      <a:pt x="868" y="27989"/>
                    </a:lnTo>
                    <a:cubicBezTo>
                      <a:pt x="933" y="28209"/>
                      <a:pt x="1000" y="28429"/>
                      <a:pt x="1071" y="28645"/>
                    </a:cubicBezTo>
                    <a:lnTo>
                      <a:pt x="1501" y="28507"/>
                    </a:lnTo>
                    <a:cubicBezTo>
                      <a:pt x="1432" y="28293"/>
                      <a:pt x="1365" y="28079"/>
                      <a:pt x="1303" y="27864"/>
                    </a:cubicBezTo>
                    <a:close/>
                    <a:moveTo>
                      <a:pt x="42243" y="28487"/>
                    </a:moveTo>
                    <a:cubicBezTo>
                      <a:pt x="42173" y="28700"/>
                      <a:pt x="42101" y="28913"/>
                      <a:pt x="42025" y="29124"/>
                    </a:cubicBezTo>
                    <a:lnTo>
                      <a:pt x="42451" y="29278"/>
                    </a:lnTo>
                    <a:cubicBezTo>
                      <a:pt x="42527" y="29062"/>
                      <a:pt x="42601" y="28844"/>
                      <a:pt x="42672" y="28626"/>
                    </a:cubicBezTo>
                    <a:lnTo>
                      <a:pt x="42243" y="28487"/>
                    </a:lnTo>
                    <a:close/>
                    <a:moveTo>
                      <a:pt x="2494" y="31005"/>
                    </a:moveTo>
                    <a:lnTo>
                      <a:pt x="2084" y="31198"/>
                    </a:lnTo>
                    <a:cubicBezTo>
                      <a:pt x="2182" y="31404"/>
                      <a:pt x="2282" y="31609"/>
                      <a:pt x="2386" y="31812"/>
                    </a:cubicBezTo>
                    <a:lnTo>
                      <a:pt x="2790" y="31608"/>
                    </a:lnTo>
                    <a:cubicBezTo>
                      <a:pt x="2687" y="31408"/>
                      <a:pt x="2590" y="31208"/>
                      <a:pt x="2494" y="31005"/>
                    </a:cubicBezTo>
                    <a:close/>
                    <a:moveTo>
                      <a:pt x="40956" y="31593"/>
                    </a:moveTo>
                    <a:cubicBezTo>
                      <a:pt x="40853" y="31793"/>
                      <a:pt x="40748" y="31991"/>
                      <a:pt x="40639" y="32189"/>
                    </a:cubicBezTo>
                    <a:lnTo>
                      <a:pt x="41035" y="32405"/>
                    </a:lnTo>
                    <a:cubicBezTo>
                      <a:pt x="41146" y="32206"/>
                      <a:pt x="41253" y="32002"/>
                      <a:pt x="41357" y="31798"/>
                    </a:cubicBezTo>
                    <a:lnTo>
                      <a:pt x="40956" y="31593"/>
                    </a:lnTo>
                    <a:close/>
                    <a:moveTo>
                      <a:pt x="4161" y="33917"/>
                    </a:moveTo>
                    <a:lnTo>
                      <a:pt x="3787" y="34173"/>
                    </a:lnTo>
                    <a:cubicBezTo>
                      <a:pt x="3916" y="34362"/>
                      <a:pt x="4048" y="34548"/>
                      <a:pt x="4182" y="34733"/>
                    </a:cubicBezTo>
                    <a:lnTo>
                      <a:pt x="4549" y="34467"/>
                    </a:lnTo>
                    <a:cubicBezTo>
                      <a:pt x="4417" y="34286"/>
                      <a:pt x="4288" y="34102"/>
                      <a:pt x="4161" y="33917"/>
                    </a:cubicBezTo>
                    <a:close/>
                    <a:moveTo>
                      <a:pt x="39196" y="34457"/>
                    </a:moveTo>
                    <a:cubicBezTo>
                      <a:pt x="39064" y="34639"/>
                      <a:pt x="38929" y="34818"/>
                      <a:pt x="38792" y="34996"/>
                    </a:cubicBezTo>
                    <a:lnTo>
                      <a:pt x="39149" y="35273"/>
                    </a:lnTo>
                    <a:lnTo>
                      <a:pt x="39149" y="35272"/>
                    </a:lnTo>
                    <a:cubicBezTo>
                      <a:pt x="39289" y="35092"/>
                      <a:pt x="39428" y="34908"/>
                      <a:pt x="39562" y="34723"/>
                    </a:cubicBezTo>
                    <a:lnTo>
                      <a:pt x="39196" y="34457"/>
                    </a:lnTo>
                    <a:close/>
                    <a:moveTo>
                      <a:pt x="6264" y="36537"/>
                    </a:moveTo>
                    <a:lnTo>
                      <a:pt x="5935" y="36846"/>
                    </a:lnTo>
                    <a:cubicBezTo>
                      <a:pt x="6092" y="37013"/>
                      <a:pt x="6251" y="37178"/>
                      <a:pt x="6413" y="37340"/>
                    </a:cubicBezTo>
                    <a:lnTo>
                      <a:pt x="6413" y="37339"/>
                    </a:lnTo>
                    <a:lnTo>
                      <a:pt x="6733" y="37020"/>
                    </a:lnTo>
                    <a:cubicBezTo>
                      <a:pt x="6574" y="36861"/>
                      <a:pt x="6418" y="36701"/>
                      <a:pt x="6264" y="36537"/>
                    </a:cubicBezTo>
                    <a:close/>
                    <a:moveTo>
                      <a:pt x="37012" y="37011"/>
                    </a:moveTo>
                    <a:cubicBezTo>
                      <a:pt x="36854" y="37170"/>
                      <a:pt x="36692" y="37327"/>
                      <a:pt x="36530" y="37481"/>
                    </a:cubicBezTo>
                    <a:lnTo>
                      <a:pt x="36839" y="37809"/>
                    </a:lnTo>
                    <a:cubicBezTo>
                      <a:pt x="37006" y="37652"/>
                      <a:pt x="37169" y="37494"/>
                      <a:pt x="37331" y="37332"/>
                    </a:cubicBezTo>
                    <a:lnTo>
                      <a:pt x="37012" y="37011"/>
                    </a:lnTo>
                    <a:close/>
                    <a:moveTo>
                      <a:pt x="8750" y="38797"/>
                    </a:moveTo>
                    <a:lnTo>
                      <a:pt x="8473" y="39154"/>
                    </a:lnTo>
                    <a:cubicBezTo>
                      <a:pt x="8654" y="39296"/>
                      <a:pt x="8838" y="39433"/>
                      <a:pt x="9023" y="39567"/>
                    </a:cubicBezTo>
                    <a:lnTo>
                      <a:pt x="9289" y="39202"/>
                    </a:lnTo>
                    <a:cubicBezTo>
                      <a:pt x="9107" y="39070"/>
                      <a:pt x="8927" y="38936"/>
                      <a:pt x="8750" y="38797"/>
                    </a:cubicBezTo>
                    <a:close/>
                    <a:moveTo>
                      <a:pt x="34458" y="39196"/>
                    </a:moveTo>
                    <a:cubicBezTo>
                      <a:pt x="34278" y="39328"/>
                      <a:pt x="34095" y="39457"/>
                      <a:pt x="33910" y="39582"/>
                    </a:cubicBezTo>
                    <a:lnTo>
                      <a:pt x="34164" y="39955"/>
                    </a:lnTo>
                    <a:cubicBezTo>
                      <a:pt x="34353" y="39827"/>
                      <a:pt x="34539" y="39694"/>
                      <a:pt x="34724" y="39561"/>
                    </a:cubicBezTo>
                    <a:lnTo>
                      <a:pt x="34458" y="39196"/>
                    </a:lnTo>
                    <a:close/>
                    <a:moveTo>
                      <a:pt x="11559" y="40644"/>
                    </a:moveTo>
                    <a:lnTo>
                      <a:pt x="11341" y="41041"/>
                    </a:lnTo>
                    <a:cubicBezTo>
                      <a:pt x="11542" y="41152"/>
                      <a:pt x="11744" y="41259"/>
                      <a:pt x="11949" y="41363"/>
                    </a:cubicBezTo>
                    <a:lnTo>
                      <a:pt x="12155" y="40960"/>
                    </a:lnTo>
                    <a:cubicBezTo>
                      <a:pt x="11954" y="40858"/>
                      <a:pt x="11755" y="40753"/>
                      <a:pt x="11559" y="40644"/>
                    </a:cubicBezTo>
                    <a:close/>
                    <a:moveTo>
                      <a:pt x="31597" y="40952"/>
                    </a:moveTo>
                    <a:cubicBezTo>
                      <a:pt x="31399" y="41054"/>
                      <a:pt x="31197" y="41153"/>
                      <a:pt x="30996" y="41249"/>
                    </a:cubicBezTo>
                    <a:lnTo>
                      <a:pt x="31189" y="41657"/>
                    </a:lnTo>
                    <a:cubicBezTo>
                      <a:pt x="31395" y="41560"/>
                      <a:pt x="31600" y="41459"/>
                      <a:pt x="31803" y="41355"/>
                    </a:cubicBezTo>
                    <a:lnTo>
                      <a:pt x="31597" y="40952"/>
                    </a:lnTo>
                    <a:close/>
                    <a:moveTo>
                      <a:pt x="14623" y="42027"/>
                    </a:moveTo>
                    <a:lnTo>
                      <a:pt x="14470" y="42453"/>
                    </a:lnTo>
                    <a:cubicBezTo>
                      <a:pt x="14686" y="42531"/>
                      <a:pt x="14904" y="42605"/>
                      <a:pt x="15122" y="42676"/>
                    </a:cubicBezTo>
                    <a:lnTo>
                      <a:pt x="15261" y="42245"/>
                    </a:lnTo>
                    <a:cubicBezTo>
                      <a:pt x="15048" y="42176"/>
                      <a:pt x="14835" y="42103"/>
                      <a:pt x="14623" y="42027"/>
                    </a:cubicBezTo>
                    <a:close/>
                    <a:moveTo>
                      <a:pt x="28496" y="42240"/>
                    </a:moveTo>
                    <a:cubicBezTo>
                      <a:pt x="28283" y="42310"/>
                      <a:pt x="28070" y="42374"/>
                      <a:pt x="27853" y="42437"/>
                    </a:cubicBezTo>
                    <a:lnTo>
                      <a:pt x="27979" y="42871"/>
                    </a:lnTo>
                    <a:cubicBezTo>
                      <a:pt x="28200" y="42807"/>
                      <a:pt x="28418" y="42741"/>
                      <a:pt x="28636" y="42670"/>
                    </a:cubicBezTo>
                    <a:lnTo>
                      <a:pt x="28496" y="42240"/>
                    </a:lnTo>
                    <a:close/>
                    <a:moveTo>
                      <a:pt x="17866" y="42911"/>
                    </a:moveTo>
                    <a:lnTo>
                      <a:pt x="17782" y="43355"/>
                    </a:lnTo>
                    <a:cubicBezTo>
                      <a:pt x="18007" y="43398"/>
                      <a:pt x="18233" y="43436"/>
                      <a:pt x="18460" y="43473"/>
                    </a:cubicBezTo>
                    <a:lnTo>
                      <a:pt x="18529" y="43025"/>
                    </a:lnTo>
                    <a:cubicBezTo>
                      <a:pt x="18308" y="42990"/>
                      <a:pt x="18086" y="42952"/>
                      <a:pt x="17866" y="42911"/>
                    </a:cubicBezTo>
                    <a:close/>
                    <a:moveTo>
                      <a:pt x="25230" y="43022"/>
                    </a:moveTo>
                    <a:cubicBezTo>
                      <a:pt x="25008" y="43056"/>
                      <a:pt x="24787" y="43088"/>
                      <a:pt x="24562" y="43116"/>
                    </a:cubicBezTo>
                    <a:lnTo>
                      <a:pt x="24620" y="43565"/>
                    </a:lnTo>
                    <a:cubicBezTo>
                      <a:pt x="24848" y="43537"/>
                      <a:pt x="25074" y="43504"/>
                      <a:pt x="25299" y="43469"/>
                    </a:cubicBezTo>
                    <a:lnTo>
                      <a:pt x="25230" y="43022"/>
                    </a:lnTo>
                    <a:close/>
                    <a:moveTo>
                      <a:pt x="21207" y="43274"/>
                    </a:moveTo>
                    <a:lnTo>
                      <a:pt x="21194" y="43727"/>
                    </a:lnTo>
                    <a:cubicBezTo>
                      <a:pt x="21410" y="43734"/>
                      <a:pt x="21628" y="43737"/>
                      <a:pt x="21856" y="43737"/>
                    </a:cubicBezTo>
                    <a:lnTo>
                      <a:pt x="21856" y="43735"/>
                    </a:lnTo>
                    <a:lnTo>
                      <a:pt x="21878" y="43735"/>
                    </a:lnTo>
                    <a:lnTo>
                      <a:pt x="21878" y="43674"/>
                    </a:lnTo>
                    <a:lnTo>
                      <a:pt x="21869" y="43284"/>
                    </a:lnTo>
                    <a:cubicBezTo>
                      <a:pt x="21648" y="43284"/>
                      <a:pt x="21427" y="43281"/>
                      <a:pt x="21207" y="432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31"/>
              <p:cNvSpPr/>
              <p:nvPr/>
            </p:nvSpPr>
            <p:spPr>
              <a:xfrm>
                <a:off x="4015100" y="1891050"/>
                <a:ext cx="314250" cy="635550"/>
              </a:xfrm>
              <a:custGeom>
                <a:avLst/>
                <a:gdLst/>
                <a:ahLst/>
                <a:cxnLst/>
                <a:rect l="l" t="t" r="r" b="b"/>
                <a:pathLst>
                  <a:path w="12570" h="25422" extrusionOk="0">
                    <a:moveTo>
                      <a:pt x="11291" y="1"/>
                    </a:moveTo>
                    <a:lnTo>
                      <a:pt x="10868" y="161"/>
                    </a:lnTo>
                    <a:cubicBezTo>
                      <a:pt x="11697" y="2351"/>
                      <a:pt x="12117" y="4659"/>
                      <a:pt x="12117" y="7024"/>
                    </a:cubicBezTo>
                    <a:cubicBezTo>
                      <a:pt x="12117" y="14965"/>
                      <a:pt x="7360" y="22023"/>
                      <a:pt x="0" y="25003"/>
                    </a:cubicBezTo>
                    <a:lnTo>
                      <a:pt x="169" y="25421"/>
                    </a:lnTo>
                    <a:cubicBezTo>
                      <a:pt x="7702" y="22373"/>
                      <a:pt x="12569" y="15150"/>
                      <a:pt x="12569" y="7024"/>
                    </a:cubicBezTo>
                    <a:cubicBezTo>
                      <a:pt x="12569" y="4605"/>
                      <a:pt x="12140" y="2242"/>
                      <a:pt x="11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31"/>
              <p:cNvSpPr/>
              <p:nvPr/>
            </p:nvSpPr>
            <p:spPr>
              <a:xfrm>
                <a:off x="3650025" y="1570625"/>
                <a:ext cx="518400" cy="138650"/>
              </a:xfrm>
              <a:custGeom>
                <a:avLst/>
                <a:gdLst/>
                <a:ahLst/>
                <a:cxnLst/>
                <a:rect l="l" t="t" r="r" b="b"/>
                <a:pathLst>
                  <a:path w="20736" h="5546" extrusionOk="0">
                    <a:moveTo>
                      <a:pt x="7332" y="1"/>
                    </a:moveTo>
                    <a:cubicBezTo>
                      <a:pt x="4800" y="1"/>
                      <a:pt x="2333" y="470"/>
                      <a:pt x="1" y="1398"/>
                    </a:cubicBezTo>
                    <a:lnTo>
                      <a:pt x="167" y="1818"/>
                    </a:lnTo>
                    <a:cubicBezTo>
                      <a:pt x="2447" y="913"/>
                      <a:pt x="4858" y="452"/>
                      <a:pt x="7332" y="452"/>
                    </a:cubicBezTo>
                    <a:cubicBezTo>
                      <a:pt x="12196" y="452"/>
                      <a:pt x="16847" y="2261"/>
                      <a:pt x="20430" y="5545"/>
                    </a:cubicBezTo>
                    <a:lnTo>
                      <a:pt x="20736" y="5211"/>
                    </a:lnTo>
                    <a:cubicBezTo>
                      <a:pt x="17070" y="1851"/>
                      <a:pt x="12310" y="1"/>
                      <a:pt x="73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31"/>
              <p:cNvSpPr/>
              <p:nvPr/>
            </p:nvSpPr>
            <p:spPr>
              <a:xfrm>
                <a:off x="3337275" y="1724525"/>
                <a:ext cx="376225" cy="822850"/>
              </a:xfrm>
              <a:custGeom>
                <a:avLst/>
                <a:gdLst/>
                <a:ahLst/>
                <a:cxnLst/>
                <a:rect l="l" t="t" r="r" b="b"/>
                <a:pathLst>
                  <a:path w="15049" h="32914" extrusionOk="0">
                    <a:moveTo>
                      <a:pt x="5476" y="0"/>
                    </a:moveTo>
                    <a:cubicBezTo>
                      <a:pt x="1945" y="3704"/>
                      <a:pt x="1" y="8565"/>
                      <a:pt x="1" y="13685"/>
                    </a:cubicBezTo>
                    <a:cubicBezTo>
                      <a:pt x="1" y="22769"/>
                      <a:pt x="6143" y="30676"/>
                      <a:pt x="14936" y="32913"/>
                    </a:cubicBezTo>
                    <a:lnTo>
                      <a:pt x="15048" y="32475"/>
                    </a:lnTo>
                    <a:cubicBezTo>
                      <a:pt x="6456" y="30290"/>
                      <a:pt x="454" y="22563"/>
                      <a:pt x="454" y="13685"/>
                    </a:cubicBezTo>
                    <a:cubicBezTo>
                      <a:pt x="454" y="8682"/>
                      <a:pt x="2354" y="3932"/>
                      <a:pt x="5803" y="313"/>
                    </a:cubicBezTo>
                    <a:lnTo>
                      <a:pt x="54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31"/>
              <p:cNvSpPr/>
              <p:nvPr/>
            </p:nvSpPr>
            <p:spPr>
              <a:xfrm>
                <a:off x="3383450" y="1683375"/>
                <a:ext cx="279575" cy="790175"/>
              </a:xfrm>
              <a:custGeom>
                <a:avLst/>
                <a:gdLst/>
                <a:ahLst/>
                <a:cxnLst/>
                <a:rect l="l" t="t" r="r" b="b"/>
                <a:pathLst>
                  <a:path w="11183" h="31607" extrusionOk="0">
                    <a:moveTo>
                      <a:pt x="8567" y="1"/>
                    </a:moveTo>
                    <a:cubicBezTo>
                      <a:pt x="3203" y="3307"/>
                      <a:pt x="1" y="9038"/>
                      <a:pt x="1" y="15331"/>
                    </a:cubicBezTo>
                    <a:cubicBezTo>
                      <a:pt x="1" y="22256"/>
                      <a:pt x="4049" y="28645"/>
                      <a:pt x="10313" y="31607"/>
                    </a:cubicBezTo>
                    <a:lnTo>
                      <a:pt x="11182" y="29766"/>
                    </a:lnTo>
                    <a:cubicBezTo>
                      <a:pt x="5626" y="27140"/>
                      <a:pt x="2036" y="21473"/>
                      <a:pt x="2036" y="15331"/>
                    </a:cubicBezTo>
                    <a:cubicBezTo>
                      <a:pt x="2036" y="9750"/>
                      <a:pt x="4876" y="4666"/>
                      <a:pt x="9634" y="1734"/>
                    </a:cubicBezTo>
                    <a:lnTo>
                      <a:pt x="85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1"/>
              <p:cNvSpPr/>
              <p:nvPr/>
            </p:nvSpPr>
            <p:spPr>
              <a:xfrm>
                <a:off x="3833325" y="1616775"/>
                <a:ext cx="449850" cy="843600"/>
              </a:xfrm>
              <a:custGeom>
                <a:avLst/>
                <a:gdLst/>
                <a:ahLst/>
                <a:cxnLst/>
                <a:rect l="l" t="t" r="r" b="b"/>
                <a:pathLst>
                  <a:path w="17994" h="33744" extrusionOk="0">
                    <a:moveTo>
                      <a:pt x="0" y="0"/>
                    </a:moveTo>
                    <a:lnTo>
                      <a:pt x="0" y="2035"/>
                    </a:lnTo>
                    <a:cubicBezTo>
                      <a:pt x="8799" y="2035"/>
                      <a:pt x="15960" y="9196"/>
                      <a:pt x="15960" y="17995"/>
                    </a:cubicBezTo>
                    <a:cubicBezTo>
                      <a:pt x="15960" y="23797"/>
                      <a:pt x="12802" y="29149"/>
                      <a:pt x="7722" y="31965"/>
                    </a:cubicBezTo>
                    <a:lnTo>
                      <a:pt x="8707" y="33744"/>
                    </a:lnTo>
                    <a:cubicBezTo>
                      <a:pt x="14436" y="30572"/>
                      <a:pt x="17993" y="24537"/>
                      <a:pt x="17993" y="17995"/>
                    </a:cubicBezTo>
                    <a:cubicBezTo>
                      <a:pt x="17993" y="8072"/>
                      <a:pt x="992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1"/>
              <p:cNvSpPr/>
              <p:nvPr/>
            </p:nvSpPr>
            <p:spPr>
              <a:xfrm>
                <a:off x="3473875" y="1707175"/>
                <a:ext cx="718925" cy="718925"/>
              </a:xfrm>
              <a:custGeom>
                <a:avLst/>
                <a:gdLst/>
                <a:ahLst/>
                <a:cxnLst/>
                <a:rect l="l" t="t" r="r" b="b"/>
                <a:pathLst>
                  <a:path w="28757" h="28757" extrusionOk="0">
                    <a:moveTo>
                      <a:pt x="14342" y="1"/>
                    </a:moveTo>
                    <a:lnTo>
                      <a:pt x="14342" y="452"/>
                    </a:lnTo>
                    <a:lnTo>
                      <a:pt x="14378" y="452"/>
                    </a:lnTo>
                    <a:cubicBezTo>
                      <a:pt x="14950" y="452"/>
                      <a:pt x="15525" y="488"/>
                      <a:pt x="16088" y="556"/>
                    </a:cubicBezTo>
                    <a:lnTo>
                      <a:pt x="16143" y="108"/>
                    </a:lnTo>
                    <a:cubicBezTo>
                      <a:pt x="15563" y="37"/>
                      <a:pt x="14970" y="1"/>
                      <a:pt x="14375" y="1"/>
                    </a:cubicBezTo>
                    <a:close/>
                    <a:moveTo>
                      <a:pt x="11649" y="258"/>
                    </a:moveTo>
                    <a:cubicBezTo>
                      <a:pt x="11059" y="372"/>
                      <a:pt x="10471" y="524"/>
                      <a:pt x="9901" y="711"/>
                    </a:cubicBezTo>
                    <a:lnTo>
                      <a:pt x="10042" y="1140"/>
                    </a:lnTo>
                    <a:cubicBezTo>
                      <a:pt x="10594" y="960"/>
                      <a:pt x="11163" y="813"/>
                      <a:pt x="11735" y="703"/>
                    </a:cubicBezTo>
                    <a:lnTo>
                      <a:pt x="11649" y="258"/>
                    </a:lnTo>
                    <a:close/>
                    <a:moveTo>
                      <a:pt x="18785" y="688"/>
                    </a:moveTo>
                    <a:lnTo>
                      <a:pt x="18646" y="1119"/>
                    </a:lnTo>
                    <a:cubicBezTo>
                      <a:pt x="19199" y="1296"/>
                      <a:pt x="19748" y="1512"/>
                      <a:pt x="20273" y="1758"/>
                    </a:cubicBezTo>
                    <a:lnTo>
                      <a:pt x="20465" y="1349"/>
                    </a:lnTo>
                    <a:cubicBezTo>
                      <a:pt x="19921" y="1094"/>
                      <a:pt x="19356" y="871"/>
                      <a:pt x="18785" y="688"/>
                    </a:cubicBezTo>
                    <a:close/>
                    <a:moveTo>
                      <a:pt x="7422" y="1791"/>
                    </a:moveTo>
                    <a:cubicBezTo>
                      <a:pt x="6898" y="2082"/>
                      <a:pt x="6386" y="2409"/>
                      <a:pt x="5902" y="2763"/>
                    </a:cubicBezTo>
                    <a:lnTo>
                      <a:pt x="6168" y="3128"/>
                    </a:lnTo>
                    <a:cubicBezTo>
                      <a:pt x="6637" y="2786"/>
                      <a:pt x="7132" y="2469"/>
                      <a:pt x="7641" y="2188"/>
                    </a:cubicBezTo>
                    <a:lnTo>
                      <a:pt x="7422" y="1791"/>
                    </a:lnTo>
                    <a:close/>
                    <a:moveTo>
                      <a:pt x="22797" y="2721"/>
                    </a:moveTo>
                    <a:lnTo>
                      <a:pt x="22531" y="3088"/>
                    </a:lnTo>
                    <a:cubicBezTo>
                      <a:pt x="23002" y="3429"/>
                      <a:pt x="23457" y="3802"/>
                      <a:pt x="23881" y="4198"/>
                    </a:cubicBezTo>
                    <a:lnTo>
                      <a:pt x="24190" y="3868"/>
                    </a:lnTo>
                    <a:cubicBezTo>
                      <a:pt x="23752" y="3458"/>
                      <a:pt x="23283" y="3072"/>
                      <a:pt x="22797" y="2721"/>
                    </a:cubicBezTo>
                    <a:close/>
                    <a:moveTo>
                      <a:pt x="3876" y="4557"/>
                    </a:moveTo>
                    <a:cubicBezTo>
                      <a:pt x="3466" y="4996"/>
                      <a:pt x="3080" y="5464"/>
                      <a:pt x="2728" y="5950"/>
                    </a:cubicBezTo>
                    <a:lnTo>
                      <a:pt x="3095" y="6216"/>
                    </a:lnTo>
                    <a:cubicBezTo>
                      <a:pt x="3435" y="5745"/>
                      <a:pt x="3810" y="5290"/>
                      <a:pt x="4207" y="4866"/>
                    </a:cubicBezTo>
                    <a:lnTo>
                      <a:pt x="3876" y="4557"/>
                    </a:lnTo>
                    <a:close/>
                    <a:moveTo>
                      <a:pt x="25986" y="5892"/>
                    </a:moveTo>
                    <a:lnTo>
                      <a:pt x="25621" y="6159"/>
                    </a:lnTo>
                    <a:cubicBezTo>
                      <a:pt x="25964" y="6629"/>
                      <a:pt x="26282" y="7123"/>
                      <a:pt x="26563" y="7631"/>
                    </a:cubicBezTo>
                    <a:lnTo>
                      <a:pt x="26959" y="7412"/>
                    </a:lnTo>
                    <a:cubicBezTo>
                      <a:pt x="26668" y="6886"/>
                      <a:pt x="26341" y="6376"/>
                      <a:pt x="25986" y="5892"/>
                    </a:cubicBezTo>
                    <a:close/>
                    <a:moveTo>
                      <a:pt x="1353" y="8281"/>
                    </a:moveTo>
                    <a:cubicBezTo>
                      <a:pt x="1097" y="8824"/>
                      <a:pt x="876" y="9389"/>
                      <a:pt x="691" y="9961"/>
                    </a:cubicBezTo>
                    <a:lnTo>
                      <a:pt x="1122" y="10100"/>
                    </a:lnTo>
                    <a:cubicBezTo>
                      <a:pt x="1301" y="9546"/>
                      <a:pt x="1515" y="8999"/>
                      <a:pt x="1763" y="8472"/>
                    </a:cubicBezTo>
                    <a:lnTo>
                      <a:pt x="1353" y="8281"/>
                    </a:lnTo>
                    <a:close/>
                    <a:moveTo>
                      <a:pt x="28043" y="9890"/>
                    </a:moveTo>
                    <a:lnTo>
                      <a:pt x="27612" y="10030"/>
                    </a:lnTo>
                    <a:cubicBezTo>
                      <a:pt x="27793" y="10584"/>
                      <a:pt x="27942" y="11152"/>
                      <a:pt x="28051" y="11722"/>
                    </a:cubicBezTo>
                    <a:lnTo>
                      <a:pt x="28495" y="11638"/>
                    </a:lnTo>
                    <a:cubicBezTo>
                      <a:pt x="28381" y="11048"/>
                      <a:pt x="28229" y="10460"/>
                      <a:pt x="28043" y="9890"/>
                    </a:cubicBezTo>
                    <a:close/>
                    <a:moveTo>
                      <a:pt x="108" y="12601"/>
                    </a:moveTo>
                    <a:cubicBezTo>
                      <a:pt x="37" y="13186"/>
                      <a:pt x="0" y="13784"/>
                      <a:pt x="0" y="14379"/>
                    </a:cubicBezTo>
                    <a:lnTo>
                      <a:pt x="0" y="14402"/>
                    </a:lnTo>
                    <a:lnTo>
                      <a:pt x="451" y="14402"/>
                    </a:lnTo>
                    <a:lnTo>
                      <a:pt x="451" y="14379"/>
                    </a:lnTo>
                    <a:cubicBezTo>
                      <a:pt x="451" y="13802"/>
                      <a:pt x="488" y="13224"/>
                      <a:pt x="557" y="12657"/>
                    </a:cubicBezTo>
                    <a:lnTo>
                      <a:pt x="108" y="12601"/>
                    </a:lnTo>
                    <a:close/>
                    <a:moveTo>
                      <a:pt x="28304" y="14329"/>
                    </a:moveTo>
                    <a:lnTo>
                      <a:pt x="28304" y="14379"/>
                    </a:lnTo>
                    <a:cubicBezTo>
                      <a:pt x="28304" y="14962"/>
                      <a:pt x="28267" y="15548"/>
                      <a:pt x="28196" y="16123"/>
                    </a:cubicBezTo>
                    <a:lnTo>
                      <a:pt x="28644" y="16179"/>
                    </a:lnTo>
                    <a:cubicBezTo>
                      <a:pt x="28718" y="15586"/>
                      <a:pt x="28756" y="14980"/>
                      <a:pt x="28756" y="14379"/>
                    </a:cubicBezTo>
                    <a:lnTo>
                      <a:pt x="28756" y="14329"/>
                    </a:lnTo>
                    <a:close/>
                    <a:moveTo>
                      <a:pt x="701" y="17010"/>
                    </a:moveTo>
                    <a:lnTo>
                      <a:pt x="256" y="17095"/>
                    </a:lnTo>
                    <a:cubicBezTo>
                      <a:pt x="369" y="17684"/>
                      <a:pt x="521" y="18272"/>
                      <a:pt x="706" y="18842"/>
                    </a:cubicBezTo>
                    <a:lnTo>
                      <a:pt x="1137" y="18702"/>
                    </a:lnTo>
                    <a:cubicBezTo>
                      <a:pt x="957" y="18150"/>
                      <a:pt x="810" y="17580"/>
                      <a:pt x="701" y="17010"/>
                    </a:cubicBezTo>
                    <a:close/>
                    <a:moveTo>
                      <a:pt x="27626" y="18681"/>
                    </a:moveTo>
                    <a:cubicBezTo>
                      <a:pt x="27448" y="19234"/>
                      <a:pt x="27232" y="19781"/>
                      <a:pt x="26984" y="20306"/>
                    </a:cubicBezTo>
                    <a:lnTo>
                      <a:pt x="27392" y="20499"/>
                    </a:lnTo>
                    <a:cubicBezTo>
                      <a:pt x="27648" y="19956"/>
                      <a:pt x="27871" y="19391"/>
                      <a:pt x="28058" y="18819"/>
                    </a:cubicBezTo>
                    <a:lnTo>
                      <a:pt x="27626" y="18681"/>
                    </a:lnTo>
                    <a:close/>
                    <a:moveTo>
                      <a:pt x="2181" y="21106"/>
                    </a:moveTo>
                    <a:lnTo>
                      <a:pt x="1786" y="21324"/>
                    </a:lnTo>
                    <a:cubicBezTo>
                      <a:pt x="2075" y="21848"/>
                      <a:pt x="2403" y="22360"/>
                      <a:pt x="2756" y="22845"/>
                    </a:cubicBezTo>
                    <a:lnTo>
                      <a:pt x="3121" y="22578"/>
                    </a:lnTo>
                    <a:cubicBezTo>
                      <a:pt x="2778" y="22109"/>
                      <a:pt x="2462" y="21613"/>
                      <a:pt x="2181" y="21106"/>
                    </a:cubicBezTo>
                    <a:close/>
                    <a:moveTo>
                      <a:pt x="25647" y="22561"/>
                    </a:moveTo>
                    <a:cubicBezTo>
                      <a:pt x="25307" y="23030"/>
                      <a:pt x="24932" y="23483"/>
                      <a:pt x="24534" y="23908"/>
                    </a:cubicBezTo>
                    <a:lnTo>
                      <a:pt x="24863" y="24217"/>
                    </a:lnTo>
                    <a:cubicBezTo>
                      <a:pt x="25274" y="23781"/>
                      <a:pt x="25660" y="23311"/>
                      <a:pt x="26014" y="22827"/>
                    </a:cubicBezTo>
                    <a:lnTo>
                      <a:pt x="25647" y="22561"/>
                    </a:lnTo>
                    <a:close/>
                    <a:moveTo>
                      <a:pt x="4858" y="24542"/>
                    </a:moveTo>
                    <a:lnTo>
                      <a:pt x="4549" y="24871"/>
                    </a:lnTo>
                    <a:cubicBezTo>
                      <a:pt x="4985" y="25282"/>
                      <a:pt x="5454" y="25669"/>
                      <a:pt x="5940" y="26021"/>
                    </a:cubicBezTo>
                    <a:lnTo>
                      <a:pt x="6206" y="25656"/>
                    </a:lnTo>
                    <a:cubicBezTo>
                      <a:pt x="5735" y="25314"/>
                      <a:pt x="5280" y="24939"/>
                      <a:pt x="4858" y="24542"/>
                    </a:cubicBezTo>
                    <a:close/>
                    <a:moveTo>
                      <a:pt x="22569" y="25642"/>
                    </a:moveTo>
                    <a:cubicBezTo>
                      <a:pt x="22099" y="25984"/>
                      <a:pt x="21603" y="26302"/>
                      <a:pt x="21094" y="26581"/>
                    </a:cubicBezTo>
                    <a:lnTo>
                      <a:pt x="21314" y="26977"/>
                    </a:lnTo>
                    <a:cubicBezTo>
                      <a:pt x="21838" y="26688"/>
                      <a:pt x="22350" y="26363"/>
                      <a:pt x="22835" y="26008"/>
                    </a:cubicBezTo>
                    <a:lnTo>
                      <a:pt x="22569" y="25642"/>
                    </a:lnTo>
                    <a:close/>
                    <a:moveTo>
                      <a:pt x="8461" y="26989"/>
                    </a:moveTo>
                    <a:lnTo>
                      <a:pt x="8269" y="27397"/>
                    </a:lnTo>
                    <a:cubicBezTo>
                      <a:pt x="8813" y="27653"/>
                      <a:pt x="9378" y="27876"/>
                      <a:pt x="9948" y="28061"/>
                    </a:cubicBezTo>
                    <a:lnTo>
                      <a:pt x="10088" y="27631"/>
                    </a:lnTo>
                    <a:cubicBezTo>
                      <a:pt x="9535" y="27451"/>
                      <a:pt x="8988" y="27237"/>
                      <a:pt x="8461" y="26989"/>
                    </a:cubicBezTo>
                    <a:close/>
                    <a:moveTo>
                      <a:pt x="18692" y="27623"/>
                    </a:moveTo>
                    <a:cubicBezTo>
                      <a:pt x="18139" y="27803"/>
                      <a:pt x="17569" y="27950"/>
                      <a:pt x="16999" y="28058"/>
                    </a:cubicBezTo>
                    <a:lnTo>
                      <a:pt x="17083" y="28502"/>
                    </a:lnTo>
                    <a:cubicBezTo>
                      <a:pt x="17673" y="28390"/>
                      <a:pt x="18261" y="28239"/>
                      <a:pt x="18831" y="28054"/>
                    </a:cubicBezTo>
                    <a:lnTo>
                      <a:pt x="18692" y="27623"/>
                    </a:lnTo>
                    <a:close/>
                    <a:moveTo>
                      <a:pt x="12645" y="28198"/>
                    </a:moveTo>
                    <a:lnTo>
                      <a:pt x="12589" y="28646"/>
                    </a:lnTo>
                    <a:cubicBezTo>
                      <a:pt x="13179" y="28720"/>
                      <a:pt x="13780" y="28757"/>
                      <a:pt x="14378" y="28757"/>
                    </a:cubicBezTo>
                    <a:lnTo>
                      <a:pt x="14390" y="28757"/>
                    </a:lnTo>
                    <a:lnTo>
                      <a:pt x="14378" y="28304"/>
                    </a:lnTo>
                    <a:cubicBezTo>
                      <a:pt x="13799" y="28304"/>
                      <a:pt x="13215" y="28268"/>
                      <a:pt x="12645" y="281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1"/>
              <p:cNvSpPr/>
              <p:nvPr/>
            </p:nvSpPr>
            <p:spPr>
              <a:xfrm>
                <a:off x="3733550" y="1966850"/>
                <a:ext cx="199550" cy="199550"/>
              </a:xfrm>
              <a:custGeom>
                <a:avLst/>
                <a:gdLst/>
                <a:ahLst/>
                <a:cxnLst/>
                <a:rect l="l" t="t" r="r" b="b"/>
                <a:pathLst>
                  <a:path w="7982" h="7982" extrusionOk="0">
                    <a:moveTo>
                      <a:pt x="3991" y="795"/>
                    </a:moveTo>
                    <a:cubicBezTo>
                      <a:pt x="5754" y="795"/>
                      <a:pt x="7188" y="2229"/>
                      <a:pt x="7188" y="3992"/>
                    </a:cubicBezTo>
                    <a:cubicBezTo>
                      <a:pt x="7188" y="5754"/>
                      <a:pt x="5754" y="7188"/>
                      <a:pt x="3991" y="7188"/>
                    </a:cubicBezTo>
                    <a:cubicBezTo>
                      <a:pt x="2229" y="7188"/>
                      <a:pt x="795" y="5754"/>
                      <a:pt x="795" y="3992"/>
                    </a:cubicBezTo>
                    <a:cubicBezTo>
                      <a:pt x="795" y="2229"/>
                      <a:pt x="2229" y="795"/>
                      <a:pt x="3991" y="795"/>
                    </a:cubicBezTo>
                    <a:close/>
                    <a:moveTo>
                      <a:pt x="3991" y="0"/>
                    </a:moveTo>
                    <a:cubicBezTo>
                      <a:pt x="1791" y="0"/>
                      <a:pt x="0" y="1791"/>
                      <a:pt x="0" y="3992"/>
                    </a:cubicBezTo>
                    <a:cubicBezTo>
                      <a:pt x="0" y="6192"/>
                      <a:pt x="1791" y="7981"/>
                      <a:pt x="3991" y="7981"/>
                    </a:cubicBezTo>
                    <a:cubicBezTo>
                      <a:pt x="6192" y="7981"/>
                      <a:pt x="7981" y="6192"/>
                      <a:pt x="7981" y="3992"/>
                    </a:cubicBezTo>
                    <a:cubicBezTo>
                      <a:pt x="7981" y="1791"/>
                      <a:pt x="6192" y="0"/>
                      <a:pt x="3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1"/>
              <p:cNvSpPr/>
              <p:nvPr/>
            </p:nvSpPr>
            <p:spPr>
              <a:xfrm>
                <a:off x="3643825" y="1877125"/>
                <a:ext cx="379025" cy="379025"/>
              </a:xfrm>
              <a:custGeom>
                <a:avLst/>
                <a:gdLst/>
                <a:ahLst/>
                <a:cxnLst/>
                <a:rect l="l" t="t" r="r" b="b"/>
                <a:pathLst>
                  <a:path w="15161" h="15161" extrusionOk="0">
                    <a:moveTo>
                      <a:pt x="8940" y="503"/>
                    </a:moveTo>
                    <a:cubicBezTo>
                      <a:pt x="9011" y="503"/>
                      <a:pt x="9069" y="561"/>
                      <a:pt x="9069" y="632"/>
                    </a:cubicBezTo>
                    <a:lnTo>
                      <a:pt x="9069" y="1678"/>
                    </a:lnTo>
                    <a:cubicBezTo>
                      <a:pt x="9069" y="1944"/>
                      <a:pt x="9236" y="2182"/>
                      <a:pt x="9485" y="2272"/>
                    </a:cubicBezTo>
                    <a:cubicBezTo>
                      <a:pt x="9655" y="2332"/>
                      <a:pt x="9822" y="2403"/>
                      <a:pt x="9986" y="2479"/>
                    </a:cubicBezTo>
                    <a:cubicBezTo>
                      <a:pt x="10071" y="2520"/>
                      <a:pt x="10163" y="2539"/>
                      <a:pt x="10254" y="2539"/>
                    </a:cubicBezTo>
                    <a:cubicBezTo>
                      <a:pt x="10418" y="2539"/>
                      <a:pt x="10580" y="2475"/>
                      <a:pt x="10701" y="2355"/>
                    </a:cubicBezTo>
                    <a:lnTo>
                      <a:pt x="11441" y="1615"/>
                    </a:lnTo>
                    <a:cubicBezTo>
                      <a:pt x="11466" y="1590"/>
                      <a:pt x="11499" y="1578"/>
                      <a:pt x="11532" y="1578"/>
                    </a:cubicBezTo>
                    <a:cubicBezTo>
                      <a:pt x="11565" y="1578"/>
                      <a:pt x="11598" y="1590"/>
                      <a:pt x="11623" y="1615"/>
                    </a:cubicBezTo>
                    <a:lnTo>
                      <a:pt x="13546" y="3536"/>
                    </a:lnTo>
                    <a:cubicBezTo>
                      <a:pt x="13571" y="3561"/>
                      <a:pt x="13584" y="3592"/>
                      <a:pt x="13584" y="3629"/>
                    </a:cubicBezTo>
                    <a:cubicBezTo>
                      <a:pt x="13584" y="3663"/>
                      <a:pt x="13571" y="3695"/>
                      <a:pt x="13546" y="3720"/>
                    </a:cubicBezTo>
                    <a:lnTo>
                      <a:pt x="12806" y="4460"/>
                    </a:lnTo>
                    <a:cubicBezTo>
                      <a:pt x="12618" y="4648"/>
                      <a:pt x="12568" y="4936"/>
                      <a:pt x="12682" y="5175"/>
                    </a:cubicBezTo>
                    <a:cubicBezTo>
                      <a:pt x="12758" y="5339"/>
                      <a:pt x="12827" y="5506"/>
                      <a:pt x="12889" y="5674"/>
                    </a:cubicBezTo>
                    <a:cubicBezTo>
                      <a:pt x="12978" y="5924"/>
                      <a:pt x="13217" y="6092"/>
                      <a:pt x="13482" y="6092"/>
                    </a:cubicBezTo>
                    <a:lnTo>
                      <a:pt x="14529" y="6092"/>
                    </a:lnTo>
                    <a:cubicBezTo>
                      <a:pt x="14600" y="6092"/>
                      <a:pt x="14658" y="6150"/>
                      <a:pt x="14658" y="6221"/>
                    </a:cubicBezTo>
                    <a:lnTo>
                      <a:pt x="14658" y="8940"/>
                    </a:lnTo>
                    <a:cubicBezTo>
                      <a:pt x="14658" y="9011"/>
                      <a:pt x="14600" y="9069"/>
                      <a:pt x="14529" y="9069"/>
                    </a:cubicBezTo>
                    <a:lnTo>
                      <a:pt x="13482" y="9069"/>
                    </a:lnTo>
                    <a:cubicBezTo>
                      <a:pt x="13217" y="9069"/>
                      <a:pt x="12978" y="9236"/>
                      <a:pt x="12889" y="9487"/>
                    </a:cubicBezTo>
                    <a:lnTo>
                      <a:pt x="12889" y="9485"/>
                    </a:lnTo>
                    <a:cubicBezTo>
                      <a:pt x="12829" y="9654"/>
                      <a:pt x="12758" y="9822"/>
                      <a:pt x="12682" y="9986"/>
                    </a:cubicBezTo>
                    <a:cubicBezTo>
                      <a:pt x="12568" y="10226"/>
                      <a:pt x="12618" y="10513"/>
                      <a:pt x="12806" y="10701"/>
                    </a:cubicBezTo>
                    <a:lnTo>
                      <a:pt x="13546" y="11441"/>
                    </a:lnTo>
                    <a:cubicBezTo>
                      <a:pt x="13571" y="11466"/>
                      <a:pt x="13584" y="11498"/>
                      <a:pt x="13584" y="11532"/>
                    </a:cubicBezTo>
                    <a:cubicBezTo>
                      <a:pt x="13584" y="11567"/>
                      <a:pt x="13571" y="11598"/>
                      <a:pt x="13546" y="11623"/>
                    </a:cubicBezTo>
                    <a:lnTo>
                      <a:pt x="11625" y="13546"/>
                    </a:lnTo>
                    <a:cubicBezTo>
                      <a:pt x="11600" y="13571"/>
                      <a:pt x="11566" y="13583"/>
                      <a:pt x="11533" y="13583"/>
                    </a:cubicBezTo>
                    <a:cubicBezTo>
                      <a:pt x="11500" y="13583"/>
                      <a:pt x="11466" y="13571"/>
                      <a:pt x="11441" y="13546"/>
                    </a:cubicBezTo>
                    <a:lnTo>
                      <a:pt x="10701" y="12806"/>
                    </a:lnTo>
                    <a:cubicBezTo>
                      <a:pt x="10580" y="12685"/>
                      <a:pt x="10419" y="12621"/>
                      <a:pt x="10255" y="12621"/>
                    </a:cubicBezTo>
                    <a:cubicBezTo>
                      <a:pt x="10164" y="12621"/>
                      <a:pt x="10072" y="12641"/>
                      <a:pt x="9986" y="12682"/>
                    </a:cubicBezTo>
                    <a:cubicBezTo>
                      <a:pt x="9822" y="12758"/>
                      <a:pt x="9655" y="12828"/>
                      <a:pt x="9485" y="12889"/>
                    </a:cubicBezTo>
                    <a:cubicBezTo>
                      <a:pt x="9236" y="12978"/>
                      <a:pt x="9069" y="13217"/>
                      <a:pt x="9069" y="13483"/>
                    </a:cubicBezTo>
                    <a:lnTo>
                      <a:pt x="9069" y="14529"/>
                    </a:lnTo>
                    <a:cubicBezTo>
                      <a:pt x="9069" y="14600"/>
                      <a:pt x="9011" y="14658"/>
                      <a:pt x="8940" y="14658"/>
                    </a:cubicBezTo>
                    <a:lnTo>
                      <a:pt x="6221" y="14658"/>
                    </a:lnTo>
                    <a:cubicBezTo>
                      <a:pt x="6150" y="14658"/>
                      <a:pt x="6092" y="14600"/>
                      <a:pt x="6092" y="14529"/>
                    </a:cubicBezTo>
                    <a:lnTo>
                      <a:pt x="6092" y="13483"/>
                    </a:lnTo>
                    <a:cubicBezTo>
                      <a:pt x="6092" y="13217"/>
                      <a:pt x="5923" y="12980"/>
                      <a:pt x="5674" y="12889"/>
                    </a:cubicBezTo>
                    <a:cubicBezTo>
                      <a:pt x="5505" y="12828"/>
                      <a:pt x="5337" y="12758"/>
                      <a:pt x="5175" y="12682"/>
                    </a:cubicBezTo>
                    <a:cubicBezTo>
                      <a:pt x="5091" y="12643"/>
                      <a:pt x="5000" y="12621"/>
                      <a:pt x="4906" y="12621"/>
                    </a:cubicBezTo>
                    <a:cubicBezTo>
                      <a:pt x="4739" y="12621"/>
                      <a:pt x="4577" y="12689"/>
                      <a:pt x="4460" y="12806"/>
                    </a:cubicBezTo>
                    <a:lnTo>
                      <a:pt x="3720" y="13546"/>
                    </a:lnTo>
                    <a:cubicBezTo>
                      <a:pt x="3695" y="13571"/>
                      <a:pt x="3661" y="13583"/>
                      <a:pt x="3628" y="13583"/>
                    </a:cubicBezTo>
                    <a:cubicBezTo>
                      <a:pt x="3594" y="13583"/>
                      <a:pt x="3561" y="13571"/>
                      <a:pt x="3536" y="13546"/>
                    </a:cubicBezTo>
                    <a:lnTo>
                      <a:pt x="1615" y="11623"/>
                    </a:lnTo>
                    <a:cubicBezTo>
                      <a:pt x="1590" y="11598"/>
                      <a:pt x="1577" y="11567"/>
                      <a:pt x="1577" y="11532"/>
                    </a:cubicBezTo>
                    <a:cubicBezTo>
                      <a:pt x="1577" y="11498"/>
                      <a:pt x="1590" y="11466"/>
                      <a:pt x="1615" y="11441"/>
                    </a:cubicBezTo>
                    <a:lnTo>
                      <a:pt x="2355" y="10701"/>
                    </a:lnTo>
                    <a:cubicBezTo>
                      <a:pt x="2543" y="10513"/>
                      <a:pt x="2593" y="10226"/>
                      <a:pt x="2479" y="9986"/>
                    </a:cubicBezTo>
                    <a:cubicBezTo>
                      <a:pt x="2401" y="9822"/>
                      <a:pt x="2332" y="9654"/>
                      <a:pt x="2272" y="9485"/>
                    </a:cubicBezTo>
                    <a:cubicBezTo>
                      <a:pt x="2181" y="9236"/>
                      <a:pt x="1944" y="9069"/>
                      <a:pt x="1678" y="9069"/>
                    </a:cubicBezTo>
                    <a:lnTo>
                      <a:pt x="632" y="9069"/>
                    </a:lnTo>
                    <a:cubicBezTo>
                      <a:pt x="561" y="9069"/>
                      <a:pt x="503" y="9011"/>
                      <a:pt x="503" y="8940"/>
                    </a:cubicBezTo>
                    <a:lnTo>
                      <a:pt x="503" y="6221"/>
                    </a:lnTo>
                    <a:cubicBezTo>
                      <a:pt x="503" y="6150"/>
                      <a:pt x="561" y="6092"/>
                      <a:pt x="632" y="6092"/>
                    </a:cubicBezTo>
                    <a:lnTo>
                      <a:pt x="1678" y="6092"/>
                    </a:lnTo>
                    <a:cubicBezTo>
                      <a:pt x="1944" y="6092"/>
                      <a:pt x="2181" y="5924"/>
                      <a:pt x="2272" y="5674"/>
                    </a:cubicBezTo>
                    <a:cubicBezTo>
                      <a:pt x="2332" y="5506"/>
                      <a:pt x="2401" y="5339"/>
                      <a:pt x="2479" y="5175"/>
                    </a:cubicBezTo>
                    <a:cubicBezTo>
                      <a:pt x="2593" y="4936"/>
                      <a:pt x="2542" y="4648"/>
                      <a:pt x="2355" y="4460"/>
                    </a:cubicBezTo>
                    <a:lnTo>
                      <a:pt x="1615" y="3720"/>
                    </a:lnTo>
                    <a:cubicBezTo>
                      <a:pt x="1590" y="3695"/>
                      <a:pt x="1577" y="3663"/>
                      <a:pt x="1577" y="3629"/>
                    </a:cubicBezTo>
                    <a:cubicBezTo>
                      <a:pt x="1577" y="3592"/>
                      <a:pt x="1590" y="3561"/>
                      <a:pt x="1615" y="3536"/>
                    </a:cubicBezTo>
                    <a:lnTo>
                      <a:pt x="3536" y="1615"/>
                    </a:lnTo>
                    <a:cubicBezTo>
                      <a:pt x="3561" y="1590"/>
                      <a:pt x="3594" y="1578"/>
                      <a:pt x="3628" y="1578"/>
                    </a:cubicBezTo>
                    <a:cubicBezTo>
                      <a:pt x="3661" y="1578"/>
                      <a:pt x="3695" y="1590"/>
                      <a:pt x="3720" y="1615"/>
                    </a:cubicBezTo>
                    <a:lnTo>
                      <a:pt x="4460" y="2355"/>
                    </a:lnTo>
                    <a:cubicBezTo>
                      <a:pt x="4581" y="2475"/>
                      <a:pt x="4743" y="2539"/>
                      <a:pt x="4907" y="2539"/>
                    </a:cubicBezTo>
                    <a:cubicBezTo>
                      <a:pt x="4998" y="2539"/>
                      <a:pt x="5090" y="2520"/>
                      <a:pt x="5175" y="2479"/>
                    </a:cubicBezTo>
                    <a:cubicBezTo>
                      <a:pt x="5337" y="2401"/>
                      <a:pt x="5505" y="2332"/>
                      <a:pt x="5674" y="2272"/>
                    </a:cubicBezTo>
                    <a:cubicBezTo>
                      <a:pt x="5923" y="2182"/>
                      <a:pt x="6092" y="1944"/>
                      <a:pt x="6092" y="1678"/>
                    </a:cubicBezTo>
                    <a:lnTo>
                      <a:pt x="6092" y="632"/>
                    </a:lnTo>
                    <a:cubicBezTo>
                      <a:pt x="6092" y="561"/>
                      <a:pt x="6150" y="503"/>
                      <a:pt x="6221" y="503"/>
                    </a:cubicBezTo>
                    <a:close/>
                    <a:moveTo>
                      <a:pt x="6221" y="1"/>
                    </a:moveTo>
                    <a:cubicBezTo>
                      <a:pt x="5872" y="1"/>
                      <a:pt x="5590" y="283"/>
                      <a:pt x="5590" y="632"/>
                    </a:cubicBezTo>
                    <a:lnTo>
                      <a:pt x="5590" y="1678"/>
                    </a:lnTo>
                    <a:cubicBezTo>
                      <a:pt x="5590" y="1732"/>
                      <a:pt x="5555" y="1782"/>
                      <a:pt x="5504" y="1800"/>
                    </a:cubicBezTo>
                    <a:cubicBezTo>
                      <a:pt x="5320" y="1866"/>
                      <a:pt x="5137" y="1942"/>
                      <a:pt x="4960" y="2025"/>
                    </a:cubicBezTo>
                    <a:cubicBezTo>
                      <a:pt x="4942" y="2033"/>
                      <a:pt x="4924" y="2037"/>
                      <a:pt x="4905" y="2037"/>
                    </a:cubicBezTo>
                    <a:cubicBezTo>
                      <a:pt x="4872" y="2037"/>
                      <a:pt x="4839" y="2024"/>
                      <a:pt x="4815" y="2000"/>
                    </a:cubicBezTo>
                    <a:lnTo>
                      <a:pt x="4075" y="1260"/>
                    </a:lnTo>
                    <a:cubicBezTo>
                      <a:pt x="3956" y="1141"/>
                      <a:pt x="3797" y="1075"/>
                      <a:pt x="3627" y="1075"/>
                    </a:cubicBezTo>
                    <a:cubicBezTo>
                      <a:pt x="3458" y="1075"/>
                      <a:pt x="3300" y="1141"/>
                      <a:pt x="3181" y="1260"/>
                    </a:cubicBezTo>
                    <a:lnTo>
                      <a:pt x="1260" y="3181"/>
                    </a:lnTo>
                    <a:cubicBezTo>
                      <a:pt x="1141" y="3302"/>
                      <a:pt x="1075" y="3460"/>
                      <a:pt x="1075" y="3629"/>
                    </a:cubicBezTo>
                    <a:cubicBezTo>
                      <a:pt x="1075" y="3797"/>
                      <a:pt x="1141" y="3956"/>
                      <a:pt x="1260" y="4075"/>
                    </a:cubicBezTo>
                    <a:lnTo>
                      <a:pt x="2000" y="4815"/>
                    </a:lnTo>
                    <a:cubicBezTo>
                      <a:pt x="2038" y="4853"/>
                      <a:pt x="2048" y="4911"/>
                      <a:pt x="2024" y="4960"/>
                    </a:cubicBezTo>
                    <a:cubicBezTo>
                      <a:pt x="1940" y="5139"/>
                      <a:pt x="1864" y="5322"/>
                      <a:pt x="1798" y="5506"/>
                    </a:cubicBezTo>
                    <a:cubicBezTo>
                      <a:pt x="1780" y="5555"/>
                      <a:pt x="1732" y="5590"/>
                      <a:pt x="1678" y="5590"/>
                    </a:cubicBezTo>
                    <a:lnTo>
                      <a:pt x="632" y="5590"/>
                    </a:lnTo>
                    <a:cubicBezTo>
                      <a:pt x="283" y="5590"/>
                      <a:pt x="1" y="5874"/>
                      <a:pt x="1" y="6221"/>
                    </a:cubicBezTo>
                    <a:lnTo>
                      <a:pt x="1" y="8940"/>
                    </a:lnTo>
                    <a:cubicBezTo>
                      <a:pt x="1" y="9287"/>
                      <a:pt x="283" y="9571"/>
                      <a:pt x="632" y="9571"/>
                    </a:cubicBezTo>
                    <a:lnTo>
                      <a:pt x="1678" y="9571"/>
                    </a:lnTo>
                    <a:cubicBezTo>
                      <a:pt x="1732" y="9571"/>
                      <a:pt x="1780" y="9606"/>
                      <a:pt x="1798" y="9656"/>
                    </a:cubicBezTo>
                    <a:cubicBezTo>
                      <a:pt x="1864" y="9839"/>
                      <a:pt x="1940" y="10022"/>
                      <a:pt x="2024" y="10201"/>
                    </a:cubicBezTo>
                    <a:cubicBezTo>
                      <a:pt x="2048" y="10249"/>
                      <a:pt x="2038" y="10308"/>
                      <a:pt x="2000" y="10346"/>
                    </a:cubicBezTo>
                    <a:lnTo>
                      <a:pt x="1260" y="11086"/>
                    </a:lnTo>
                    <a:cubicBezTo>
                      <a:pt x="1139" y="11205"/>
                      <a:pt x="1075" y="11364"/>
                      <a:pt x="1075" y="11532"/>
                    </a:cubicBezTo>
                    <a:cubicBezTo>
                      <a:pt x="1075" y="11701"/>
                      <a:pt x="1139" y="11859"/>
                      <a:pt x="1260" y="11978"/>
                    </a:cubicBezTo>
                    <a:lnTo>
                      <a:pt x="3181" y="13901"/>
                    </a:lnTo>
                    <a:cubicBezTo>
                      <a:pt x="3300" y="14020"/>
                      <a:pt x="3458" y="14086"/>
                      <a:pt x="3627" y="14086"/>
                    </a:cubicBezTo>
                    <a:cubicBezTo>
                      <a:pt x="3797" y="14086"/>
                      <a:pt x="3954" y="14020"/>
                      <a:pt x="4075" y="13901"/>
                    </a:cubicBezTo>
                    <a:lnTo>
                      <a:pt x="4813" y="13161"/>
                    </a:lnTo>
                    <a:cubicBezTo>
                      <a:pt x="4839" y="13136"/>
                      <a:pt x="4873" y="13123"/>
                      <a:pt x="4907" y="13123"/>
                    </a:cubicBezTo>
                    <a:cubicBezTo>
                      <a:pt x="4925" y="13123"/>
                      <a:pt x="4943" y="13127"/>
                      <a:pt x="4960" y="13135"/>
                    </a:cubicBezTo>
                    <a:cubicBezTo>
                      <a:pt x="5137" y="13219"/>
                      <a:pt x="5320" y="13295"/>
                      <a:pt x="5504" y="13361"/>
                    </a:cubicBezTo>
                    <a:cubicBezTo>
                      <a:pt x="5555" y="13379"/>
                      <a:pt x="5590" y="13429"/>
                      <a:pt x="5590" y="13483"/>
                    </a:cubicBezTo>
                    <a:lnTo>
                      <a:pt x="5590" y="14529"/>
                    </a:lnTo>
                    <a:cubicBezTo>
                      <a:pt x="5590" y="14876"/>
                      <a:pt x="5872" y="15160"/>
                      <a:pt x="6221" y="15160"/>
                    </a:cubicBezTo>
                    <a:lnTo>
                      <a:pt x="8938" y="15160"/>
                    </a:lnTo>
                    <a:cubicBezTo>
                      <a:pt x="9287" y="15160"/>
                      <a:pt x="9571" y="14876"/>
                      <a:pt x="9571" y="14529"/>
                    </a:cubicBezTo>
                    <a:lnTo>
                      <a:pt x="9571" y="13483"/>
                    </a:lnTo>
                    <a:cubicBezTo>
                      <a:pt x="9571" y="13429"/>
                      <a:pt x="9604" y="13379"/>
                      <a:pt x="9655" y="13361"/>
                    </a:cubicBezTo>
                    <a:cubicBezTo>
                      <a:pt x="9840" y="13295"/>
                      <a:pt x="10022" y="13219"/>
                      <a:pt x="10199" y="13136"/>
                    </a:cubicBezTo>
                    <a:cubicBezTo>
                      <a:pt x="10217" y="13128"/>
                      <a:pt x="10236" y="13124"/>
                      <a:pt x="10255" y="13124"/>
                    </a:cubicBezTo>
                    <a:cubicBezTo>
                      <a:pt x="10289" y="13124"/>
                      <a:pt x="10322" y="13137"/>
                      <a:pt x="10346" y="13161"/>
                    </a:cubicBezTo>
                    <a:lnTo>
                      <a:pt x="11086" y="13901"/>
                    </a:lnTo>
                    <a:cubicBezTo>
                      <a:pt x="11205" y="14020"/>
                      <a:pt x="11364" y="14086"/>
                      <a:pt x="11532" y="14086"/>
                    </a:cubicBezTo>
                    <a:cubicBezTo>
                      <a:pt x="11701" y="14086"/>
                      <a:pt x="11859" y="14020"/>
                      <a:pt x="11978" y="13901"/>
                    </a:cubicBezTo>
                    <a:lnTo>
                      <a:pt x="13901" y="11978"/>
                    </a:lnTo>
                    <a:cubicBezTo>
                      <a:pt x="14020" y="11859"/>
                      <a:pt x="14086" y="11701"/>
                      <a:pt x="14086" y="11532"/>
                    </a:cubicBezTo>
                    <a:cubicBezTo>
                      <a:pt x="14086" y="11364"/>
                      <a:pt x="14020" y="11205"/>
                      <a:pt x="13901" y="11086"/>
                    </a:cubicBezTo>
                    <a:lnTo>
                      <a:pt x="13161" y="10346"/>
                    </a:lnTo>
                    <a:cubicBezTo>
                      <a:pt x="13123" y="10308"/>
                      <a:pt x="13112" y="10249"/>
                      <a:pt x="13135" y="10201"/>
                    </a:cubicBezTo>
                    <a:cubicBezTo>
                      <a:pt x="13219" y="10022"/>
                      <a:pt x="13295" y="9839"/>
                      <a:pt x="13361" y="9656"/>
                    </a:cubicBezTo>
                    <a:cubicBezTo>
                      <a:pt x="13379" y="9604"/>
                      <a:pt x="13429" y="9571"/>
                      <a:pt x="13482" y="9571"/>
                    </a:cubicBezTo>
                    <a:lnTo>
                      <a:pt x="14529" y="9571"/>
                    </a:lnTo>
                    <a:cubicBezTo>
                      <a:pt x="14876" y="9571"/>
                      <a:pt x="15160" y="9287"/>
                      <a:pt x="15160" y="8940"/>
                    </a:cubicBezTo>
                    <a:lnTo>
                      <a:pt x="15160" y="6221"/>
                    </a:lnTo>
                    <a:cubicBezTo>
                      <a:pt x="15160" y="5872"/>
                      <a:pt x="14876" y="5590"/>
                      <a:pt x="14529" y="5590"/>
                    </a:cubicBezTo>
                    <a:lnTo>
                      <a:pt x="13483" y="5590"/>
                    </a:lnTo>
                    <a:cubicBezTo>
                      <a:pt x="13429" y="5590"/>
                      <a:pt x="13379" y="5555"/>
                      <a:pt x="13361" y="5504"/>
                    </a:cubicBezTo>
                    <a:cubicBezTo>
                      <a:pt x="13295" y="5321"/>
                      <a:pt x="13219" y="5137"/>
                      <a:pt x="13136" y="4960"/>
                    </a:cubicBezTo>
                    <a:cubicBezTo>
                      <a:pt x="13113" y="4911"/>
                      <a:pt x="13123" y="4853"/>
                      <a:pt x="13161" y="4813"/>
                    </a:cubicBezTo>
                    <a:lnTo>
                      <a:pt x="13901" y="4075"/>
                    </a:lnTo>
                    <a:cubicBezTo>
                      <a:pt x="14020" y="3954"/>
                      <a:pt x="14086" y="3796"/>
                      <a:pt x="14086" y="3627"/>
                    </a:cubicBezTo>
                    <a:cubicBezTo>
                      <a:pt x="14086" y="3459"/>
                      <a:pt x="14020" y="3300"/>
                      <a:pt x="13901" y="3181"/>
                    </a:cubicBezTo>
                    <a:lnTo>
                      <a:pt x="11978" y="1260"/>
                    </a:lnTo>
                    <a:cubicBezTo>
                      <a:pt x="11859" y="1141"/>
                      <a:pt x="11701" y="1075"/>
                      <a:pt x="11532" y="1075"/>
                    </a:cubicBezTo>
                    <a:cubicBezTo>
                      <a:pt x="11364" y="1075"/>
                      <a:pt x="11205" y="1141"/>
                      <a:pt x="11086" y="1260"/>
                    </a:cubicBezTo>
                    <a:lnTo>
                      <a:pt x="10346" y="2000"/>
                    </a:lnTo>
                    <a:cubicBezTo>
                      <a:pt x="10322" y="2024"/>
                      <a:pt x="10289" y="2037"/>
                      <a:pt x="10255" y="2037"/>
                    </a:cubicBezTo>
                    <a:cubicBezTo>
                      <a:pt x="10237" y="2037"/>
                      <a:pt x="10218" y="2033"/>
                      <a:pt x="10201" y="2025"/>
                    </a:cubicBezTo>
                    <a:cubicBezTo>
                      <a:pt x="10024" y="1942"/>
                      <a:pt x="9840" y="1866"/>
                      <a:pt x="9655" y="1800"/>
                    </a:cubicBezTo>
                    <a:cubicBezTo>
                      <a:pt x="9604" y="1780"/>
                      <a:pt x="9571" y="1732"/>
                      <a:pt x="9571" y="1678"/>
                    </a:cubicBezTo>
                    <a:lnTo>
                      <a:pt x="9571" y="632"/>
                    </a:lnTo>
                    <a:cubicBezTo>
                      <a:pt x="9571" y="283"/>
                      <a:pt x="9287" y="1"/>
                      <a:pt x="8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4" name="Google Shape;314;p31"/>
            <p:cNvSpPr/>
            <p:nvPr/>
          </p:nvSpPr>
          <p:spPr>
            <a:xfrm>
              <a:off x="8699646" y="3050687"/>
              <a:ext cx="96300" cy="960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5" name="Google Shape;315;p31"/>
            <p:cNvGrpSpPr/>
            <p:nvPr/>
          </p:nvGrpSpPr>
          <p:grpSpPr>
            <a:xfrm>
              <a:off x="7165942" y="4077859"/>
              <a:ext cx="1388271" cy="1388226"/>
              <a:chOff x="5708875" y="1687175"/>
              <a:chExt cx="758950" cy="758925"/>
            </a:xfrm>
          </p:grpSpPr>
          <p:sp>
            <p:nvSpPr>
              <p:cNvPr id="316" name="Google Shape;316;p31"/>
              <p:cNvSpPr/>
              <p:nvPr/>
            </p:nvSpPr>
            <p:spPr>
              <a:xfrm>
                <a:off x="5708875" y="1687175"/>
                <a:ext cx="758950" cy="758925"/>
              </a:xfrm>
              <a:custGeom>
                <a:avLst/>
                <a:gdLst/>
                <a:ahLst/>
                <a:cxnLst/>
                <a:rect l="l" t="t" r="r" b="b"/>
                <a:pathLst>
                  <a:path w="30358" h="30357" extrusionOk="0">
                    <a:moveTo>
                      <a:pt x="15157" y="1"/>
                    </a:moveTo>
                    <a:lnTo>
                      <a:pt x="15157" y="315"/>
                    </a:lnTo>
                    <a:lnTo>
                      <a:pt x="15179" y="315"/>
                    </a:lnTo>
                    <a:cubicBezTo>
                      <a:pt x="15329" y="315"/>
                      <a:pt x="15476" y="316"/>
                      <a:pt x="15625" y="321"/>
                    </a:cubicBezTo>
                    <a:lnTo>
                      <a:pt x="15633" y="8"/>
                    </a:lnTo>
                    <a:cubicBezTo>
                      <a:pt x="15483" y="3"/>
                      <a:pt x="15331" y="1"/>
                      <a:pt x="15179" y="1"/>
                    </a:cubicBezTo>
                    <a:close/>
                    <a:moveTo>
                      <a:pt x="13256" y="120"/>
                    </a:moveTo>
                    <a:cubicBezTo>
                      <a:pt x="13097" y="141"/>
                      <a:pt x="12940" y="163"/>
                      <a:pt x="12783" y="188"/>
                    </a:cubicBezTo>
                    <a:lnTo>
                      <a:pt x="12833" y="498"/>
                    </a:lnTo>
                    <a:cubicBezTo>
                      <a:pt x="12986" y="473"/>
                      <a:pt x="13140" y="452"/>
                      <a:pt x="13295" y="432"/>
                    </a:cubicBezTo>
                    <a:lnTo>
                      <a:pt x="13256" y="120"/>
                    </a:lnTo>
                    <a:close/>
                    <a:moveTo>
                      <a:pt x="17531" y="181"/>
                    </a:moveTo>
                    <a:lnTo>
                      <a:pt x="17483" y="492"/>
                    </a:lnTo>
                    <a:cubicBezTo>
                      <a:pt x="17637" y="515"/>
                      <a:pt x="17791" y="541"/>
                      <a:pt x="17943" y="571"/>
                    </a:cubicBezTo>
                    <a:lnTo>
                      <a:pt x="18000" y="262"/>
                    </a:lnTo>
                    <a:cubicBezTo>
                      <a:pt x="17845" y="232"/>
                      <a:pt x="17688" y="206"/>
                      <a:pt x="17531" y="181"/>
                    </a:cubicBezTo>
                    <a:close/>
                    <a:moveTo>
                      <a:pt x="10924" y="606"/>
                    </a:moveTo>
                    <a:cubicBezTo>
                      <a:pt x="10771" y="649"/>
                      <a:pt x="10619" y="696"/>
                      <a:pt x="10469" y="746"/>
                    </a:cubicBezTo>
                    <a:lnTo>
                      <a:pt x="10566" y="1043"/>
                    </a:lnTo>
                    <a:cubicBezTo>
                      <a:pt x="10713" y="995"/>
                      <a:pt x="10862" y="949"/>
                      <a:pt x="11012" y="906"/>
                    </a:cubicBezTo>
                    <a:lnTo>
                      <a:pt x="10924" y="606"/>
                    </a:lnTo>
                    <a:close/>
                    <a:moveTo>
                      <a:pt x="19847" y="731"/>
                    </a:moveTo>
                    <a:lnTo>
                      <a:pt x="19752" y="1030"/>
                    </a:lnTo>
                    <a:cubicBezTo>
                      <a:pt x="19900" y="1078"/>
                      <a:pt x="20047" y="1129"/>
                      <a:pt x="20194" y="1180"/>
                    </a:cubicBezTo>
                    <a:lnTo>
                      <a:pt x="20300" y="886"/>
                    </a:lnTo>
                    <a:cubicBezTo>
                      <a:pt x="20150" y="832"/>
                      <a:pt x="19999" y="781"/>
                      <a:pt x="19847" y="731"/>
                    </a:cubicBezTo>
                    <a:close/>
                    <a:moveTo>
                      <a:pt x="8697" y="1450"/>
                    </a:moveTo>
                    <a:cubicBezTo>
                      <a:pt x="8554" y="1518"/>
                      <a:pt x="8412" y="1587"/>
                      <a:pt x="8271" y="1660"/>
                    </a:cubicBezTo>
                    <a:lnTo>
                      <a:pt x="8413" y="1939"/>
                    </a:lnTo>
                    <a:cubicBezTo>
                      <a:pt x="8552" y="1868"/>
                      <a:pt x="8691" y="1800"/>
                      <a:pt x="8831" y="1734"/>
                    </a:cubicBezTo>
                    <a:lnTo>
                      <a:pt x="8697" y="1450"/>
                    </a:lnTo>
                    <a:close/>
                    <a:moveTo>
                      <a:pt x="22051" y="1641"/>
                    </a:moveTo>
                    <a:lnTo>
                      <a:pt x="21909" y="1921"/>
                    </a:lnTo>
                    <a:cubicBezTo>
                      <a:pt x="22048" y="1992"/>
                      <a:pt x="22185" y="2064"/>
                      <a:pt x="22322" y="2140"/>
                    </a:cubicBezTo>
                    <a:lnTo>
                      <a:pt x="22473" y="1864"/>
                    </a:lnTo>
                    <a:cubicBezTo>
                      <a:pt x="22334" y="1788"/>
                      <a:pt x="22193" y="1714"/>
                      <a:pt x="22051" y="1641"/>
                    </a:cubicBezTo>
                    <a:close/>
                    <a:moveTo>
                      <a:pt x="6632" y="2633"/>
                    </a:moveTo>
                    <a:cubicBezTo>
                      <a:pt x="6502" y="2722"/>
                      <a:pt x="6371" y="2814"/>
                      <a:pt x="6244" y="2907"/>
                    </a:cubicBezTo>
                    <a:lnTo>
                      <a:pt x="6429" y="3161"/>
                    </a:lnTo>
                    <a:cubicBezTo>
                      <a:pt x="6555" y="3069"/>
                      <a:pt x="6682" y="2980"/>
                      <a:pt x="6809" y="2892"/>
                    </a:cubicBezTo>
                    <a:lnTo>
                      <a:pt x="6632" y="2633"/>
                    </a:lnTo>
                    <a:close/>
                    <a:moveTo>
                      <a:pt x="24083" y="2885"/>
                    </a:moveTo>
                    <a:lnTo>
                      <a:pt x="23898" y="3138"/>
                    </a:lnTo>
                    <a:cubicBezTo>
                      <a:pt x="24025" y="3231"/>
                      <a:pt x="24149" y="3323"/>
                      <a:pt x="24273" y="3419"/>
                    </a:cubicBezTo>
                    <a:lnTo>
                      <a:pt x="24465" y="3171"/>
                    </a:lnTo>
                    <a:cubicBezTo>
                      <a:pt x="24339" y="3074"/>
                      <a:pt x="24212" y="2978"/>
                      <a:pt x="24083" y="2885"/>
                    </a:cubicBezTo>
                    <a:close/>
                    <a:moveTo>
                      <a:pt x="4779" y="4124"/>
                    </a:moveTo>
                    <a:cubicBezTo>
                      <a:pt x="4663" y="4234"/>
                      <a:pt x="4549" y="4344"/>
                      <a:pt x="4437" y="4457"/>
                    </a:cubicBezTo>
                    <a:lnTo>
                      <a:pt x="4658" y="4678"/>
                    </a:lnTo>
                    <a:cubicBezTo>
                      <a:pt x="4769" y="4569"/>
                      <a:pt x="4880" y="4460"/>
                      <a:pt x="4994" y="4352"/>
                    </a:cubicBezTo>
                    <a:lnTo>
                      <a:pt x="4779" y="4124"/>
                    </a:lnTo>
                    <a:close/>
                    <a:moveTo>
                      <a:pt x="25896" y="4430"/>
                    </a:moveTo>
                    <a:lnTo>
                      <a:pt x="25674" y="4652"/>
                    </a:lnTo>
                    <a:cubicBezTo>
                      <a:pt x="25785" y="4762"/>
                      <a:pt x="25892" y="4873"/>
                      <a:pt x="26000" y="4987"/>
                    </a:cubicBezTo>
                    <a:lnTo>
                      <a:pt x="26228" y="4772"/>
                    </a:lnTo>
                    <a:cubicBezTo>
                      <a:pt x="26119" y="4656"/>
                      <a:pt x="26008" y="4542"/>
                      <a:pt x="25896" y="4430"/>
                    </a:cubicBezTo>
                    <a:close/>
                    <a:moveTo>
                      <a:pt x="3176" y="5887"/>
                    </a:moveTo>
                    <a:cubicBezTo>
                      <a:pt x="3079" y="6013"/>
                      <a:pt x="2985" y="6140"/>
                      <a:pt x="2890" y="6267"/>
                    </a:cubicBezTo>
                    <a:lnTo>
                      <a:pt x="3145" y="6452"/>
                    </a:lnTo>
                    <a:cubicBezTo>
                      <a:pt x="3236" y="6327"/>
                      <a:pt x="3330" y="6203"/>
                      <a:pt x="3424" y="6079"/>
                    </a:cubicBezTo>
                    <a:lnTo>
                      <a:pt x="3176" y="5887"/>
                    </a:lnTo>
                    <a:close/>
                    <a:moveTo>
                      <a:pt x="27445" y="6238"/>
                    </a:moveTo>
                    <a:lnTo>
                      <a:pt x="27192" y="6423"/>
                    </a:lnTo>
                    <a:cubicBezTo>
                      <a:pt x="27283" y="6548"/>
                      <a:pt x="27373" y="6674"/>
                      <a:pt x="27462" y="6803"/>
                    </a:cubicBezTo>
                    <a:lnTo>
                      <a:pt x="27720" y="6626"/>
                    </a:lnTo>
                    <a:cubicBezTo>
                      <a:pt x="27630" y="6495"/>
                      <a:pt x="27539" y="6365"/>
                      <a:pt x="27445" y="6238"/>
                    </a:cubicBezTo>
                    <a:close/>
                    <a:moveTo>
                      <a:pt x="1869" y="7878"/>
                    </a:moveTo>
                    <a:cubicBezTo>
                      <a:pt x="1792" y="8017"/>
                      <a:pt x="1717" y="8157"/>
                      <a:pt x="1646" y="8299"/>
                    </a:cubicBezTo>
                    <a:lnTo>
                      <a:pt x="1926" y="8441"/>
                    </a:lnTo>
                    <a:cubicBezTo>
                      <a:pt x="1997" y="8303"/>
                      <a:pt x="2069" y="8165"/>
                      <a:pt x="2144" y="8028"/>
                    </a:cubicBezTo>
                    <a:lnTo>
                      <a:pt x="1869" y="7878"/>
                    </a:lnTo>
                    <a:close/>
                    <a:moveTo>
                      <a:pt x="28694" y="8263"/>
                    </a:moveTo>
                    <a:lnTo>
                      <a:pt x="28415" y="8407"/>
                    </a:lnTo>
                    <a:cubicBezTo>
                      <a:pt x="28486" y="8544"/>
                      <a:pt x="28554" y="8684"/>
                      <a:pt x="28620" y="8825"/>
                    </a:cubicBezTo>
                    <a:lnTo>
                      <a:pt x="28904" y="8689"/>
                    </a:lnTo>
                    <a:cubicBezTo>
                      <a:pt x="28836" y="8545"/>
                      <a:pt x="28765" y="8403"/>
                      <a:pt x="28694" y="8263"/>
                    </a:cubicBezTo>
                    <a:close/>
                    <a:moveTo>
                      <a:pt x="890" y="10050"/>
                    </a:moveTo>
                    <a:cubicBezTo>
                      <a:pt x="835" y="10199"/>
                      <a:pt x="784" y="10351"/>
                      <a:pt x="734" y="10503"/>
                    </a:cubicBezTo>
                    <a:lnTo>
                      <a:pt x="1033" y="10599"/>
                    </a:lnTo>
                    <a:cubicBezTo>
                      <a:pt x="1081" y="10450"/>
                      <a:pt x="1133" y="10303"/>
                      <a:pt x="1184" y="10156"/>
                    </a:cubicBezTo>
                    <a:lnTo>
                      <a:pt x="890" y="10050"/>
                    </a:lnTo>
                    <a:close/>
                    <a:moveTo>
                      <a:pt x="29609" y="10460"/>
                    </a:moveTo>
                    <a:lnTo>
                      <a:pt x="29310" y="10558"/>
                    </a:lnTo>
                    <a:cubicBezTo>
                      <a:pt x="29360" y="10705"/>
                      <a:pt x="29405" y="10853"/>
                      <a:pt x="29449" y="11004"/>
                    </a:cubicBezTo>
                    <a:lnTo>
                      <a:pt x="29750" y="10916"/>
                    </a:lnTo>
                    <a:cubicBezTo>
                      <a:pt x="29705" y="10763"/>
                      <a:pt x="29659" y="10611"/>
                      <a:pt x="29609" y="10460"/>
                    </a:cubicBezTo>
                    <a:close/>
                    <a:moveTo>
                      <a:pt x="264" y="12350"/>
                    </a:moveTo>
                    <a:cubicBezTo>
                      <a:pt x="236" y="12505"/>
                      <a:pt x="207" y="12662"/>
                      <a:pt x="183" y="12819"/>
                    </a:cubicBezTo>
                    <a:lnTo>
                      <a:pt x="493" y="12867"/>
                    </a:lnTo>
                    <a:cubicBezTo>
                      <a:pt x="518" y="12714"/>
                      <a:pt x="544" y="12560"/>
                      <a:pt x="573" y="12408"/>
                    </a:cubicBezTo>
                    <a:lnTo>
                      <a:pt x="264" y="12350"/>
                    </a:lnTo>
                    <a:close/>
                    <a:moveTo>
                      <a:pt x="30168" y="12775"/>
                    </a:moveTo>
                    <a:lnTo>
                      <a:pt x="29857" y="12824"/>
                    </a:lnTo>
                    <a:cubicBezTo>
                      <a:pt x="29882" y="12978"/>
                      <a:pt x="29904" y="13132"/>
                      <a:pt x="29923" y="13287"/>
                    </a:cubicBezTo>
                    <a:lnTo>
                      <a:pt x="30236" y="13247"/>
                    </a:lnTo>
                    <a:cubicBezTo>
                      <a:pt x="30216" y="13089"/>
                      <a:pt x="30193" y="12932"/>
                      <a:pt x="30168" y="12775"/>
                    </a:cubicBezTo>
                    <a:close/>
                    <a:moveTo>
                      <a:pt x="8" y="14716"/>
                    </a:moveTo>
                    <a:cubicBezTo>
                      <a:pt x="3" y="14870"/>
                      <a:pt x="1" y="15023"/>
                      <a:pt x="1" y="15179"/>
                    </a:cubicBezTo>
                    <a:lnTo>
                      <a:pt x="1" y="15193"/>
                    </a:lnTo>
                    <a:lnTo>
                      <a:pt x="315" y="15179"/>
                    </a:lnTo>
                    <a:cubicBezTo>
                      <a:pt x="315" y="15027"/>
                      <a:pt x="316" y="14876"/>
                      <a:pt x="321" y="14726"/>
                    </a:cubicBezTo>
                    <a:lnTo>
                      <a:pt x="8" y="14716"/>
                    </a:lnTo>
                    <a:close/>
                    <a:moveTo>
                      <a:pt x="30044" y="15149"/>
                    </a:moveTo>
                    <a:lnTo>
                      <a:pt x="30044" y="15179"/>
                    </a:lnTo>
                    <a:cubicBezTo>
                      <a:pt x="30044" y="15334"/>
                      <a:pt x="30041" y="15491"/>
                      <a:pt x="30036" y="15644"/>
                    </a:cubicBezTo>
                    <a:lnTo>
                      <a:pt x="30350" y="15654"/>
                    </a:lnTo>
                    <a:cubicBezTo>
                      <a:pt x="30355" y="15497"/>
                      <a:pt x="30358" y="15337"/>
                      <a:pt x="30358" y="15177"/>
                    </a:cubicBezTo>
                    <a:lnTo>
                      <a:pt x="30358" y="15149"/>
                    </a:lnTo>
                    <a:close/>
                    <a:moveTo>
                      <a:pt x="432" y="17055"/>
                    </a:moveTo>
                    <a:lnTo>
                      <a:pt x="122" y="17095"/>
                    </a:lnTo>
                    <a:cubicBezTo>
                      <a:pt x="141" y="17254"/>
                      <a:pt x="163" y="17410"/>
                      <a:pt x="188" y="17567"/>
                    </a:cubicBezTo>
                    <a:lnTo>
                      <a:pt x="188" y="17566"/>
                    </a:lnTo>
                    <a:lnTo>
                      <a:pt x="498" y="17518"/>
                    </a:lnTo>
                    <a:cubicBezTo>
                      <a:pt x="473" y="17364"/>
                      <a:pt x="452" y="17211"/>
                      <a:pt x="432" y="17055"/>
                    </a:cubicBezTo>
                    <a:close/>
                    <a:moveTo>
                      <a:pt x="29862" y="17503"/>
                    </a:moveTo>
                    <a:cubicBezTo>
                      <a:pt x="29839" y="17657"/>
                      <a:pt x="29813" y="17810"/>
                      <a:pt x="29783" y="17964"/>
                    </a:cubicBezTo>
                    <a:lnTo>
                      <a:pt x="30092" y="18022"/>
                    </a:lnTo>
                    <a:cubicBezTo>
                      <a:pt x="30122" y="17866"/>
                      <a:pt x="30148" y="17710"/>
                      <a:pt x="30173" y="17553"/>
                    </a:cubicBezTo>
                    <a:lnTo>
                      <a:pt x="29862" y="17503"/>
                    </a:lnTo>
                    <a:close/>
                    <a:moveTo>
                      <a:pt x="905" y="19338"/>
                    </a:moveTo>
                    <a:lnTo>
                      <a:pt x="604" y="19426"/>
                    </a:lnTo>
                    <a:cubicBezTo>
                      <a:pt x="649" y="19580"/>
                      <a:pt x="695" y="19732"/>
                      <a:pt x="744" y="19882"/>
                    </a:cubicBezTo>
                    <a:lnTo>
                      <a:pt x="1043" y="19785"/>
                    </a:lnTo>
                    <a:cubicBezTo>
                      <a:pt x="995" y="19637"/>
                      <a:pt x="949" y="19489"/>
                      <a:pt x="905" y="19338"/>
                    </a:cubicBezTo>
                    <a:close/>
                    <a:moveTo>
                      <a:pt x="29320" y="19771"/>
                    </a:moveTo>
                    <a:cubicBezTo>
                      <a:pt x="29272" y="19920"/>
                      <a:pt x="29221" y="20067"/>
                      <a:pt x="29168" y="20214"/>
                    </a:cubicBezTo>
                    <a:lnTo>
                      <a:pt x="29464" y="20321"/>
                    </a:lnTo>
                    <a:cubicBezTo>
                      <a:pt x="29519" y="20171"/>
                      <a:pt x="29570" y="20019"/>
                      <a:pt x="29619" y="19869"/>
                    </a:cubicBezTo>
                    <a:lnTo>
                      <a:pt x="29320" y="19771"/>
                    </a:lnTo>
                    <a:close/>
                    <a:moveTo>
                      <a:pt x="1732" y="21519"/>
                    </a:moveTo>
                    <a:lnTo>
                      <a:pt x="1448" y="21653"/>
                    </a:lnTo>
                    <a:cubicBezTo>
                      <a:pt x="1516" y="21797"/>
                      <a:pt x="1585" y="21939"/>
                      <a:pt x="1658" y="22081"/>
                    </a:cubicBezTo>
                    <a:lnTo>
                      <a:pt x="1937" y="21937"/>
                    </a:lnTo>
                    <a:cubicBezTo>
                      <a:pt x="1866" y="21798"/>
                      <a:pt x="1798" y="21660"/>
                      <a:pt x="1732" y="21519"/>
                    </a:cubicBezTo>
                    <a:close/>
                    <a:moveTo>
                      <a:pt x="28427" y="21927"/>
                    </a:moveTo>
                    <a:cubicBezTo>
                      <a:pt x="28356" y="22066"/>
                      <a:pt x="28283" y="22205"/>
                      <a:pt x="28207" y="22340"/>
                    </a:cubicBezTo>
                    <a:lnTo>
                      <a:pt x="28483" y="22492"/>
                    </a:lnTo>
                    <a:cubicBezTo>
                      <a:pt x="28559" y="22352"/>
                      <a:pt x="28633" y="22211"/>
                      <a:pt x="28706" y="22069"/>
                    </a:cubicBezTo>
                    <a:lnTo>
                      <a:pt x="28427" y="21927"/>
                    </a:lnTo>
                    <a:close/>
                    <a:moveTo>
                      <a:pt x="2889" y="23541"/>
                    </a:moveTo>
                    <a:lnTo>
                      <a:pt x="2629" y="23718"/>
                    </a:lnTo>
                    <a:cubicBezTo>
                      <a:pt x="2720" y="23849"/>
                      <a:pt x="2811" y="23979"/>
                      <a:pt x="2904" y="24108"/>
                    </a:cubicBezTo>
                    <a:lnTo>
                      <a:pt x="2905" y="24108"/>
                    </a:lnTo>
                    <a:lnTo>
                      <a:pt x="3158" y="23923"/>
                    </a:lnTo>
                    <a:cubicBezTo>
                      <a:pt x="3067" y="23797"/>
                      <a:pt x="2976" y="23670"/>
                      <a:pt x="2889" y="23541"/>
                    </a:cubicBezTo>
                    <a:close/>
                    <a:moveTo>
                      <a:pt x="27206" y="23916"/>
                    </a:moveTo>
                    <a:cubicBezTo>
                      <a:pt x="27113" y="24042"/>
                      <a:pt x="27021" y="24166"/>
                      <a:pt x="26925" y="24290"/>
                    </a:cubicBezTo>
                    <a:lnTo>
                      <a:pt x="27173" y="24481"/>
                    </a:lnTo>
                    <a:cubicBezTo>
                      <a:pt x="27270" y="24356"/>
                      <a:pt x="27366" y="24229"/>
                      <a:pt x="27460" y="24100"/>
                    </a:cubicBezTo>
                    <a:lnTo>
                      <a:pt x="27206" y="23916"/>
                    </a:lnTo>
                    <a:close/>
                    <a:moveTo>
                      <a:pt x="4349" y="25359"/>
                    </a:moveTo>
                    <a:lnTo>
                      <a:pt x="4121" y="25573"/>
                    </a:lnTo>
                    <a:cubicBezTo>
                      <a:pt x="4229" y="25691"/>
                      <a:pt x="4339" y="25805"/>
                      <a:pt x="4452" y="25917"/>
                    </a:cubicBezTo>
                    <a:lnTo>
                      <a:pt x="4675" y="25694"/>
                    </a:lnTo>
                    <a:cubicBezTo>
                      <a:pt x="4564" y="25583"/>
                      <a:pt x="4457" y="25473"/>
                      <a:pt x="4349" y="25359"/>
                    </a:cubicBezTo>
                    <a:close/>
                    <a:moveTo>
                      <a:pt x="25691" y="25689"/>
                    </a:moveTo>
                    <a:cubicBezTo>
                      <a:pt x="25580" y="25798"/>
                      <a:pt x="25468" y="25907"/>
                      <a:pt x="25355" y="26015"/>
                    </a:cubicBezTo>
                    <a:lnTo>
                      <a:pt x="25570" y="26242"/>
                    </a:lnTo>
                    <a:cubicBezTo>
                      <a:pt x="25686" y="26133"/>
                      <a:pt x="25800" y="26023"/>
                      <a:pt x="25912" y="25910"/>
                    </a:cubicBezTo>
                    <a:lnTo>
                      <a:pt x="25691" y="25689"/>
                    </a:lnTo>
                    <a:close/>
                    <a:moveTo>
                      <a:pt x="6074" y="26928"/>
                    </a:moveTo>
                    <a:lnTo>
                      <a:pt x="5882" y="27176"/>
                    </a:lnTo>
                    <a:cubicBezTo>
                      <a:pt x="6008" y="27273"/>
                      <a:pt x="6135" y="27369"/>
                      <a:pt x="6264" y="27463"/>
                    </a:cubicBezTo>
                    <a:lnTo>
                      <a:pt x="6447" y="27209"/>
                    </a:lnTo>
                    <a:cubicBezTo>
                      <a:pt x="6322" y="27118"/>
                      <a:pt x="6198" y="27024"/>
                      <a:pt x="6074" y="26928"/>
                    </a:cubicBezTo>
                    <a:close/>
                    <a:moveTo>
                      <a:pt x="23918" y="27204"/>
                    </a:moveTo>
                    <a:cubicBezTo>
                      <a:pt x="23793" y="27295"/>
                      <a:pt x="23665" y="27384"/>
                      <a:pt x="23536" y="27473"/>
                    </a:cubicBezTo>
                    <a:lnTo>
                      <a:pt x="23713" y="27733"/>
                    </a:lnTo>
                    <a:cubicBezTo>
                      <a:pt x="23845" y="27642"/>
                      <a:pt x="23974" y="27551"/>
                      <a:pt x="24103" y="27458"/>
                    </a:cubicBezTo>
                    <a:lnTo>
                      <a:pt x="23918" y="27204"/>
                    </a:lnTo>
                    <a:close/>
                    <a:moveTo>
                      <a:pt x="8023" y="28210"/>
                    </a:moveTo>
                    <a:lnTo>
                      <a:pt x="7873" y="28484"/>
                    </a:lnTo>
                    <a:cubicBezTo>
                      <a:pt x="8012" y="28562"/>
                      <a:pt x="8152" y="28636"/>
                      <a:pt x="8294" y="28709"/>
                    </a:cubicBezTo>
                    <a:lnTo>
                      <a:pt x="8436" y="28430"/>
                    </a:lnTo>
                    <a:cubicBezTo>
                      <a:pt x="8298" y="28359"/>
                      <a:pt x="8161" y="28284"/>
                      <a:pt x="8023" y="28210"/>
                    </a:cubicBezTo>
                    <a:close/>
                    <a:moveTo>
                      <a:pt x="21932" y="28423"/>
                    </a:moveTo>
                    <a:cubicBezTo>
                      <a:pt x="21794" y="28494"/>
                      <a:pt x="21655" y="28564"/>
                      <a:pt x="21514" y="28630"/>
                    </a:cubicBezTo>
                    <a:lnTo>
                      <a:pt x="21648" y="28912"/>
                    </a:lnTo>
                    <a:cubicBezTo>
                      <a:pt x="21792" y="28845"/>
                      <a:pt x="21934" y="28775"/>
                      <a:pt x="22074" y="28704"/>
                    </a:cubicBezTo>
                    <a:lnTo>
                      <a:pt x="21932" y="28423"/>
                    </a:lnTo>
                    <a:close/>
                    <a:moveTo>
                      <a:pt x="10151" y="29170"/>
                    </a:moveTo>
                    <a:lnTo>
                      <a:pt x="10044" y="29466"/>
                    </a:lnTo>
                    <a:cubicBezTo>
                      <a:pt x="10194" y="29520"/>
                      <a:pt x="10345" y="29571"/>
                      <a:pt x="10497" y="29621"/>
                    </a:cubicBezTo>
                    <a:lnTo>
                      <a:pt x="10594" y="29322"/>
                    </a:lnTo>
                    <a:cubicBezTo>
                      <a:pt x="10445" y="29274"/>
                      <a:pt x="10297" y="29223"/>
                      <a:pt x="10151" y="29170"/>
                    </a:cubicBezTo>
                    <a:close/>
                    <a:moveTo>
                      <a:pt x="19780" y="29317"/>
                    </a:moveTo>
                    <a:cubicBezTo>
                      <a:pt x="19631" y="29365"/>
                      <a:pt x="19482" y="29411"/>
                      <a:pt x="19334" y="29454"/>
                    </a:cubicBezTo>
                    <a:lnTo>
                      <a:pt x="19421" y="29756"/>
                    </a:lnTo>
                    <a:cubicBezTo>
                      <a:pt x="19573" y="29712"/>
                      <a:pt x="19725" y="29666"/>
                      <a:pt x="19877" y="29616"/>
                    </a:cubicBezTo>
                    <a:lnTo>
                      <a:pt x="19780" y="29317"/>
                    </a:lnTo>
                    <a:close/>
                    <a:moveTo>
                      <a:pt x="12401" y="29783"/>
                    </a:moveTo>
                    <a:lnTo>
                      <a:pt x="12344" y="30092"/>
                    </a:lnTo>
                    <a:cubicBezTo>
                      <a:pt x="12499" y="30122"/>
                      <a:pt x="12656" y="30148"/>
                      <a:pt x="12813" y="30173"/>
                    </a:cubicBezTo>
                    <a:lnTo>
                      <a:pt x="12862" y="29862"/>
                    </a:lnTo>
                    <a:cubicBezTo>
                      <a:pt x="12707" y="29839"/>
                      <a:pt x="12555" y="29813"/>
                      <a:pt x="12401" y="29783"/>
                    </a:cubicBezTo>
                    <a:close/>
                    <a:moveTo>
                      <a:pt x="17511" y="29861"/>
                    </a:moveTo>
                    <a:cubicBezTo>
                      <a:pt x="17358" y="29885"/>
                      <a:pt x="17204" y="29907"/>
                      <a:pt x="17049" y="29927"/>
                    </a:cubicBezTo>
                    <a:lnTo>
                      <a:pt x="17088" y="30237"/>
                    </a:lnTo>
                    <a:cubicBezTo>
                      <a:pt x="17247" y="30217"/>
                      <a:pt x="17404" y="30196"/>
                      <a:pt x="17561" y="30171"/>
                    </a:cubicBezTo>
                    <a:lnTo>
                      <a:pt x="17511" y="29861"/>
                    </a:lnTo>
                    <a:close/>
                    <a:moveTo>
                      <a:pt x="14719" y="30036"/>
                    </a:moveTo>
                    <a:lnTo>
                      <a:pt x="14711" y="30350"/>
                    </a:lnTo>
                    <a:cubicBezTo>
                      <a:pt x="14861" y="30355"/>
                      <a:pt x="15013" y="30356"/>
                      <a:pt x="15170" y="30356"/>
                    </a:cubicBezTo>
                    <a:lnTo>
                      <a:pt x="15185" y="30356"/>
                    </a:lnTo>
                    <a:lnTo>
                      <a:pt x="15187" y="30313"/>
                    </a:lnTo>
                    <a:lnTo>
                      <a:pt x="15180" y="30042"/>
                    </a:lnTo>
                    <a:cubicBezTo>
                      <a:pt x="15025" y="30042"/>
                      <a:pt x="14873" y="30041"/>
                      <a:pt x="14719" y="300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1"/>
              <p:cNvSpPr/>
              <p:nvPr/>
            </p:nvSpPr>
            <p:spPr>
              <a:xfrm>
                <a:off x="5909150" y="1887425"/>
                <a:ext cx="358400" cy="358425"/>
              </a:xfrm>
              <a:custGeom>
                <a:avLst/>
                <a:gdLst/>
                <a:ahLst/>
                <a:cxnLst/>
                <a:rect l="l" t="t" r="r" b="b"/>
                <a:pathLst>
                  <a:path w="14336" h="14337" extrusionOk="0">
                    <a:moveTo>
                      <a:pt x="7070" y="0"/>
                    </a:moveTo>
                    <a:lnTo>
                      <a:pt x="7093" y="1694"/>
                    </a:lnTo>
                    <a:lnTo>
                      <a:pt x="7169" y="1694"/>
                    </a:lnTo>
                    <a:cubicBezTo>
                      <a:pt x="10188" y="1694"/>
                      <a:pt x="12644" y="4149"/>
                      <a:pt x="12644" y="7169"/>
                    </a:cubicBezTo>
                    <a:cubicBezTo>
                      <a:pt x="12644" y="10187"/>
                      <a:pt x="10188" y="12644"/>
                      <a:pt x="7169" y="12644"/>
                    </a:cubicBezTo>
                    <a:cubicBezTo>
                      <a:pt x="4149" y="12644"/>
                      <a:pt x="1693" y="10187"/>
                      <a:pt x="1693" y="7169"/>
                    </a:cubicBezTo>
                    <a:cubicBezTo>
                      <a:pt x="1693" y="7142"/>
                      <a:pt x="1693" y="7117"/>
                      <a:pt x="1694" y="7093"/>
                    </a:cubicBezTo>
                    <a:lnTo>
                      <a:pt x="1" y="7069"/>
                    </a:lnTo>
                    <a:cubicBezTo>
                      <a:pt x="1" y="7102"/>
                      <a:pt x="1" y="7136"/>
                      <a:pt x="1" y="7169"/>
                    </a:cubicBezTo>
                    <a:cubicBezTo>
                      <a:pt x="1" y="11120"/>
                      <a:pt x="3216" y="14337"/>
                      <a:pt x="7169" y="14337"/>
                    </a:cubicBezTo>
                    <a:cubicBezTo>
                      <a:pt x="11121" y="14337"/>
                      <a:pt x="14336" y="11120"/>
                      <a:pt x="14336" y="7169"/>
                    </a:cubicBezTo>
                    <a:cubicBezTo>
                      <a:pt x="14336" y="3215"/>
                      <a:pt x="11121" y="0"/>
                      <a:pt x="7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1"/>
              <p:cNvSpPr/>
              <p:nvPr/>
            </p:nvSpPr>
            <p:spPr>
              <a:xfrm>
                <a:off x="6011600" y="1902525"/>
                <a:ext cx="21700" cy="40375"/>
              </a:xfrm>
              <a:custGeom>
                <a:avLst/>
                <a:gdLst/>
                <a:ahLst/>
                <a:cxnLst/>
                <a:rect l="l" t="t" r="r" b="b"/>
                <a:pathLst>
                  <a:path w="868" h="1615" extrusionOk="0">
                    <a:moveTo>
                      <a:pt x="185" y="1"/>
                    </a:moveTo>
                    <a:cubicBezTo>
                      <a:pt x="122" y="29"/>
                      <a:pt x="61" y="57"/>
                      <a:pt x="0" y="85"/>
                    </a:cubicBezTo>
                    <a:lnTo>
                      <a:pt x="725" y="1615"/>
                    </a:lnTo>
                    <a:cubicBezTo>
                      <a:pt x="772" y="1593"/>
                      <a:pt x="819" y="1570"/>
                      <a:pt x="867" y="1549"/>
                    </a:cubicBezTo>
                    <a:lnTo>
                      <a:pt x="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1"/>
              <p:cNvSpPr/>
              <p:nvPr/>
            </p:nvSpPr>
            <p:spPr>
              <a:xfrm>
                <a:off x="5989325" y="1914475"/>
                <a:ext cx="26700" cy="38050"/>
              </a:xfrm>
              <a:custGeom>
                <a:avLst/>
                <a:gdLst/>
                <a:ahLst/>
                <a:cxnLst/>
                <a:rect l="l" t="t" r="r" b="b"/>
                <a:pathLst>
                  <a:path w="1068" h="1522" extrusionOk="0">
                    <a:moveTo>
                      <a:pt x="172" y="0"/>
                    </a:moveTo>
                    <a:cubicBezTo>
                      <a:pt x="115" y="37"/>
                      <a:pt x="57" y="73"/>
                      <a:pt x="1" y="111"/>
                    </a:cubicBezTo>
                    <a:lnTo>
                      <a:pt x="937" y="1522"/>
                    </a:lnTo>
                    <a:cubicBezTo>
                      <a:pt x="980" y="1492"/>
                      <a:pt x="1023" y="1464"/>
                      <a:pt x="1068" y="1436"/>
                    </a:cubicBezTo>
                    <a:lnTo>
                      <a:pt x="1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1"/>
              <p:cNvSpPr/>
              <p:nvPr/>
            </p:nvSpPr>
            <p:spPr>
              <a:xfrm>
                <a:off x="6035425" y="1893950"/>
                <a:ext cx="16250" cy="41850"/>
              </a:xfrm>
              <a:custGeom>
                <a:avLst/>
                <a:gdLst/>
                <a:ahLst/>
                <a:cxnLst/>
                <a:rect l="l" t="t" r="r" b="b"/>
                <a:pathLst>
                  <a:path w="650" h="1674" extrusionOk="0">
                    <a:moveTo>
                      <a:pt x="197" y="0"/>
                    </a:moveTo>
                    <a:cubicBezTo>
                      <a:pt x="131" y="18"/>
                      <a:pt x="65" y="37"/>
                      <a:pt x="0" y="56"/>
                    </a:cubicBezTo>
                    <a:lnTo>
                      <a:pt x="499" y="1674"/>
                    </a:lnTo>
                    <a:cubicBezTo>
                      <a:pt x="549" y="1659"/>
                      <a:pt x="600" y="1644"/>
                      <a:pt x="650" y="1631"/>
                    </a:cubicBezTo>
                    <a:lnTo>
                      <a:pt x="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1"/>
              <p:cNvSpPr/>
              <p:nvPr/>
            </p:nvSpPr>
            <p:spPr>
              <a:xfrm>
                <a:off x="6060375" y="1888875"/>
                <a:ext cx="10475" cy="42550"/>
              </a:xfrm>
              <a:custGeom>
                <a:avLst/>
                <a:gdLst/>
                <a:ahLst/>
                <a:cxnLst/>
                <a:rect l="l" t="t" r="r" b="b"/>
                <a:pathLst>
                  <a:path w="419" h="1702" extrusionOk="0">
                    <a:moveTo>
                      <a:pt x="202" y="0"/>
                    </a:moveTo>
                    <a:cubicBezTo>
                      <a:pt x="134" y="10"/>
                      <a:pt x="66" y="18"/>
                      <a:pt x="0" y="30"/>
                    </a:cubicBezTo>
                    <a:lnTo>
                      <a:pt x="261" y="1702"/>
                    </a:lnTo>
                    <a:cubicBezTo>
                      <a:pt x="312" y="1693"/>
                      <a:pt x="365" y="1687"/>
                      <a:pt x="418" y="1680"/>
                    </a:cubicBezTo>
                    <a:lnTo>
                      <a:pt x="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1"/>
              <p:cNvSpPr/>
              <p:nvPr/>
            </p:nvSpPr>
            <p:spPr>
              <a:xfrm>
                <a:off x="5969100" y="1929500"/>
                <a:ext cx="31125" cy="34975"/>
              </a:xfrm>
              <a:custGeom>
                <a:avLst/>
                <a:gdLst/>
                <a:ahLst/>
                <a:cxnLst/>
                <a:rect l="l" t="t" r="r" b="b"/>
                <a:pathLst>
                  <a:path w="1245" h="1399" extrusionOk="0">
                    <a:moveTo>
                      <a:pt x="155" y="1"/>
                    </a:moveTo>
                    <a:cubicBezTo>
                      <a:pt x="102" y="45"/>
                      <a:pt x="51" y="90"/>
                      <a:pt x="0" y="134"/>
                    </a:cubicBezTo>
                    <a:lnTo>
                      <a:pt x="1127" y="1398"/>
                    </a:lnTo>
                    <a:cubicBezTo>
                      <a:pt x="1166" y="1364"/>
                      <a:pt x="1204" y="1329"/>
                      <a:pt x="1244" y="1296"/>
                    </a:cubicBezTo>
                    <a:lnTo>
                      <a:pt x="1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1"/>
              <p:cNvSpPr/>
              <p:nvPr/>
            </p:nvSpPr>
            <p:spPr>
              <a:xfrm>
                <a:off x="5915650" y="2013725"/>
                <a:ext cx="41900" cy="16250"/>
              </a:xfrm>
              <a:custGeom>
                <a:avLst/>
                <a:gdLst/>
                <a:ahLst/>
                <a:cxnLst/>
                <a:rect l="l" t="t" r="r" b="b"/>
                <a:pathLst>
                  <a:path w="1676" h="650" extrusionOk="0">
                    <a:moveTo>
                      <a:pt x="58" y="0"/>
                    </a:moveTo>
                    <a:cubicBezTo>
                      <a:pt x="38" y="66"/>
                      <a:pt x="18" y="131"/>
                      <a:pt x="0" y="197"/>
                    </a:cubicBezTo>
                    <a:lnTo>
                      <a:pt x="1631" y="649"/>
                    </a:lnTo>
                    <a:cubicBezTo>
                      <a:pt x="1646" y="598"/>
                      <a:pt x="1661" y="549"/>
                      <a:pt x="1675" y="499"/>
                    </a:cubicBezTo>
                    <a:lnTo>
                      <a:pt x="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1"/>
              <p:cNvSpPr/>
              <p:nvPr/>
            </p:nvSpPr>
            <p:spPr>
              <a:xfrm>
                <a:off x="5910600" y="2038675"/>
                <a:ext cx="42525" cy="10475"/>
              </a:xfrm>
              <a:custGeom>
                <a:avLst/>
                <a:gdLst/>
                <a:ahLst/>
                <a:cxnLst/>
                <a:rect l="l" t="t" r="r" b="b"/>
                <a:pathLst>
                  <a:path w="1701" h="419" extrusionOk="0">
                    <a:moveTo>
                      <a:pt x="29" y="0"/>
                    </a:moveTo>
                    <a:cubicBezTo>
                      <a:pt x="19" y="68"/>
                      <a:pt x="9" y="136"/>
                      <a:pt x="1" y="203"/>
                    </a:cubicBezTo>
                    <a:lnTo>
                      <a:pt x="1679" y="418"/>
                    </a:lnTo>
                    <a:cubicBezTo>
                      <a:pt x="1686" y="365"/>
                      <a:pt x="1694" y="314"/>
                      <a:pt x="1701" y="263"/>
                    </a:cubicBezTo>
                    <a:lnTo>
                      <a:pt x="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1"/>
              <p:cNvSpPr/>
              <p:nvPr/>
            </p:nvSpPr>
            <p:spPr>
              <a:xfrm>
                <a:off x="5951250" y="1947300"/>
                <a:ext cx="34950" cy="31175"/>
              </a:xfrm>
              <a:custGeom>
                <a:avLst/>
                <a:gdLst/>
                <a:ahLst/>
                <a:cxnLst/>
                <a:rect l="l" t="t" r="r" b="b"/>
                <a:pathLst>
                  <a:path w="1398" h="1247" extrusionOk="0">
                    <a:moveTo>
                      <a:pt x="136" y="1"/>
                    </a:moveTo>
                    <a:cubicBezTo>
                      <a:pt x="90" y="52"/>
                      <a:pt x="45" y="103"/>
                      <a:pt x="0" y="156"/>
                    </a:cubicBezTo>
                    <a:lnTo>
                      <a:pt x="1296" y="1246"/>
                    </a:lnTo>
                    <a:cubicBezTo>
                      <a:pt x="1329" y="1207"/>
                      <a:pt x="1363" y="1167"/>
                      <a:pt x="1398" y="1129"/>
                    </a:cubicBezTo>
                    <a:lnTo>
                      <a:pt x="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1"/>
              <p:cNvSpPr/>
              <p:nvPr/>
            </p:nvSpPr>
            <p:spPr>
              <a:xfrm>
                <a:off x="5936200" y="1967550"/>
                <a:ext cx="38075" cy="26750"/>
              </a:xfrm>
              <a:custGeom>
                <a:avLst/>
                <a:gdLst/>
                <a:ahLst/>
                <a:cxnLst/>
                <a:rect l="l" t="t" r="r" b="b"/>
                <a:pathLst>
                  <a:path w="1523" h="1070" extrusionOk="0">
                    <a:moveTo>
                      <a:pt x="112" y="0"/>
                    </a:moveTo>
                    <a:cubicBezTo>
                      <a:pt x="74" y="58"/>
                      <a:pt x="37" y="116"/>
                      <a:pt x="1" y="174"/>
                    </a:cubicBezTo>
                    <a:lnTo>
                      <a:pt x="1437" y="1069"/>
                    </a:lnTo>
                    <a:cubicBezTo>
                      <a:pt x="1465" y="1024"/>
                      <a:pt x="1493" y="982"/>
                      <a:pt x="1523" y="939"/>
                    </a:cubicBezTo>
                    <a:lnTo>
                      <a:pt x="1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1"/>
              <p:cNvSpPr/>
              <p:nvPr/>
            </p:nvSpPr>
            <p:spPr>
              <a:xfrm>
                <a:off x="5924225" y="1989850"/>
                <a:ext cx="40375" cy="21700"/>
              </a:xfrm>
              <a:custGeom>
                <a:avLst/>
                <a:gdLst/>
                <a:ahLst/>
                <a:cxnLst/>
                <a:rect l="l" t="t" r="r" b="b"/>
                <a:pathLst>
                  <a:path w="1615" h="868" extrusionOk="0">
                    <a:moveTo>
                      <a:pt x="87" y="0"/>
                    </a:moveTo>
                    <a:cubicBezTo>
                      <a:pt x="57" y="61"/>
                      <a:pt x="29" y="124"/>
                      <a:pt x="1" y="187"/>
                    </a:cubicBezTo>
                    <a:lnTo>
                      <a:pt x="1551" y="868"/>
                    </a:lnTo>
                    <a:cubicBezTo>
                      <a:pt x="1572" y="821"/>
                      <a:pt x="1593" y="774"/>
                      <a:pt x="1615" y="727"/>
                    </a:cubicBezTo>
                    <a:lnTo>
                      <a:pt x="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8" name="Google Shape;328;p31"/>
            <p:cNvSpPr/>
            <p:nvPr/>
          </p:nvSpPr>
          <p:spPr>
            <a:xfrm>
              <a:off x="7817732" y="4729687"/>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29" name="Google Shape;329;p31"/>
            <p:cNvCxnSpPr>
              <a:stCxn id="303" idx="5"/>
              <a:endCxn id="328" idx="1"/>
            </p:cNvCxnSpPr>
            <p:nvPr/>
          </p:nvCxnSpPr>
          <p:spPr>
            <a:xfrm>
              <a:off x="7167773" y="3510231"/>
              <a:ext cx="662400" cy="1231800"/>
            </a:xfrm>
            <a:prstGeom prst="straightConnector1">
              <a:avLst/>
            </a:prstGeom>
            <a:noFill/>
            <a:ln w="19050" cap="flat" cmpd="sng">
              <a:solidFill>
                <a:schemeClr val="dk1"/>
              </a:solidFill>
              <a:prstDash val="solid"/>
              <a:round/>
              <a:headEnd type="none" w="med" len="med"/>
              <a:tailEnd type="none" w="med" len="med"/>
            </a:ln>
          </p:spPr>
        </p:cxnSp>
        <p:cxnSp>
          <p:nvCxnSpPr>
            <p:cNvPr id="330" name="Google Shape;330;p31"/>
            <p:cNvCxnSpPr>
              <a:stCxn id="303" idx="6"/>
              <a:endCxn id="314" idx="2"/>
            </p:cNvCxnSpPr>
            <p:nvPr/>
          </p:nvCxnSpPr>
          <p:spPr>
            <a:xfrm rot="10800000" flipH="1">
              <a:off x="7187719" y="3098777"/>
              <a:ext cx="1512000" cy="363300"/>
            </a:xfrm>
            <a:prstGeom prst="straightConnector1">
              <a:avLst/>
            </a:prstGeom>
            <a:noFill/>
            <a:ln w="19050" cap="flat" cmpd="sng">
              <a:solidFill>
                <a:schemeClr val="dk1"/>
              </a:solidFill>
              <a:prstDash val="solid"/>
              <a:round/>
              <a:headEnd type="none" w="med" len="med"/>
              <a:tailEnd type="none" w="med" len="med"/>
            </a:ln>
          </p:spPr>
        </p:cxnSp>
        <p:cxnSp>
          <p:nvCxnSpPr>
            <p:cNvPr id="331" name="Google Shape;331;p31"/>
            <p:cNvCxnSpPr>
              <a:stCxn id="314" idx="4"/>
              <a:endCxn id="328" idx="7"/>
            </p:cNvCxnSpPr>
            <p:nvPr/>
          </p:nvCxnSpPr>
          <p:spPr>
            <a:xfrm flipH="1">
              <a:off x="7890096" y="3146687"/>
              <a:ext cx="857700" cy="1595400"/>
            </a:xfrm>
            <a:prstGeom prst="straightConnector1">
              <a:avLst/>
            </a:prstGeom>
            <a:noFill/>
            <a:ln w="19050" cap="flat" cmpd="sng">
              <a:solidFill>
                <a:schemeClr val="dk1"/>
              </a:solidFill>
              <a:prstDash val="solid"/>
              <a:round/>
              <a:headEnd type="none" w="med" len="med"/>
              <a:tailEnd type="none" w="med" len="med"/>
            </a:ln>
          </p:spPr>
        </p:cxnSp>
        <p:cxnSp>
          <p:nvCxnSpPr>
            <p:cNvPr id="332" name="Google Shape;332;p31"/>
            <p:cNvCxnSpPr>
              <a:stCxn id="303" idx="3"/>
            </p:cNvCxnSpPr>
            <p:nvPr/>
          </p:nvCxnSpPr>
          <p:spPr>
            <a:xfrm flipH="1">
              <a:off x="6605565" y="3510231"/>
              <a:ext cx="465900" cy="1763100"/>
            </a:xfrm>
            <a:prstGeom prst="straightConnector1">
              <a:avLst/>
            </a:prstGeom>
            <a:noFill/>
            <a:ln w="19050" cap="flat" cmpd="sng">
              <a:solidFill>
                <a:schemeClr val="dk1"/>
              </a:solidFill>
              <a:prstDash val="solid"/>
              <a:round/>
              <a:headEnd type="none" w="med" len="med"/>
              <a:tailEnd type="none" w="med" len="med"/>
            </a:ln>
          </p:spPr>
        </p:cxnSp>
        <p:cxnSp>
          <p:nvCxnSpPr>
            <p:cNvPr id="333" name="Google Shape;333;p31"/>
            <p:cNvCxnSpPr>
              <a:stCxn id="328" idx="6"/>
            </p:cNvCxnSpPr>
            <p:nvPr/>
          </p:nvCxnSpPr>
          <p:spPr>
            <a:xfrm>
              <a:off x="7902632" y="4771987"/>
              <a:ext cx="1285800" cy="2373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 name="Title 2">
            <a:extLst>
              <a:ext uri="{FF2B5EF4-FFF2-40B4-BE49-F238E27FC236}">
                <a16:creationId xmlns:a16="http://schemas.microsoft.com/office/drawing/2014/main" id="{1345C0E5-58CC-217B-0625-6B89C5F6486B}"/>
              </a:ext>
            </a:extLst>
          </p:cNvPr>
          <p:cNvSpPr>
            <a:spLocks noGrp="1"/>
          </p:cNvSpPr>
          <p:nvPr>
            <p:ph type="title"/>
          </p:nvPr>
        </p:nvSpPr>
        <p:spPr>
          <a:xfrm>
            <a:off x="715050" y="431872"/>
            <a:ext cx="7713900" cy="648900"/>
          </a:xfrm>
        </p:spPr>
        <p:txBody>
          <a:bodyPr/>
          <a:lstStyle/>
          <a:p>
            <a:r>
              <a:rPr lang="en-US" dirty="0"/>
              <a:t>4 activities of RE</a:t>
            </a:r>
            <a:endParaRPr lang="en-IN" dirty="0"/>
          </a:p>
        </p:txBody>
      </p:sp>
      <p:pic>
        <p:nvPicPr>
          <p:cNvPr id="4" name="Picture 3">
            <a:extLst>
              <a:ext uri="{FF2B5EF4-FFF2-40B4-BE49-F238E27FC236}">
                <a16:creationId xmlns:a16="http://schemas.microsoft.com/office/drawing/2014/main" id="{DBBFAD76-3BD9-3A09-E7D4-5FC69EBBA76B}"/>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556835" y="928529"/>
            <a:ext cx="7552949" cy="401498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33"/>
          <p:cNvSpPr txBox="1">
            <a:spLocks noGrp="1"/>
          </p:cNvSpPr>
          <p:nvPr>
            <p:ph type="title"/>
          </p:nvPr>
        </p:nvSpPr>
        <p:spPr>
          <a:xfrm>
            <a:off x="1451850" y="1514450"/>
            <a:ext cx="653100" cy="501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348" name="Google Shape;348;p33"/>
          <p:cNvSpPr txBox="1">
            <a:spLocks noGrp="1"/>
          </p:cNvSpPr>
          <p:nvPr>
            <p:ph type="subTitle" idx="1"/>
          </p:nvPr>
        </p:nvSpPr>
        <p:spPr>
          <a:xfrm>
            <a:off x="2083200" y="1428675"/>
            <a:ext cx="2336400" cy="685200"/>
          </a:xfrm>
          <a:prstGeom prst="rect">
            <a:avLst/>
          </a:prstGeom>
        </p:spPr>
        <p:txBody>
          <a:bodyPr spcFirstLastPara="1" wrap="square" lIns="91425" tIns="91425" rIns="91425" bIns="91425" anchor="t" anchorCtr="0">
            <a:noAutofit/>
          </a:bodyPr>
          <a:lstStyle/>
          <a:p>
            <a:pPr marL="0" lvl="0" indent="0"/>
            <a:r>
              <a:rPr lang="en-IN" dirty="0"/>
              <a:t>Requirements elicitation and analysis</a:t>
            </a:r>
            <a:endParaRPr dirty="0"/>
          </a:p>
        </p:txBody>
      </p:sp>
      <p:sp>
        <p:nvSpPr>
          <p:cNvPr id="350" name="Google Shape;350;p33"/>
          <p:cNvSpPr txBox="1">
            <a:spLocks noGrp="1"/>
          </p:cNvSpPr>
          <p:nvPr>
            <p:ph type="title" idx="3"/>
          </p:nvPr>
        </p:nvSpPr>
        <p:spPr>
          <a:xfrm>
            <a:off x="715100" y="535000"/>
            <a:ext cx="7713900" cy="649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Topics to be </a:t>
            </a:r>
            <a:r>
              <a:rPr lang="en" dirty="0">
                <a:latin typeface="Kantumruy Pro SemiBold"/>
                <a:ea typeface="Kantumruy Pro SemiBold"/>
                <a:cs typeface="Kantumruy Pro SemiBold"/>
                <a:sym typeface="Kantumruy Pro SemiBold"/>
              </a:rPr>
              <a:t>covered</a:t>
            </a:r>
            <a:endParaRPr dirty="0">
              <a:latin typeface="Kantumruy Pro SemiBold"/>
              <a:ea typeface="Kantumruy Pro SemiBold"/>
              <a:cs typeface="Kantumruy Pro SemiBold"/>
              <a:sym typeface="Kantumruy Pro SemiBold"/>
            </a:endParaRPr>
          </a:p>
        </p:txBody>
      </p:sp>
      <p:grpSp>
        <p:nvGrpSpPr>
          <p:cNvPr id="366" name="Google Shape;366;p33"/>
          <p:cNvGrpSpPr/>
          <p:nvPr/>
        </p:nvGrpSpPr>
        <p:grpSpPr>
          <a:xfrm>
            <a:off x="6684971" y="-644076"/>
            <a:ext cx="2639795" cy="1853191"/>
            <a:chOff x="6684971" y="-644076"/>
            <a:chExt cx="2639795" cy="1853191"/>
          </a:xfrm>
        </p:grpSpPr>
        <p:grpSp>
          <p:nvGrpSpPr>
            <p:cNvPr id="367" name="Google Shape;367;p33"/>
            <p:cNvGrpSpPr/>
            <p:nvPr/>
          </p:nvGrpSpPr>
          <p:grpSpPr>
            <a:xfrm>
              <a:off x="8521968" y="406316"/>
              <a:ext cx="802799" cy="802799"/>
              <a:chOff x="353675" y="3417700"/>
              <a:chExt cx="527775" cy="527775"/>
            </a:xfrm>
          </p:grpSpPr>
          <p:sp>
            <p:nvSpPr>
              <p:cNvPr id="368" name="Google Shape;368;p33"/>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3"/>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3"/>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3"/>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3"/>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3"/>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3"/>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3"/>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3"/>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3"/>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3"/>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3"/>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3"/>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3"/>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3"/>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3"/>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3"/>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3"/>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3"/>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3"/>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3"/>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3"/>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3"/>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3"/>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3"/>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3"/>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3"/>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3"/>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3"/>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3"/>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3"/>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3"/>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3"/>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3"/>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3"/>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3"/>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3"/>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3"/>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3"/>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3"/>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3"/>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33"/>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33"/>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3"/>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3"/>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3"/>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3"/>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15" name="Google Shape;415;p33"/>
            <p:cNvSpPr/>
            <p:nvPr/>
          </p:nvSpPr>
          <p:spPr>
            <a:xfrm>
              <a:off x="8855269" y="739802"/>
              <a:ext cx="136200" cy="1362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3"/>
            <p:cNvSpPr/>
            <p:nvPr/>
          </p:nvSpPr>
          <p:spPr>
            <a:xfrm>
              <a:off x="7398500" y="69603"/>
              <a:ext cx="84900" cy="846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17" name="Google Shape;417;p33"/>
            <p:cNvGrpSpPr/>
            <p:nvPr/>
          </p:nvGrpSpPr>
          <p:grpSpPr>
            <a:xfrm>
              <a:off x="6684971" y="-644076"/>
              <a:ext cx="1511958" cy="1511958"/>
              <a:chOff x="4529425" y="1609825"/>
              <a:chExt cx="913625" cy="913625"/>
            </a:xfrm>
          </p:grpSpPr>
          <p:sp>
            <p:nvSpPr>
              <p:cNvPr id="418" name="Google Shape;418;p33"/>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3"/>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3"/>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21" name="Google Shape;421;p33"/>
            <p:cNvCxnSpPr>
              <a:stCxn id="416" idx="6"/>
              <a:endCxn id="415" idx="2"/>
            </p:cNvCxnSpPr>
            <p:nvPr/>
          </p:nvCxnSpPr>
          <p:spPr>
            <a:xfrm>
              <a:off x="7483400" y="111903"/>
              <a:ext cx="1371900" cy="696000"/>
            </a:xfrm>
            <a:prstGeom prst="straightConnector1">
              <a:avLst/>
            </a:prstGeom>
            <a:noFill/>
            <a:ln w="19050" cap="flat" cmpd="sng">
              <a:solidFill>
                <a:schemeClr val="dk2"/>
              </a:solidFill>
              <a:prstDash val="solid"/>
              <a:round/>
              <a:headEnd type="none" w="med" len="med"/>
              <a:tailEnd type="none" w="med" len="med"/>
            </a:ln>
          </p:spPr>
        </p:cxnSp>
        <p:cxnSp>
          <p:nvCxnSpPr>
            <p:cNvPr id="422" name="Google Shape;422;p33"/>
            <p:cNvCxnSpPr>
              <a:stCxn id="415" idx="0"/>
            </p:cNvCxnSpPr>
            <p:nvPr/>
          </p:nvCxnSpPr>
          <p:spPr>
            <a:xfrm rot="10800000">
              <a:off x="8344669" y="-340498"/>
              <a:ext cx="578700" cy="1080300"/>
            </a:xfrm>
            <a:prstGeom prst="straightConnector1">
              <a:avLst/>
            </a:prstGeom>
            <a:noFill/>
            <a:ln w="19050" cap="flat" cmpd="sng">
              <a:solidFill>
                <a:schemeClr val="dk2"/>
              </a:solidFill>
              <a:prstDash val="solid"/>
              <a:round/>
              <a:headEnd type="none" w="med" len="med"/>
              <a:tailEnd type="none" w="med" len="med"/>
            </a:ln>
          </p:spPr>
        </p:cxnSp>
      </p:grpSp>
      <p:sp>
        <p:nvSpPr>
          <p:cNvPr id="34" name="Google Shape;347;p33">
            <a:extLst>
              <a:ext uri="{FF2B5EF4-FFF2-40B4-BE49-F238E27FC236}">
                <a16:creationId xmlns:a16="http://schemas.microsoft.com/office/drawing/2014/main" id="{B11E780A-659B-05AC-15CA-7E4B5158A3A9}"/>
              </a:ext>
            </a:extLst>
          </p:cNvPr>
          <p:cNvSpPr txBox="1">
            <a:spLocks/>
          </p:cNvSpPr>
          <p:nvPr/>
        </p:nvSpPr>
        <p:spPr>
          <a:xfrm>
            <a:off x="4724400" y="1531224"/>
            <a:ext cx="653100" cy="501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Kantumruy Pro"/>
              <a:buNone/>
              <a:defRPr sz="2200" b="0" i="0" u="none" strike="noStrike" cap="none">
                <a:solidFill>
                  <a:schemeClr val="dk2"/>
                </a:solidFill>
                <a:latin typeface="Kantumruy Pro SemiBold"/>
                <a:ea typeface="Kantumruy Pro SemiBold"/>
                <a:cs typeface="Kantumruy Pro SemiBold"/>
                <a:sym typeface="Kantumruy Pro SemiBold"/>
              </a:defRPr>
            </a:lvl1pPr>
            <a:lvl2pPr marR="0" lvl="1"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2pPr>
            <a:lvl3pPr marR="0" lvl="2"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3pPr>
            <a:lvl4pPr marR="0" lvl="3"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4pPr>
            <a:lvl5pPr marR="0" lvl="4"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5pPr>
            <a:lvl6pPr marR="0" lvl="5"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6pPr>
            <a:lvl7pPr marR="0" lvl="6"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7pPr>
            <a:lvl8pPr marR="0" lvl="7"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8pPr>
            <a:lvl9pPr marR="0" lvl="8"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9pPr>
          </a:lstStyle>
          <a:p>
            <a:r>
              <a:rPr lang="en" dirty="0"/>
              <a:t>02</a:t>
            </a:r>
          </a:p>
        </p:txBody>
      </p:sp>
      <p:sp>
        <p:nvSpPr>
          <p:cNvPr id="35" name="Google Shape;348;p33">
            <a:extLst>
              <a:ext uri="{FF2B5EF4-FFF2-40B4-BE49-F238E27FC236}">
                <a16:creationId xmlns:a16="http://schemas.microsoft.com/office/drawing/2014/main" id="{6D803BD0-297E-42F2-7E23-B3B2CEEC30B6}"/>
              </a:ext>
            </a:extLst>
          </p:cNvPr>
          <p:cNvSpPr txBox="1">
            <a:spLocks/>
          </p:cNvSpPr>
          <p:nvPr/>
        </p:nvSpPr>
        <p:spPr>
          <a:xfrm>
            <a:off x="5355750" y="1445449"/>
            <a:ext cx="2336400" cy="68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1pPr>
            <a:lvl2pPr marL="914400" marR="0" lvl="1"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2pPr>
            <a:lvl3pPr marL="1371600" marR="0" lvl="2"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3pPr>
            <a:lvl4pPr marL="1828800" marR="0" lvl="3"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4pPr>
            <a:lvl5pPr marL="2286000" marR="0" lvl="4"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5pPr>
            <a:lvl6pPr marL="2743200" marR="0" lvl="5"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6pPr>
            <a:lvl7pPr marL="3200400" marR="0" lvl="6"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7pPr>
            <a:lvl8pPr marL="3657600" marR="0" lvl="7"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8pPr>
            <a:lvl9pPr marL="4114800" marR="0" lvl="8"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9pPr>
          </a:lstStyle>
          <a:p>
            <a:pPr marL="0" indent="0"/>
            <a:r>
              <a:rPr lang="en-IN" dirty="0"/>
              <a:t>General model of requirement process</a:t>
            </a:r>
          </a:p>
        </p:txBody>
      </p:sp>
      <p:sp>
        <p:nvSpPr>
          <p:cNvPr id="36" name="Google Shape;347;p33">
            <a:extLst>
              <a:ext uri="{FF2B5EF4-FFF2-40B4-BE49-F238E27FC236}">
                <a16:creationId xmlns:a16="http://schemas.microsoft.com/office/drawing/2014/main" id="{B6513EA6-0709-F21E-357C-ED115E2CA1C2}"/>
              </a:ext>
            </a:extLst>
          </p:cNvPr>
          <p:cNvSpPr txBox="1">
            <a:spLocks/>
          </p:cNvSpPr>
          <p:nvPr/>
        </p:nvSpPr>
        <p:spPr>
          <a:xfrm>
            <a:off x="1451850" y="2444125"/>
            <a:ext cx="653100" cy="501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Kantumruy Pro"/>
              <a:buNone/>
              <a:defRPr sz="2200" b="0" i="0" u="none" strike="noStrike" cap="none">
                <a:solidFill>
                  <a:schemeClr val="dk2"/>
                </a:solidFill>
                <a:latin typeface="Kantumruy Pro SemiBold"/>
                <a:ea typeface="Kantumruy Pro SemiBold"/>
                <a:cs typeface="Kantumruy Pro SemiBold"/>
                <a:sym typeface="Kantumruy Pro SemiBold"/>
              </a:defRPr>
            </a:lvl1pPr>
            <a:lvl2pPr marR="0" lvl="1"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2pPr>
            <a:lvl3pPr marR="0" lvl="2"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3pPr>
            <a:lvl4pPr marR="0" lvl="3"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4pPr>
            <a:lvl5pPr marR="0" lvl="4"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5pPr>
            <a:lvl6pPr marR="0" lvl="5"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6pPr>
            <a:lvl7pPr marR="0" lvl="6"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7pPr>
            <a:lvl8pPr marR="0" lvl="7"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8pPr>
            <a:lvl9pPr marR="0" lvl="8"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9pPr>
          </a:lstStyle>
          <a:p>
            <a:r>
              <a:rPr lang="en" dirty="0"/>
              <a:t>03</a:t>
            </a:r>
          </a:p>
        </p:txBody>
      </p:sp>
      <p:sp>
        <p:nvSpPr>
          <p:cNvPr id="37" name="Google Shape;348;p33">
            <a:extLst>
              <a:ext uri="{FF2B5EF4-FFF2-40B4-BE49-F238E27FC236}">
                <a16:creationId xmlns:a16="http://schemas.microsoft.com/office/drawing/2014/main" id="{C4B305AB-44F4-E794-53F3-FBBD0E9CDA1E}"/>
              </a:ext>
            </a:extLst>
          </p:cNvPr>
          <p:cNvSpPr txBox="1">
            <a:spLocks/>
          </p:cNvSpPr>
          <p:nvPr/>
        </p:nvSpPr>
        <p:spPr>
          <a:xfrm>
            <a:off x="2083200" y="2474413"/>
            <a:ext cx="2336400" cy="37288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1pPr>
            <a:lvl2pPr marL="914400" marR="0" lvl="1"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2pPr>
            <a:lvl3pPr marL="1371600" marR="0" lvl="2"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3pPr>
            <a:lvl4pPr marL="1828800" marR="0" lvl="3"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4pPr>
            <a:lvl5pPr marL="2286000" marR="0" lvl="4"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5pPr>
            <a:lvl6pPr marL="2743200" marR="0" lvl="5"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6pPr>
            <a:lvl7pPr marL="3200400" marR="0" lvl="6"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7pPr>
            <a:lvl8pPr marL="3657600" marR="0" lvl="7"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8pPr>
            <a:lvl9pPr marL="4114800" marR="0" lvl="8"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9pPr>
          </a:lstStyle>
          <a:p>
            <a:pPr marL="0" indent="0"/>
            <a:r>
              <a:rPr lang="en-IN" dirty="0"/>
              <a:t>Requirements validation</a:t>
            </a:r>
          </a:p>
        </p:txBody>
      </p:sp>
      <p:sp>
        <p:nvSpPr>
          <p:cNvPr id="38" name="Google Shape;347;p33">
            <a:extLst>
              <a:ext uri="{FF2B5EF4-FFF2-40B4-BE49-F238E27FC236}">
                <a16:creationId xmlns:a16="http://schemas.microsoft.com/office/drawing/2014/main" id="{6531DEA1-7606-B1AE-7194-F7D944E237EF}"/>
              </a:ext>
            </a:extLst>
          </p:cNvPr>
          <p:cNvSpPr txBox="1">
            <a:spLocks/>
          </p:cNvSpPr>
          <p:nvPr/>
        </p:nvSpPr>
        <p:spPr>
          <a:xfrm>
            <a:off x="4724400" y="2412399"/>
            <a:ext cx="653100" cy="501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Kantumruy Pro"/>
              <a:buNone/>
              <a:defRPr sz="2200" b="0" i="0" u="none" strike="noStrike" cap="none">
                <a:solidFill>
                  <a:schemeClr val="dk2"/>
                </a:solidFill>
                <a:latin typeface="Kantumruy Pro SemiBold"/>
                <a:ea typeface="Kantumruy Pro SemiBold"/>
                <a:cs typeface="Kantumruy Pro SemiBold"/>
                <a:sym typeface="Kantumruy Pro SemiBold"/>
              </a:defRPr>
            </a:lvl1pPr>
            <a:lvl2pPr marR="0" lvl="1"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2pPr>
            <a:lvl3pPr marR="0" lvl="2"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3pPr>
            <a:lvl4pPr marR="0" lvl="3"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4pPr>
            <a:lvl5pPr marR="0" lvl="4"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5pPr>
            <a:lvl6pPr marR="0" lvl="5"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6pPr>
            <a:lvl7pPr marR="0" lvl="6"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7pPr>
            <a:lvl8pPr marR="0" lvl="7"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8pPr>
            <a:lvl9pPr marR="0" lvl="8"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9pPr>
          </a:lstStyle>
          <a:p>
            <a:r>
              <a:rPr lang="en" dirty="0"/>
              <a:t>04</a:t>
            </a:r>
          </a:p>
        </p:txBody>
      </p:sp>
      <p:sp>
        <p:nvSpPr>
          <p:cNvPr id="39" name="Google Shape;348;p33">
            <a:extLst>
              <a:ext uri="{FF2B5EF4-FFF2-40B4-BE49-F238E27FC236}">
                <a16:creationId xmlns:a16="http://schemas.microsoft.com/office/drawing/2014/main" id="{FD230C95-4072-CB4A-978B-D0E867DFBA81}"/>
              </a:ext>
            </a:extLst>
          </p:cNvPr>
          <p:cNvSpPr txBox="1">
            <a:spLocks/>
          </p:cNvSpPr>
          <p:nvPr/>
        </p:nvSpPr>
        <p:spPr>
          <a:xfrm>
            <a:off x="5377500" y="2444125"/>
            <a:ext cx="2336400" cy="5013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1pPr>
            <a:lvl2pPr marL="914400" marR="0" lvl="1"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2pPr>
            <a:lvl3pPr marL="1371600" marR="0" lvl="2"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3pPr>
            <a:lvl4pPr marL="1828800" marR="0" lvl="3"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4pPr>
            <a:lvl5pPr marL="2286000" marR="0" lvl="4"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5pPr>
            <a:lvl6pPr marL="2743200" marR="0" lvl="5"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6pPr>
            <a:lvl7pPr marL="3200400" marR="0" lvl="6"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7pPr>
            <a:lvl8pPr marL="3657600" marR="0" lvl="7"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8pPr>
            <a:lvl9pPr marL="4114800" marR="0" lvl="8"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9pPr>
          </a:lstStyle>
          <a:p>
            <a:pPr marL="0" indent="0"/>
            <a:r>
              <a:rPr lang="en-IN" dirty="0"/>
              <a:t>Requirements Review</a:t>
            </a:r>
          </a:p>
        </p:txBody>
      </p:sp>
      <p:sp>
        <p:nvSpPr>
          <p:cNvPr id="40" name="Google Shape;347;p33">
            <a:extLst>
              <a:ext uri="{FF2B5EF4-FFF2-40B4-BE49-F238E27FC236}">
                <a16:creationId xmlns:a16="http://schemas.microsoft.com/office/drawing/2014/main" id="{2E301E06-DB09-8573-5A22-D989191D6322}"/>
              </a:ext>
            </a:extLst>
          </p:cNvPr>
          <p:cNvSpPr txBox="1">
            <a:spLocks/>
          </p:cNvSpPr>
          <p:nvPr/>
        </p:nvSpPr>
        <p:spPr>
          <a:xfrm>
            <a:off x="1451850" y="3459575"/>
            <a:ext cx="653100" cy="5013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3000"/>
              <a:buFont typeface="Kantumruy Pro"/>
              <a:buNone/>
              <a:defRPr sz="2200" b="0" i="0" u="none" strike="noStrike" cap="none">
                <a:solidFill>
                  <a:schemeClr val="dk2"/>
                </a:solidFill>
                <a:latin typeface="Kantumruy Pro SemiBold"/>
                <a:ea typeface="Kantumruy Pro SemiBold"/>
                <a:cs typeface="Kantumruy Pro SemiBold"/>
                <a:sym typeface="Kantumruy Pro SemiBold"/>
              </a:defRPr>
            </a:lvl1pPr>
            <a:lvl2pPr marR="0" lvl="1"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2pPr>
            <a:lvl3pPr marR="0" lvl="2"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3pPr>
            <a:lvl4pPr marR="0" lvl="3"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4pPr>
            <a:lvl5pPr marR="0" lvl="4"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5pPr>
            <a:lvl6pPr marR="0" lvl="5"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6pPr>
            <a:lvl7pPr marR="0" lvl="6"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7pPr>
            <a:lvl8pPr marR="0" lvl="7"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8pPr>
            <a:lvl9pPr marR="0" lvl="8" algn="l" rtl="0">
              <a:lnSpc>
                <a:spcPct val="100000"/>
              </a:lnSpc>
              <a:spcBef>
                <a:spcPts val="0"/>
              </a:spcBef>
              <a:spcAft>
                <a:spcPts val="0"/>
              </a:spcAft>
              <a:buClr>
                <a:schemeClr val="dk2"/>
              </a:buClr>
              <a:buSzPts val="3000"/>
              <a:buFont typeface="Kantumruy Pro"/>
              <a:buNone/>
              <a:defRPr sz="3000" b="0" i="0" u="none" strike="noStrike" cap="none">
                <a:solidFill>
                  <a:schemeClr val="dk2"/>
                </a:solidFill>
                <a:latin typeface="Kantumruy Pro"/>
                <a:ea typeface="Kantumruy Pro"/>
                <a:cs typeface="Kantumruy Pro"/>
                <a:sym typeface="Kantumruy Pro"/>
              </a:defRPr>
            </a:lvl9pPr>
          </a:lstStyle>
          <a:p>
            <a:r>
              <a:rPr lang="en" dirty="0"/>
              <a:t>05</a:t>
            </a:r>
          </a:p>
        </p:txBody>
      </p:sp>
      <p:sp>
        <p:nvSpPr>
          <p:cNvPr id="41" name="Google Shape;348;p33">
            <a:extLst>
              <a:ext uri="{FF2B5EF4-FFF2-40B4-BE49-F238E27FC236}">
                <a16:creationId xmlns:a16="http://schemas.microsoft.com/office/drawing/2014/main" id="{2A1E5093-20B8-C0A8-0361-FBB9BC5C227A}"/>
              </a:ext>
            </a:extLst>
          </p:cNvPr>
          <p:cNvSpPr txBox="1">
            <a:spLocks/>
          </p:cNvSpPr>
          <p:nvPr/>
        </p:nvSpPr>
        <p:spPr>
          <a:xfrm>
            <a:off x="2083200" y="3459575"/>
            <a:ext cx="2488800" cy="685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1pPr>
            <a:lvl2pPr marL="914400" marR="0" lvl="1"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2pPr>
            <a:lvl3pPr marL="1371600" marR="0" lvl="2"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3pPr>
            <a:lvl4pPr marL="1828800" marR="0" lvl="3"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4pPr>
            <a:lvl5pPr marL="2286000" marR="0" lvl="4"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5pPr>
            <a:lvl6pPr marL="2743200" marR="0" lvl="5"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6pPr>
            <a:lvl7pPr marL="3200400" marR="0" lvl="6"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7pPr>
            <a:lvl8pPr marL="3657600" marR="0" lvl="7"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8pPr>
            <a:lvl9pPr marL="4114800" marR="0" lvl="8" indent="-317500" algn="l" rtl="0">
              <a:lnSpc>
                <a:spcPct val="100000"/>
              </a:lnSpc>
              <a:spcBef>
                <a:spcPts val="0"/>
              </a:spcBef>
              <a:spcAft>
                <a:spcPts val="0"/>
              </a:spcAft>
              <a:buClr>
                <a:schemeClr val="dk2"/>
              </a:buClr>
              <a:buSzPts val="1400"/>
              <a:buFont typeface="Kantumruy Pro Medium"/>
              <a:buNone/>
              <a:defRPr sz="1400" b="0" i="0" u="none" strike="noStrike" cap="none">
                <a:solidFill>
                  <a:schemeClr val="dk2"/>
                </a:solidFill>
                <a:latin typeface="Kantumruy Pro Medium"/>
                <a:ea typeface="Kantumruy Pro Medium"/>
                <a:cs typeface="Kantumruy Pro Medium"/>
                <a:sym typeface="Kantumruy Pro Medium"/>
              </a:defRPr>
            </a:lvl9pPr>
          </a:lstStyle>
          <a:p>
            <a:pPr marL="0" indent="0"/>
            <a:r>
              <a:rPr lang="en-IN" dirty="0"/>
              <a:t>Requirement management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4"/>
          <p:cNvSpPr txBox="1">
            <a:spLocks noGrp="1"/>
          </p:cNvSpPr>
          <p:nvPr>
            <p:ph type="title"/>
          </p:nvPr>
        </p:nvSpPr>
        <p:spPr>
          <a:xfrm>
            <a:off x="680027" y="2196643"/>
            <a:ext cx="8043643" cy="941400"/>
          </a:xfrm>
          <a:prstGeom prst="rect">
            <a:avLst/>
          </a:prstGeom>
        </p:spPr>
        <p:txBody>
          <a:bodyPr spcFirstLastPara="1" wrap="square" lIns="91425" tIns="91425" rIns="91425" bIns="91425" anchor="b" anchorCtr="0">
            <a:noAutofit/>
          </a:bodyPr>
          <a:lstStyle/>
          <a:p>
            <a:pPr lvl="0"/>
            <a:r>
              <a:rPr lang="en-IN" dirty="0"/>
              <a:t>Requirements elicitation and analysis</a:t>
            </a:r>
            <a:endParaRPr dirty="0"/>
          </a:p>
        </p:txBody>
      </p:sp>
      <p:sp>
        <p:nvSpPr>
          <p:cNvPr id="428" name="Google Shape;428;p34"/>
          <p:cNvSpPr txBox="1">
            <a:spLocks noGrp="1"/>
          </p:cNvSpPr>
          <p:nvPr>
            <p:ph type="title" idx="2"/>
          </p:nvPr>
        </p:nvSpPr>
        <p:spPr>
          <a:xfrm>
            <a:off x="756351" y="653565"/>
            <a:ext cx="4895400" cy="1025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01</a:t>
            </a:r>
            <a:endParaRPr dirty="0"/>
          </a:p>
        </p:txBody>
      </p:sp>
      <p:grpSp>
        <p:nvGrpSpPr>
          <p:cNvPr id="430" name="Google Shape;430;p34"/>
          <p:cNvGrpSpPr/>
          <p:nvPr/>
        </p:nvGrpSpPr>
        <p:grpSpPr>
          <a:xfrm>
            <a:off x="6637675" y="2185787"/>
            <a:ext cx="3088671" cy="3572242"/>
            <a:chOff x="6445170" y="1931405"/>
            <a:chExt cx="3088671" cy="3572242"/>
          </a:xfrm>
        </p:grpSpPr>
        <p:grpSp>
          <p:nvGrpSpPr>
            <p:cNvPr id="431" name="Google Shape;431;p34"/>
            <p:cNvGrpSpPr/>
            <p:nvPr/>
          </p:nvGrpSpPr>
          <p:grpSpPr>
            <a:xfrm rot="-728416">
              <a:off x="6717903" y="3136874"/>
              <a:ext cx="802808" cy="802808"/>
              <a:chOff x="353675" y="3417700"/>
              <a:chExt cx="527775" cy="527775"/>
            </a:xfrm>
          </p:grpSpPr>
          <p:sp>
            <p:nvSpPr>
              <p:cNvPr id="432" name="Google Shape;432;p34"/>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4"/>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4"/>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4"/>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4"/>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4"/>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4"/>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4"/>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4"/>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4"/>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4"/>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4"/>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4"/>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4"/>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4"/>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4"/>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4"/>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34"/>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34"/>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4"/>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4"/>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4"/>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4"/>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4"/>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4"/>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4"/>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4"/>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34"/>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4"/>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4"/>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4"/>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4"/>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4"/>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4"/>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4"/>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4"/>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4"/>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4"/>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4"/>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4"/>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4"/>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4"/>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4"/>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4"/>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4"/>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4"/>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4"/>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9" name="Google Shape;479;p34"/>
            <p:cNvSpPr/>
            <p:nvPr/>
          </p:nvSpPr>
          <p:spPr>
            <a:xfrm>
              <a:off x="7051519" y="3470177"/>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80" name="Google Shape;480;p34"/>
            <p:cNvGrpSpPr/>
            <p:nvPr/>
          </p:nvGrpSpPr>
          <p:grpSpPr>
            <a:xfrm rot="5400000">
              <a:off x="7961259" y="1931387"/>
              <a:ext cx="1572564" cy="1572600"/>
              <a:chOff x="3286600" y="1519925"/>
              <a:chExt cx="1093425" cy="1093450"/>
            </a:xfrm>
          </p:grpSpPr>
          <p:sp>
            <p:nvSpPr>
              <p:cNvPr id="481" name="Google Shape;481;p34"/>
              <p:cNvSpPr/>
              <p:nvPr/>
            </p:nvSpPr>
            <p:spPr>
              <a:xfrm>
                <a:off x="3286600" y="1519925"/>
                <a:ext cx="1093425" cy="1093450"/>
              </a:xfrm>
              <a:custGeom>
                <a:avLst/>
                <a:gdLst/>
                <a:ahLst/>
                <a:cxnLst/>
                <a:rect l="l" t="t" r="r" b="b"/>
                <a:pathLst>
                  <a:path w="43737" h="43738" extrusionOk="0">
                    <a:moveTo>
                      <a:pt x="21836" y="0"/>
                    </a:moveTo>
                    <a:lnTo>
                      <a:pt x="21836" y="453"/>
                    </a:lnTo>
                    <a:lnTo>
                      <a:pt x="21869" y="453"/>
                    </a:lnTo>
                    <a:cubicBezTo>
                      <a:pt x="22084" y="453"/>
                      <a:pt x="22297" y="456"/>
                      <a:pt x="22510" y="463"/>
                    </a:cubicBezTo>
                    <a:lnTo>
                      <a:pt x="22524" y="10"/>
                    </a:lnTo>
                    <a:cubicBezTo>
                      <a:pt x="22306" y="3"/>
                      <a:pt x="22088" y="0"/>
                      <a:pt x="21869" y="0"/>
                    </a:cubicBezTo>
                    <a:close/>
                    <a:moveTo>
                      <a:pt x="19097" y="173"/>
                    </a:moveTo>
                    <a:cubicBezTo>
                      <a:pt x="18869" y="203"/>
                      <a:pt x="18643" y="236"/>
                      <a:pt x="18417" y="271"/>
                    </a:cubicBezTo>
                    <a:lnTo>
                      <a:pt x="18488" y="717"/>
                    </a:lnTo>
                    <a:lnTo>
                      <a:pt x="18488" y="719"/>
                    </a:lnTo>
                    <a:cubicBezTo>
                      <a:pt x="18709" y="682"/>
                      <a:pt x="18930" y="651"/>
                      <a:pt x="19153" y="623"/>
                    </a:cubicBezTo>
                    <a:lnTo>
                      <a:pt x="19097" y="173"/>
                    </a:lnTo>
                    <a:close/>
                    <a:moveTo>
                      <a:pt x="25258" y="261"/>
                    </a:moveTo>
                    <a:lnTo>
                      <a:pt x="25187" y="709"/>
                    </a:lnTo>
                    <a:cubicBezTo>
                      <a:pt x="25410" y="743"/>
                      <a:pt x="25631" y="781"/>
                      <a:pt x="25851" y="823"/>
                    </a:cubicBezTo>
                    <a:lnTo>
                      <a:pt x="25934" y="378"/>
                    </a:lnTo>
                    <a:cubicBezTo>
                      <a:pt x="25709" y="335"/>
                      <a:pt x="25484" y="297"/>
                      <a:pt x="25258" y="261"/>
                    </a:cubicBezTo>
                    <a:close/>
                    <a:moveTo>
                      <a:pt x="15739" y="871"/>
                    </a:moveTo>
                    <a:cubicBezTo>
                      <a:pt x="15517" y="935"/>
                      <a:pt x="15299" y="1003"/>
                      <a:pt x="15081" y="1074"/>
                    </a:cubicBezTo>
                    <a:lnTo>
                      <a:pt x="15221" y="1503"/>
                    </a:lnTo>
                    <a:cubicBezTo>
                      <a:pt x="15435" y="1434"/>
                      <a:pt x="15649" y="1368"/>
                      <a:pt x="15864" y="1305"/>
                    </a:cubicBezTo>
                    <a:lnTo>
                      <a:pt x="15739" y="871"/>
                    </a:lnTo>
                    <a:close/>
                    <a:moveTo>
                      <a:pt x="28595" y="1054"/>
                    </a:moveTo>
                    <a:lnTo>
                      <a:pt x="28456" y="1485"/>
                    </a:lnTo>
                    <a:cubicBezTo>
                      <a:pt x="28671" y="1555"/>
                      <a:pt x="28883" y="1626"/>
                      <a:pt x="29094" y="1702"/>
                    </a:cubicBezTo>
                    <a:lnTo>
                      <a:pt x="29248" y="1277"/>
                    </a:lnTo>
                    <a:cubicBezTo>
                      <a:pt x="29031" y="1199"/>
                      <a:pt x="28815" y="1125"/>
                      <a:pt x="28595" y="1054"/>
                    </a:cubicBezTo>
                    <a:close/>
                    <a:moveTo>
                      <a:pt x="12530" y="2088"/>
                    </a:moveTo>
                    <a:cubicBezTo>
                      <a:pt x="12324" y="2187"/>
                      <a:pt x="12119" y="2288"/>
                      <a:pt x="11916" y="2392"/>
                    </a:cubicBezTo>
                    <a:lnTo>
                      <a:pt x="12122" y="2794"/>
                    </a:lnTo>
                    <a:cubicBezTo>
                      <a:pt x="12320" y="2693"/>
                      <a:pt x="12520" y="2594"/>
                      <a:pt x="12724" y="2498"/>
                    </a:cubicBezTo>
                    <a:lnTo>
                      <a:pt x="12530" y="2088"/>
                    </a:lnTo>
                    <a:close/>
                    <a:moveTo>
                      <a:pt x="31770" y="2364"/>
                    </a:moveTo>
                    <a:lnTo>
                      <a:pt x="31564" y="2767"/>
                    </a:lnTo>
                    <a:cubicBezTo>
                      <a:pt x="31765" y="2870"/>
                      <a:pt x="31964" y="2975"/>
                      <a:pt x="32160" y="3083"/>
                    </a:cubicBezTo>
                    <a:lnTo>
                      <a:pt x="32378" y="2686"/>
                    </a:lnTo>
                    <a:cubicBezTo>
                      <a:pt x="32177" y="2576"/>
                      <a:pt x="31974" y="2468"/>
                      <a:pt x="31770" y="2364"/>
                    </a:cubicBezTo>
                    <a:close/>
                    <a:moveTo>
                      <a:pt x="9556" y="3793"/>
                    </a:moveTo>
                    <a:cubicBezTo>
                      <a:pt x="9367" y="3922"/>
                      <a:pt x="9180" y="4054"/>
                      <a:pt x="8995" y="4190"/>
                    </a:cubicBezTo>
                    <a:lnTo>
                      <a:pt x="9262" y="4555"/>
                    </a:lnTo>
                    <a:cubicBezTo>
                      <a:pt x="9443" y="4423"/>
                      <a:pt x="9626" y="4294"/>
                      <a:pt x="9811" y="4167"/>
                    </a:cubicBezTo>
                    <a:lnTo>
                      <a:pt x="9556" y="3793"/>
                    </a:lnTo>
                    <a:close/>
                    <a:moveTo>
                      <a:pt x="34698" y="4157"/>
                    </a:moveTo>
                    <a:lnTo>
                      <a:pt x="34432" y="4523"/>
                    </a:lnTo>
                    <a:cubicBezTo>
                      <a:pt x="34614" y="4656"/>
                      <a:pt x="34794" y="4789"/>
                      <a:pt x="34970" y="4926"/>
                    </a:cubicBezTo>
                    <a:lnTo>
                      <a:pt x="35248" y="4570"/>
                    </a:lnTo>
                    <a:cubicBezTo>
                      <a:pt x="35066" y="4429"/>
                      <a:pt x="34883" y="4290"/>
                      <a:pt x="34698" y="4157"/>
                    </a:cubicBezTo>
                    <a:close/>
                    <a:moveTo>
                      <a:pt x="6883" y="5943"/>
                    </a:moveTo>
                    <a:cubicBezTo>
                      <a:pt x="6717" y="6099"/>
                      <a:pt x="6551" y="6260"/>
                      <a:pt x="6391" y="6422"/>
                    </a:cubicBezTo>
                    <a:lnTo>
                      <a:pt x="6710" y="6740"/>
                    </a:lnTo>
                    <a:cubicBezTo>
                      <a:pt x="6869" y="6582"/>
                      <a:pt x="7029" y="6425"/>
                      <a:pt x="7192" y="6271"/>
                    </a:cubicBezTo>
                    <a:lnTo>
                      <a:pt x="6883" y="5943"/>
                    </a:lnTo>
                    <a:close/>
                    <a:moveTo>
                      <a:pt x="37310" y="6382"/>
                    </a:moveTo>
                    <a:lnTo>
                      <a:pt x="36989" y="6702"/>
                    </a:lnTo>
                    <a:cubicBezTo>
                      <a:pt x="37148" y="6861"/>
                      <a:pt x="37305" y="7021"/>
                      <a:pt x="37458" y="7185"/>
                    </a:cubicBezTo>
                    <a:lnTo>
                      <a:pt x="37787" y="6874"/>
                    </a:lnTo>
                    <a:cubicBezTo>
                      <a:pt x="37630" y="6707"/>
                      <a:pt x="37472" y="6544"/>
                      <a:pt x="37310" y="6382"/>
                    </a:cubicBezTo>
                    <a:close/>
                    <a:moveTo>
                      <a:pt x="4575" y="8482"/>
                    </a:moveTo>
                    <a:cubicBezTo>
                      <a:pt x="4435" y="8662"/>
                      <a:pt x="4298" y="8845"/>
                      <a:pt x="4162" y="9032"/>
                    </a:cubicBezTo>
                    <a:lnTo>
                      <a:pt x="4529" y="9296"/>
                    </a:lnTo>
                    <a:lnTo>
                      <a:pt x="4529" y="9298"/>
                    </a:lnTo>
                    <a:cubicBezTo>
                      <a:pt x="4661" y="9116"/>
                      <a:pt x="4795" y="8936"/>
                      <a:pt x="4932" y="8759"/>
                    </a:cubicBezTo>
                    <a:lnTo>
                      <a:pt x="4575" y="8482"/>
                    </a:lnTo>
                    <a:close/>
                    <a:moveTo>
                      <a:pt x="39542" y="8986"/>
                    </a:moveTo>
                    <a:lnTo>
                      <a:pt x="39177" y="9253"/>
                    </a:lnTo>
                    <a:cubicBezTo>
                      <a:pt x="39309" y="9433"/>
                      <a:pt x="39438" y="9617"/>
                      <a:pt x="39565" y="9802"/>
                    </a:cubicBezTo>
                    <a:lnTo>
                      <a:pt x="39938" y="9547"/>
                    </a:lnTo>
                    <a:cubicBezTo>
                      <a:pt x="39809" y="9357"/>
                      <a:pt x="39677" y="9171"/>
                      <a:pt x="39542" y="8986"/>
                    </a:cubicBezTo>
                    <a:close/>
                    <a:moveTo>
                      <a:pt x="2692" y="11350"/>
                    </a:moveTo>
                    <a:cubicBezTo>
                      <a:pt x="2581" y="11551"/>
                      <a:pt x="2474" y="11755"/>
                      <a:pt x="2370" y="11958"/>
                    </a:cubicBezTo>
                    <a:lnTo>
                      <a:pt x="2773" y="12164"/>
                    </a:lnTo>
                    <a:cubicBezTo>
                      <a:pt x="2875" y="11963"/>
                      <a:pt x="2980" y="11764"/>
                      <a:pt x="3089" y="11568"/>
                    </a:cubicBezTo>
                    <a:lnTo>
                      <a:pt x="2692" y="11350"/>
                    </a:lnTo>
                    <a:close/>
                    <a:moveTo>
                      <a:pt x="41341" y="11905"/>
                    </a:moveTo>
                    <a:lnTo>
                      <a:pt x="40938" y="12111"/>
                    </a:lnTo>
                    <a:cubicBezTo>
                      <a:pt x="41040" y="12311"/>
                      <a:pt x="41139" y="12511"/>
                      <a:pt x="41235" y="12714"/>
                    </a:cubicBezTo>
                    <a:lnTo>
                      <a:pt x="41643" y="12519"/>
                    </a:lnTo>
                    <a:cubicBezTo>
                      <a:pt x="41546" y="12313"/>
                      <a:pt x="41445" y="12108"/>
                      <a:pt x="41341" y="11905"/>
                    </a:cubicBezTo>
                    <a:close/>
                    <a:moveTo>
                      <a:pt x="1280" y="14480"/>
                    </a:moveTo>
                    <a:cubicBezTo>
                      <a:pt x="1202" y="14697"/>
                      <a:pt x="1129" y="14913"/>
                      <a:pt x="1058" y="15133"/>
                    </a:cubicBezTo>
                    <a:lnTo>
                      <a:pt x="1488" y="15272"/>
                    </a:lnTo>
                    <a:cubicBezTo>
                      <a:pt x="1557" y="15057"/>
                      <a:pt x="1630" y="14844"/>
                      <a:pt x="1706" y="14632"/>
                    </a:cubicBezTo>
                    <a:lnTo>
                      <a:pt x="1280" y="14480"/>
                    </a:lnTo>
                    <a:close/>
                    <a:moveTo>
                      <a:pt x="42661" y="15070"/>
                    </a:moveTo>
                    <a:lnTo>
                      <a:pt x="42230" y="15211"/>
                    </a:lnTo>
                    <a:cubicBezTo>
                      <a:pt x="42299" y="15424"/>
                      <a:pt x="42365" y="15639"/>
                      <a:pt x="42430" y="15853"/>
                    </a:cubicBezTo>
                    <a:lnTo>
                      <a:pt x="42862" y="15728"/>
                    </a:lnTo>
                    <a:cubicBezTo>
                      <a:pt x="42800" y="15506"/>
                      <a:pt x="42732" y="15288"/>
                      <a:pt x="42661" y="15070"/>
                    </a:cubicBezTo>
                    <a:close/>
                    <a:moveTo>
                      <a:pt x="379" y="17793"/>
                    </a:moveTo>
                    <a:cubicBezTo>
                      <a:pt x="338" y="18018"/>
                      <a:pt x="298" y="18244"/>
                      <a:pt x="264" y="18470"/>
                    </a:cubicBezTo>
                    <a:lnTo>
                      <a:pt x="710" y="18540"/>
                    </a:lnTo>
                    <a:cubicBezTo>
                      <a:pt x="744" y="18318"/>
                      <a:pt x="782" y="18097"/>
                      <a:pt x="824" y="17877"/>
                    </a:cubicBezTo>
                    <a:lnTo>
                      <a:pt x="379" y="17793"/>
                    </a:lnTo>
                    <a:close/>
                    <a:moveTo>
                      <a:pt x="43465" y="18406"/>
                    </a:moveTo>
                    <a:lnTo>
                      <a:pt x="43018" y="18477"/>
                    </a:lnTo>
                    <a:cubicBezTo>
                      <a:pt x="43052" y="18698"/>
                      <a:pt x="43085" y="18920"/>
                      <a:pt x="43114" y="19143"/>
                    </a:cubicBezTo>
                    <a:lnTo>
                      <a:pt x="43561" y="19086"/>
                    </a:lnTo>
                    <a:cubicBezTo>
                      <a:pt x="43533" y="18858"/>
                      <a:pt x="43500" y="18632"/>
                      <a:pt x="43465" y="18406"/>
                    </a:cubicBezTo>
                    <a:close/>
                    <a:moveTo>
                      <a:pt x="11" y="21203"/>
                    </a:moveTo>
                    <a:cubicBezTo>
                      <a:pt x="4" y="21424"/>
                      <a:pt x="1" y="21646"/>
                      <a:pt x="1" y="21869"/>
                    </a:cubicBezTo>
                    <a:lnTo>
                      <a:pt x="1" y="21890"/>
                    </a:lnTo>
                    <a:lnTo>
                      <a:pt x="454" y="21869"/>
                    </a:lnTo>
                    <a:cubicBezTo>
                      <a:pt x="454" y="21650"/>
                      <a:pt x="457" y="21432"/>
                      <a:pt x="462" y="21218"/>
                    </a:cubicBezTo>
                    <a:lnTo>
                      <a:pt x="11" y="21203"/>
                    </a:lnTo>
                    <a:close/>
                    <a:moveTo>
                      <a:pt x="43285" y="21826"/>
                    </a:moveTo>
                    <a:lnTo>
                      <a:pt x="43285" y="21869"/>
                    </a:lnTo>
                    <a:cubicBezTo>
                      <a:pt x="43285" y="22093"/>
                      <a:pt x="43282" y="22318"/>
                      <a:pt x="43274" y="22541"/>
                    </a:cubicBezTo>
                    <a:lnTo>
                      <a:pt x="43726" y="22556"/>
                    </a:lnTo>
                    <a:cubicBezTo>
                      <a:pt x="43733" y="22328"/>
                      <a:pt x="43736" y="22098"/>
                      <a:pt x="43736" y="21867"/>
                    </a:cubicBezTo>
                    <a:lnTo>
                      <a:pt x="43736" y="21826"/>
                    </a:lnTo>
                    <a:close/>
                    <a:moveTo>
                      <a:pt x="622" y="24573"/>
                    </a:moveTo>
                    <a:lnTo>
                      <a:pt x="173" y="24631"/>
                    </a:lnTo>
                    <a:cubicBezTo>
                      <a:pt x="202" y="24857"/>
                      <a:pt x="234" y="25085"/>
                      <a:pt x="270" y="25310"/>
                    </a:cubicBezTo>
                    <a:lnTo>
                      <a:pt x="716" y="25239"/>
                    </a:lnTo>
                    <a:cubicBezTo>
                      <a:pt x="682" y="25019"/>
                      <a:pt x="650" y="24796"/>
                      <a:pt x="622" y="24573"/>
                    </a:cubicBezTo>
                    <a:close/>
                    <a:moveTo>
                      <a:pt x="43024" y="25219"/>
                    </a:moveTo>
                    <a:cubicBezTo>
                      <a:pt x="42990" y="25440"/>
                      <a:pt x="42952" y="25662"/>
                      <a:pt x="42910" y="25881"/>
                    </a:cubicBezTo>
                    <a:lnTo>
                      <a:pt x="43355" y="25966"/>
                    </a:lnTo>
                    <a:cubicBezTo>
                      <a:pt x="43396" y="25741"/>
                      <a:pt x="43436" y="25515"/>
                      <a:pt x="43472" y="25288"/>
                    </a:cubicBezTo>
                    <a:lnTo>
                      <a:pt x="43024" y="25219"/>
                    </a:lnTo>
                    <a:close/>
                    <a:moveTo>
                      <a:pt x="1303" y="27864"/>
                    </a:moveTo>
                    <a:lnTo>
                      <a:pt x="868" y="27989"/>
                    </a:lnTo>
                    <a:cubicBezTo>
                      <a:pt x="933" y="28209"/>
                      <a:pt x="1000" y="28429"/>
                      <a:pt x="1071" y="28645"/>
                    </a:cubicBezTo>
                    <a:lnTo>
                      <a:pt x="1501" y="28507"/>
                    </a:lnTo>
                    <a:cubicBezTo>
                      <a:pt x="1432" y="28293"/>
                      <a:pt x="1365" y="28079"/>
                      <a:pt x="1303" y="27864"/>
                    </a:cubicBezTo>
                    <a:close/>
                    <a:moveTo>
                      <a:pt x="42243" y="28487"/>
                    </a:moveTo>
                    <a:cubicBezTo>
                      <a:pt x="42173" y="28700"/>
                      <a:pt x="42101" y="28913"/>
                      <a:pt x="42025" y="29124"/>
                    </a:cubicBezTo>
                    <a:lnTo>
                      <a:pt x="42451" y="29278"/>
                    </a:lnTo>
                    <a:cubicBezTo>
                      <a:pt x="42527" y="29062"/>
                      <a:pt x="42601" y="28844"/>
                      <a:pt x="42672" y="28626"/>
                    </a:cubicBezTo>
                    <a:lnTo>
                      <a:pt x="42243" y="28487"/>
                    </a:lnTo>
                    <a:close/>
                    <a:moveTo>
                      <a:pt x="2494" y="31005"/>
                    </a:moveTo>
                    <a:lnTo>
                      <a:pt x="2084" y="31198"/>
                    </a:lnTo>
                    <a:cubicBezTo>
                      <a:pt x="2182" y="31404"/>
                      <a:pt x="2282" y="31609"/>
                      <a:pt x="2386" y="31812"/>
                    </a:cubicBezTo>
                    <a:lnTo>
                      <a:pt x="2790" y="31608"/>
                    </a:lnTo>
                    <a:cubicBezTo>
                      <a:pt x="2687" y="31408"/>
                      <a:pt x="2590" y="31208"/>
                      <a:pt x="2494" y="31005"/>
                    </a:cubicBezTo>
                    <a:close/>
                    <a:moveTo>
                      <a:pt x="40956" y="31593"/>
                    </a:moveTo>
                    <a:cubicBezTo>
                      <a:pt x="40853" y="31793"/>
                      <a:pt x="40748" y="31991"/>
                      <a:pt x="40639" y="32189"/>
                    </a:cubicBezTo>
                    <a:lnTo>
                      <a:pt x="41035" y="32405"/>
                    </a:lnTo>
                    <a:cubicBezTo>
                      <a:pt x="41146" y="32206"/>
                      <a:pt x="41253" y="32002"/>
                      <a:pt x="41357" y="31798"/>
                    </a:cubicBezTo>
                    <a:lnTo>
                      <a:pt x="40956" y="31593"/>
                    </a:lnTo>
                    <a:close/>
                    <a:moveTo>
                      <a:pt x="4161" y="33917"/>
                    </a:moveTo>
                    <a:lnTo>
                      <a:pt x="3787" y="34173"/>
                    </a:lnTo>
                    <a:cubicBezTo>
                      <a:pt x="3916" y="34362"/>
                      <a:pt x="4048" y="34548"/>
                      <a:pt x="4182" y="34733"/>
                    </a:cubicBezTo>
                    <a:lnTo>
                      <a:pt x="4549" y="34467"/>
                    </a:lnTo>
                    <a:cubicBezTo>
                      <a:pt x="4417" y="34286"/>
                      <a:pt x="4288" y="34102"/>
                      <a:pt x="4161" y="33917"/>
                    </a:cubicBezTo>
                    <a:close/>
                    <a:moveTo>
                      <a:pt x="39196" y="34457"/>
                    </a:moveTo>
                    <a:cubicBezTo>
                      <a:pt x="39064" y="34639"/>
                      <a:pt x="38929" y="34818"/>
                      <a:pt x="38792" y="34996"/>
                    </a:cubicBezTo>
                    <a:lnTo>
                      <a:pt x="39149" y="35273"/>
                    </a:lnTo>
                    <a:lnTo>
                      <a:pt x="39149" y="35272"/>
                    </a:lnTo>
                    <a:cubicBezTo>
                      <a:pt x="39289" y="35092"/>
                      <a:pt x="39428" y="34908"/>
                      <a:pt x="39562" y="34723"/>
                    </a:cubicBezTo>
                    <a:lnTo>
                      <a:pt x="39196" y="34457"/>
                    </a:lnTo>
                    <a:close/>
                    <a:moveTo>
                      <a:pt x="6264" y="36537"/>
                    </a:moveTo>
                    <a:lnTo>
                      <a:pt x="5935" y="36846"/>
                    </a:lnTo>
                    <a:cubicBezTo>
                      <a:pt x="6092" y="37013"/>
                      <a:pt x="6251" y="37178"/>
                      <a:pt x="6413" y="37340"/>
                    </a:cubicBezTo>
                    <a:lnTo>
                      <a:pt x="6413" y="37339"/>
                    </a:lnTo>
                    <a:lnTo>
                      <a:pt x="6733" y="37020"/>
                    </a:lnTo>
                    <a:cubicBezTo>
                      <a:pt x="6574" y="36861"/>
                      <a:pt x="6418" y="36701"/>
                      <a:pt x="6264" y="36537"/>
                    </a:cubicBezTo>
                    <a:close/>
                    <a:moveTo>
                      <a:pt x="37012" y="37011"/>
                    </a:moveTo>
                    <a:cubicBezTo>
                      <a:pt x="36854" y="37170"/>
                      <a:pt x="36692" y="37327"/>
                      <a:pt x="36530" y="37481"/>
                    </a:cubicBezTo>
                    <a:lnTo>
                      <a:pt x="36839" y="37809"/>
                    </a:lnTo>
                    <a:cubicBezTo>
                      <a:pt x="37006" y="37652"/>
                      <a:pt x="37169" y="37494"/>
                      <a:pt x="37331" y="37332"/>
                    </a:cubicBezTo>
                    <a:lnTo>
                      <a:pt x="37012" y="37011"/>
                    </a:lnTo>
                    <a:close/>
                    <a:moveTo>
                      <a:pt x="8750" y="38797"/>
                    </a:moveTo>
                    <a:lnTo>
                      <a:pt x="8473" y="39154"/>
                    </a:lnTo>
                    <a:cubicBezTo>
                      <a:pt x="8654" y="39296"/>
                      <a:pt x="8838" y="39433"/>
                      <a:pt x="9023" y="39567"/>
                    </a:cubicBezTo>
                    <a:lnTo>
                      <a:pt x="9289" y="39202"/>
                    </a:lnTo>
                    <a:cubicBezTo>
                      <a:pt x="9107" y="39070"/>
                      <a:pt x="8927" y="38936"/>
                      <a:pt x="8750" y="38797"/>
                    </a:cubicBezTo>
                    <a:close/>
                    <a:moveTo>
                      <a:pt x="34458" y="39196"/>
                    </a:moveTo>
                    <a:cubicBezTo>
                      <a:pt x="34278" y="39328"/>
                      <a:pt x="34095" y="39457"/>
                      <a:pt x="33910" y="39582"/>
                    </a:cubicBezTo>
                    <a:lnTo>
                      <a:pt x="34164" y="39955"/>
                    </a:lnTo>
                    <a:cubicBezTo>
                      <a:pt x="34353" y="39827"/>
                      <a:pt x="34539" y="39694"/>
                      <a:pt x="34724" y="39561"/>
                    </a:cubicBezTo>
                    <a:lnTo>
                      <a:pt x="34458" y="39196"/>
                    </a:lnTo>
                    <a:close/>
                    <a:moveTo>
                      <a:pt x="11559" y="40644"/>
                    </a:moveTo>
                    <a:lnTo>
                      <a:pt x="11341" y="41041"/>
                    </a:lnTo>
                    <a:cubicBezTo>
                      <a:pt x="11542" y="41152"/>
                      <a:pt x="11744" y="41259"/>
                      <a:pt x="11949" y="41363"/>
                    </a:cubicBezTo>
                    <a:lnTo>
                      <a:pt x="12155" y="40960"/>
                    </a:lnTo>
                    <a:cubicBezTo>
                      <a:pt x="11954" y="40858"/>
                      <a:pt x="11755" y="40753"/>
                      <a:pt x="11559" y="40644"/>
                    </a:cubicBezTo>
                    <a:close/>
                    <a:moveTo>
                      <a:pt x="31597" y="40952"/>
                    </a:moveTo>
                    <a:cubicBezTo>
                      <a:pt x="31399" y="41054"/>
                      <a:pt x="31197" y="41153"/>
                      <a:pt x="30996" y="41249"/>
                    </a:cubicBezTo>
                    <a:lnTo>
                      <a:pt x="31189" y="41657"/>
                    </a:lnTo>
                    <a:cubicBezTo>
                      <a:pt x="31395" y="41560"/>
                      <a:pt x="31600" y="41459"/>
                      <a:pt x="31803" y="41355"/>
                    </a:cubicBezTo>
                    <a:lnTo>
                      <a:pt x="31597" y="40952"/>
                    </a:lnTo>
                    <a:close/>
                    <a:moveTo>
                      <a:pt x="14623" y="42027"/>
                    </a:moveTo>
                    <a:lnTo>
                      <a:pt x="14470" y="42453"/>
                    </a:lnTo>
                    <a:cubicBezTo>
                      <a:pt x="14686" y="42531"/>
                      <a:pt x="14904" y="42605"/>
                      <a:pt x="15122" y="42676"/>
                    </a:cubicBezTo>
                    <a:lnTo>
                      <a:pt x="15261" y="42245"/>
                    </a:lnTo>
                    <a:cubicBezTo>
                      <a:pt x="15048" y="42176"/>
                      <a:pt x="14835" y="42103"/>
                      <a:pt x="14623" y="42027"/>
                    </a:cubicBezTo>
                    <a:close/>
                    <a:moveTo>
                      <a:pt x="28496" y="42240"/>
                    </a:moveTo>
                    <a:cubicBezTo>
                      <a:pt x="28283" y="42310"/>
                      <a:pt x="28070" y="42374"/>
                      <a:pt x="27853" y="42437"/>
                    </a:cubicBezTo>
                    <a:lnTo>
                      <a:pt x="27979" y="42871"/>
                    </a:lnTo>
                    <a:cubicBezTo>
                      <a:pt x="28200" y="42807"/>
                      <a:pt x="28418" y="42741"/>
                      <a:pt x="28636" y="42670"/>
                    </a:cubicBezTo>
                    <a:lnTo>
                      <a:pt x="28496" y="42240"/>
                    </a:lnTo>
                    <a:close/>
                    <a:moveTo>
                      <a:pt x="17866" y="42911"/>
                    </a:moveTo>
                    <a:lnTo>
                      <a:pt x="17782" y="43355"/>
                    </a:lnTo>
                    <a:cubicBezTo>
                      <a:pt x="18007" y="43398"/>
                      <a:pt x="18233" y="43436"/>
                      <a:pt x="18460" y="43473"/>
                    </a:cubicBezTo>
                    <a:lnTo>
                      <a:pt x="18529" y="43025"/>
                    </a:lnTo>
                    <a:cubicBezTo>
                      <a:pt x="18308" y="42990"/>
                      <a:pt x="18086" y="42952"/>
                      <a:pt x="17866" y="42911"/>
                    </a:cubicBezTo>
                    <a:close/>
                    <a:moveTo>
                      <a:pt x="25230" y="43022"/>
                    </a:moveTo>
                    <a:cubicBezTo>
                      <a:pt x="25008" y="43056"/>
                      <a:pt x="24787" y="43088"/>
                      <a:pt x="24562" y="43116"/>
                    </a:cubicBezTo>
                    <a:lnTo>
                      <a:pt x="24620" y="43565"/>
                    </a:lnTo>
                    <a:cubicBezTo>
                      <a:pt x="24848" y="43537"/>
                      <a:pt x="25074" y="43504"/>
                      <a:pt x="25299" y="43469"/>
                    </a:cubicBezTo>
                    <a:lnTo>
                      <a:pt x="25230" y="43022"/>
                    </a:lnTo>
                    <a:close/>
                    <a:moveTo>
                      <a:pt x="21207" y="43274"/>
                    </a:moveTo>
                    <a:lnTo>
                      <a:pt x="21194" y="43727"/>
                    </a:lnTo>
                    <a:cubicBezTo>
                      <a:pt x="21410" y="43734"/>
                      <a:pt x="21628" y="43737"/>
                      <a:pt x="21856" y="43737"/>
                    </a:cubicBezTo>
                    <a:lnTo>
                      <a:pt x="21856" y="43735"/>
                    </a:lnTo>
                    <a:lnTo>
                      <a:pt x="21878" y="43735"/>
                    </a:lnTo>
                    <a:lnTo>
                      <a:pt x="21878" y="43674"/>
                    </a:lnTo>
                    <a:lnTo>
                      <a:pt x="21869" y="43284"/>
                    </a:lnTo>
                    <a:cubicBezTo>
                      <a:pt x="21648" y="43284"/>
                      <a:pt x="21427" y="43281"/>
                      <a:pt x="21207" y="432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4"/>
              <p:cNvSpPr/>
              <p:nvPr/>
            </p:nvSpPr>
            <p:spPr>
              <a:xfrm>
                <a:off x="4015100" y="1891050"/>
                <a:ext cx="314250" cy="635550"/>
              </a:xfrm>
              <a:custGeom>
                <a:avLst/>
                <a:gdLst/>
                <a:ahLst/>
                <a:cxnLst/>
                <a:rect l="l" t="t" r="r" b="b"/>
                <a:pathLst>
                  <a:path w="12570" h="25422" extrusionOk="0">
                    <a:moveTo>
                      <a:pt x="11291" y="1"/>
                    </a:moveTo>
                    <a:lnTo>
                      <a:pt x="10868" y="161"/>
                    </a:lnTo>
                    <a:cubicBezTo>
                      <a:pt x="11697" y="2351"/>
                      <a:pt x="12117" y="4659"/>
                      <a:pt x="12117" y="7024"/>
                    </a:cubicBezTo>
                    <a:cubicBezTo>
                      <a:pt x="12117" y="14965"/>
                      <a:pt x="7360" y="22023"/>
                      <a:pt x="0" y="25003"/>
                    </a:cubicBezTo>
                    <a:lnTo>
                      <a:pt x="169" y="25421"/>
                    </a:lnTo>
                    <a:cubicBezTo>
                      <a:pt x="7702" y="22373"/>
                      <a:pt x="12569" y="15150"/>
                      <a:pt x="12569" y="7024"/>
                    </a:cubicBezTo>
                    <a:cubicBezTo>
                      <a:pt x="12569" y="4605"/>
                      <a:pt x="12140" y="2242"/>
                      <a:pt x="11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4"/>
              <p:cNvSpPr/>
              <p:nvPr/>
            </p:nvSpPr>
            <p:spPr>
              <a:xfrm>
                <a:off x="3650025" y="1570625"/>
                <a:ext cx="518400" cy="138650"/>
              </a:xfrm>
              <a:custGeom>
                <a:avLst/>
                <a:gdLst/>
                <a:ahLst/>
                <a:cxnLst/>
                <a:rect l="l" t="t" r="r" b="b"/>
                <a:pathLst>
                  <a:path w="20736" h="5546" extrusionOk="0">
                    <a:moveTo>
                      <a:pt x="7332" y="1"/>
                    </a:moveTo>
                    <a:cubicBezTo>
                      <a:pt x="4800" y="1"/>
                      <a:pt x="2333" y="470"/>
                      <a:pt x="1" y="1398"/>
                    </a:cubicBezTo>
                    <a:lnTo>
                      <a:pt x="167" y="1818"/>
                    </a:lnTo>
                    <a:cubicBezTo>
                      <a:pt x="2447" y="913"/>
                      <a:pt x="4858" y="452"/>
                      <a:pt x="7332" y="452"/>
                    </a:cubicBezTo>
                    <a:cubicBezTo>
                      <a:pt x="12196" y="452"/>
                      <a:pt x="16847" y="2261"/>
                      <a:pt x="20430" y="5545"/>
                    </a:cubicBezTo>
                    <a:lnTo>
                      <a:pt x="20736" y="5211"/>
                    </a:lnTo>
                    <a:cubicBezTo>
                      <a:pt x="17070" y="1851"/>
                      <a:pt x="12310" y="1"/>
                      <a:pt x="73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4"/>
              <p:cNvSpPr/>
              <p:nvPr/>
            </p:nvSpPr>
            <p:spPr>
              <a:xfrm>
                <a:off x="3337275" y="1724525"/>
                <a:ext cx="376225" cy="822850"/>
              </a:xfrm>
              <a:custGeom>
                <a:avLst/>
                <a:gdLst/>
                <a:ahLst/>
                <a:cxnLst/>
                <a:rect l="l" t="t" r="r" b="b"/>
                <a:pathLst>
                  <a:path w="15049" h="32914" extrusionOk="0">
                    <a:moveTo>
                      <a:pt x="5476" y="0"/>
                    </a:moveTo>
                    <a:cubicBezTo>
                      <a:pt x="1945" y="3704"/>
                      <a:pt x="1" y="8565"/>
                      <a:pt x="1" y="13685"/>
                    </a:cubicBezTo>
                    <a:cubicBezTo>
                      <a:pt x="1" y="22769"/>
                      <a:pt x="6143" y="30676"/>
                      <a:pt x="14936" y="32913"/>
                    </a:cubicBezTo>
                    <a:lnTo>
                      <a:pt x="15048" y="32475"/>
                    </a:lnTo>
                    <a:cubicBezTo>
                      <a:pt x="6456" y="30290"/>
                      <a:pt x="454" y="22563"/>
                      <a:pt x="454" y="13685"/>
                    </a:cubicBezTo>
                    <a:cubicBezTo>
                      <a:pt x="454" y="8682"/>
                      <a:pt x="2354" y="3932"/>
                      <a:pt x="5803" y="313"/>
                    </a:cubicBezTo>
                    <a:lnTo>
                      <a:pt x="54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4"/>
              <p:cNvSpPr/>
              <p:nvPr/>
            </p:nvSpPr>
            <p:spPr>
              <a:xfrm>
                <a:off x="3383450" y="1683375"/>
                <a:ext cx="279575" cy="790175"/>
              </a:xfrm>
              <a:custGeom>
                <a:avLst/>
                <a:gdLst/>
                <a:ahLst/>
                <a:cxnLst/>
                <a:rect l="l" t="t" r="r" b="b"/>
                <a:pathLst>
                  <a:path w="11183" h="31607" extrusionOk="0">
                    <a:moveTo>
                      <a:pt x="8567" y="1"/>
                    </a:moveTo>
                    <a:cubicBezTo>
                      <a:pt x="3203" y="3307"/>
                      <a:pt x="1" y="9038"/>
                      <a:pt x="1" y="15331"/>
                    </a:cubicBezTo>
                    <a:cubicBezTo>
                      <a:pt x="1" y="22256"/>
                      <a:pt x="4049" y="28645"/>
                      <a:pt x="10313" y="31607"/>
                    </a:cubicBezTo>
                    <a:lnTo>
                      <a:pt x="11182" y="29766"/>
                    </a:lnTo>
                    <a:cubicBezTo>
                      <a:pt x="5626" y="27140"/>
                      <a:pt x="2036" y="21473"/>
                      <a:pt x="2036" y="15331"/>
                    </a:cubicBezTo>
                    <a:cubicBezTo>
                      <a:pt x="2036" y="9750"/>
                      <a:pt x="4876" y="4666"/>
                      <a:pt x="9634" y="1734"/>
                    </a:cubicBezTo>
                    <a:lnTo>
                      <a:pt x="85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4"/>
              <p:cNvSpPr/>
              <p:nvPr/>
            </p:nvSpPr>
            <p:spPr>
              <a:xfrm>
                <a:off x="3833325" y="1616775"/>
                <a:ext cx="449850" cy="843600"/>
              </a:xfrm>
              <a:custGeom>
                <a:avLst/>
                <a:gdLst/>
                <a:ahLst/>
                <a:cxnLst/>
                <a:rect l="l" t="t" r="r" b="b"/>
                <a:pathLst>
                  <a:path w="17994" h="33744" extrusionOk="0">
                    <a:moveTo>
                      <a:pt x="0" y="0"/>
                    </a:moveTo>
                    <a:lnTo>
                      <a:pt x="0" y="2035"/>
                    </a:lnTo>
                    <a:cubicBezTo>
                      <a:pt x="8799" y="2035"/>
                      <a:pt x="15960" y="9196"/>
                      <a:pt x="15960" y="17995"/>
                    </a:cubicBezTo>
                    <a:cubicBezTo>
                      <a:pt x="15960" y="23797"/>
                      <a:pt x="12802" y="29149"/>
                      <a:pt x="7722" y="31965"/>
                    </a:cubicBezTo>
                    <a:lnTo>
                      <a:pt x="8707" y="33744"/>
                    </a:lnTo>
                    <a:cubicBezTo>
                      <a:pt x="14436" y="30572"/>
                      <a:pt x="17993" y="24537"/>
                      <a:pt x="17993" y="17995"/>
                    </a:cubicBezTo>
                    <a:cubicBezTo>
                      <a:pt x="17993" y="8072"/>
                      <a:pt x="992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4"/>
              <p:cNvSpPr/>
              <p:nvPr/>
            </p:nvSpPr>
            <p:spPr>
              <a:xfrm>
                <a:off x="3473875" y="1707175"/>
                <a:ext cx="718925" cy="718925"/>
              </a:xfrm>
              <a:custGeom>
                <a:avLst/>
                <a:gdLst/>
                <a:ahLst/>
                <a:cxnLst/>
                <a:rect l="l" t="t" r="r" b="b"/>
                <a:pathLst>
                  <a:path w="28757" h="28757" extrusionOk="0">
                    <a:moveTo>
                      <a:pt x="14342" y="1"/>
                    </a:moveTo>
                    <a:lnTo>
                      <a:pt x="14342" y="452"/>
                    </a:lnTo>
                    <a:lnTo>
                      <a:pt x="14378" y="452"/>
                    </a:lnTo>
                    <a:cubicBezTo>
                      <a:pt x="14950" y="452"/>
                      <a:pt x="15525" y="488"/>
                      <a:pt x="16088" y="556"/>
                    </a:cubicBezTo>
                    <a:lnTo>
                      <a:pt x="16143" y="108"/>
                    </a:lnTo>
                    <a:cubicBezTo>
                      <a:pt x="15563" y="37"/>
                      <a:pt x="14970" y="1"/>
                      <a:pt x="14375" y="1"/>
                    </a:cubicBezTo>
                    <a:close/>
                    <a:moveTo>
                      <a:pt x="11649" y="258"/>
                    </a:moveTo>
                    <a:cubicBezTo>
                      <a:pt x="11059" y="372"/>
                      <a:pt x="10471" y="524"/>
                      <a:pt x="9901" y="711"/>
                    </a:cubicBezTo>
                    <a:lnTo>
                      <a:pt x="10042" y="1140"/>
                    </a:lnTo>
                    <a:cubicBezTo>
                      <a:pt x="10594" y="960"/>
                      <a:pt x="11163" y="813"/>
                      <a:pt x="11735" y="703"/>
                    </a:cubicBezTo>
                    <a:lnTo>
                      <a:pt x="11649" y="258"/>
                    </a:lnTo>
                    <a:close/>
                    <a:moveTo>
                      <a:pt x="18785" y="688"/>
                    </a:moveTo>
                    <a:lnTo>
                      <a:pt x="18646" y="1119"/>
                    </a:lnTo>
                    <a:cubicBezTo>
                      <a:pt x="19199" y="1296"/>
                      <a:pt x="19748" y="1512"/>
                      <a:pt x="20273" y="1758"/>
                    </a:cubicBezTo>
                    <a:lnTo>
                      <a:pt x="20465" y="1349"/>
                    </a:lnTo>
                    <a:cubicBezTo>
                      <a:pt x="19921" y="1094"/>
                      <a:pt x="19356" y="871"/>
                      <a:pt x="18785" y="688"/>
                    </a:cubicBezTo>
                    <a:close/>
                    <a:moveTo>
                      <a:pt x="7422" y="1791"/>
                    </a:moveTo>
                    <a:cubicBezTo>
                      <a:pt x="6898" y="2082"/>
                      <a:pt x="6386" y="2409"/>
                      <a:pt x="5902" y="2763"/>
                    </a:cubicBezTo>
                    <a:lnTo>
                      <a:pt x="6168" y="3128"/>
                    </a:lnTo>
                    <a:cubicBezTo>
                      <a:pt x="6637" y="2786"/>
                      <a:pt x="7132" y="2469"/>
                      <a:pt x="7641" y="2188"/>
                    </a:cubicBezTo>
                    <a:lnTo>
                      <a:pt x="7422" y="1791"/>
                    </a:lnTo>
                    <a:close/>
                    <a:moveTo>
                      <a:pt x="22797" y="2721"/>
                    </a:moveTo>
                    <a:lnTo>
                      <a:pt x="22531" y="3088"/>
                    </a:lnTo>
                    <a:cubicBezTo>
                      <a:pt x="23002" y="3429"/>
                      <a:pt x="23457" y="3802"/>
                      <a:pt x="23881" y="4198"/>
                    </a:cubicBezTo>
                    <a:lnTo>
                      <a:pt x="24190" y="3868"/>
                    </a:lnTo>
                    <a:cubicBezTo>
                      <a:pt x="23752" y="3458"/>
                      <a:pt x="23283" y="3072"/>
                      <a:pt x="22797" y="2721"/>
                    </a:cubicBezTo>
                    <a:close/>
                    <a:moveTo>
                      <a:pt x="3876" y="4557"/>
                    </a:moveTo>
                    <a:cubicBezTo>
                      <a:pt x="3466" y="4996"/>
                      <a:pt x="3080" y="5464"/>
                      <a:pt x="2728" y="5950"/>
                    </a:cubicBezTo>
                    <a:lnTo>
                      <a:pt x="3095" y="6216"/>
                    </a:lnTo>
                    <a:cubicBezTo>
                      <a:pt x="3435" y="5745"/>
                      <a:pt x="3810" y="5290"/>
                      <a:pt x="4207" y="4866"/>
                    </a:cubicBezTo>
                    <a:lnTo>
                      <a:pt x="3876" y="4557"/>
                    </a:lnTo>
                    <a:close/>
                    <a:moveTo>
                      <a:pt x="25986" y="5892"/>
                    </a:moveTo>
                    <a:lnTo>
                      <a:pt x="25621" y="6159"/>
                    </a:lnTo>
                    <a:cubicBezTo>
                      <a:pt x="25964" y="6629"/>
                      <a:pt x="26282" y="7123"/>
                      <a:pt x="26563" y="7631"/>
                    </a:cubicBezTo>
                    <a:lnTo>
                      <a:pt x="26959" y="7412"/>
                    </a:lnTo>
                    <a:cubicBezTo>
                      <a:pt x="26668" y="6886"/>
                      <a:pt x="26341" y="6376"/>
                      <a:pt x="25986" y="5892"/>
                    </a:cubicBezTo>
                    <a:close/>
                    <a:moveTo>
                      <a:pt x="1353" y="8281"/>
                    </a:moveTo>
                    <a:cubicBezTo>
                      <a:pt x="1097" y="8824"/>
                      <a:pt x="876" y="9389"/>
                      <a:pt x="691" y="9961"/>
                    </a:cubicBezTo>
                    <a:lnTo>
                      <a:pt x="1122" y="10100"/>
                    </a:lnTo>
                    <a:cubicBezTo>
                      <a:pt x="1301" y="9546"/>
                      <a:pt x="1515" y="8999"/>
                      <a:pt x="1763" y="8472"/>
                    </a:cubicBezTo>
                    <a:lnTo>
                      <a:pt x="1353" y="8281"/>
                    </a:lnTo>
                    <a:close/>
                    <a:moveTo>
                      <a:pt x="28043" y="9890"/>
                    </a:moveTo>
                    <a:lnTo>
                      <a:pt x="27612" y="10030"/>
                    </a:lnTo>
                    <a:cubicBezTo>
                      <a:pt x="27793" y="10584"/>
                      <a:pt x="27942" y="11152"/>
                      <a:pt x="28051" y="11722"/>
                    </a:cubicBezTo>
                    <a:lnTo>
                      <a:pt x="28495" y="11638"/>
                    </a:lnTo>
                    <a:cubicBezTo>
                      <a:pt x="28381" y="11048"/>
                      <a:pt x="28229" y="10460"/>
                      <a:pt x="28043" y="9890"/>
                    </a:cubicBezTo>
                    <a:close/>
                    <a:moveTo>
                      <a:pt x="108" y="12601"/>
                    </a:moveTo>
                    <a:cubicBezTo>
                      <a:pt x="37" y="13186"/>
                      <a:pt x="0" y="13784"/>
                      <a:pt x="0" y="14379"/>
                    </a:cubicBezTo>
                    <a:lnTo>
                      <a:pt x="0" y="14402"/>
                    </a:lnTo>
                    <a:lnTo>
                      <a:pt x="451" y="14402"/>
                    </a:lnTo>
                    <a:lnTo>
                      <a:pt x="451" y="14379"/>
                    </a:lnTo>
                    <a:cubicBezTo>
                      <a:pt x="451" y="13802"/>
                      <a:pt x="488" y="13224"/>
                      <a:pt x="557" y="12657"/>
                    </a:cubicBezTo>
                    <a:lnTo>
                      <a:pt x="108" y="12601"/>
                    </a:lnTo>
                    <a:close/>
                    <a:moveTo>
                      <a:pt x="28304" y="14329"/>
                    </a:moveTo>
                    <a:lnTo>
                      <a:pt x="28304" y="14379"/>
                    </a:lnTo>
                    <a:cubicBezTo>
                      <a:pt x="28304" y="14962"/>
                      <a:pt x="28267" y="15548"/>
                      <a:pt x="28196" y="16123"/>
                    </a:cubicBezTo>
                    <a:lnTo>
                      <a:pt x="28644" y="16179"/>
                    </a:lnTo>
                    <a:cubicBezTo>
                      <a:pt x="28718" y="15586"/>
                      <a:pt x="28756" y="14980"/>
                      <a:pt x="28756" y="14379"/>
                    </a:cubicBezTo>
                    <a:lnTo>
                      <a:pt x="28756" y="14329"/>
                    </a:lnTo>
                    <a:close/>
                    <a:moveTo>
                      <a:pt x="701" y="17010"/>
                    </a:moveTo>
                    <a:lnTo>
                      <a:pt x="256" y="17095"/>
                    </a:lnTo>
                    <a:cubicBezTo>
                      <a:pt x="369" y="17684"/>
                      <a:pt x="521" y="18272"/>
                      <a:pt x="706" y="18842"/>
                    </a:cubicBezTo>
                    <a:lnTo>
                      <a:pt x="1137" y="18702"/>
                    </a:lnTo>
                    <a:cubicBezTo>
                      <a:pt x="957" y="18150"/>
                      <a:pt x="810" y="17580"/>
                      <a:pt x="701" y="17010"/>
                    </a:cubicBezTo>
                    <a:close/>
                    <a:moveTo>
                      <a:pt x="27626" y="18681"/>
                    </a:moveTo>
                    <a:cubicBezTo>
                      <a:pt x="27448" y="19234"/>
                      <a:pt x="27232" y="19781"/>
                      <a:pt x="26984" y="20306"/>
                    </a:cubicBezTo>
                    <a:lnTo>
                      <a:pt x="27392" y="20499"/>
                    </a:lnTo>
                    <a:cubicBezTo>
                      <a:pt x="27648" y="19956"/>
                      <a:pt x="27871" y="19391"/>
                      <a:pt x="28058" y="18819"/>
                    </a:cubicBezTo>
                    <a:lnTo>
                      <a:pt x="27626" y="18681"/>
                    </a:lnTo>
                    <a:close/>
                    <a:moveTo>
                      <a:pt x="2181" y="21106"/>
                    </a:moveTo>
                    <a:lnTo>
                      <a:pt x="1786" y="21324"/>
                    </a:lnTo>
                    <a:cubicBezTo>
                      <a:pt x="2075" y="21848"/>
                      <a:pt x="2403" y="22360"/>
                      <a:pt x="2756" y="22845"/>
                    </a:cubicBezTo>
                    <a:lnTo>
                      <a:pt x="3121" y="22578"/>
                    </a:lnTo>
                    <a:cubicBezTo>
                      <a:pt x="2778" y="22109"/>
                      <a:pt x="2462" y="21613"/>
                      <a:pt x="2181" y="21106"/>
                    </a:cubicBezTo>
                    <a:close/>
                    <a:moveTo>
                      <a:pt x="25647" y="22561"/>
                    </a:moveTo>
                    <a:cubicBezTo>
                      <a:pt x="25307" y="23030"/>
                      <a:pt x="24932" y="23483"/>
                      <a:pt x="24534" y="23908"/>
                    </a:cubicBezTo>
                    <a:lnTo>
                      <a:pt x="24863" y="24217"/>
                    </a:lnTo>
                    <a:cubicBezTo>
                      <a:pt x="25274" y="23781"/>
                      <a:pt x="25660" y="23311"/>
                      <a:pt x="26014" y="22827"/>
                    </a:cubicBezTo>
                    <a:lnTo>
                      <a:pt x="25647" y="22561"/>
                    </a:lnTo>
                    <a:close/>
                    <a:moveTo>
                      <a:pt x="4858" y="24542"/>
                    </a:moveTo>
                    <a:lnTo>
                      <a:pt x="4549" y="24871"/>
                    </a:lnTo>
                    <a:cubicBezTo>
                      <a:pt x="4985" y="25282"/>
                      <a:pt x="5454" y="25669"/>
                      <a:pt x="5940" y="26021"/>
                    </a:cubicBezTo>
                    <a:lnTo>
                      <a:pt x="6206" y="25656"/>
                    </a:lnTo>
                    <a:cubicBezTo>
                      <a:pt x="5735" y="25314"/>
                      <a:pt x="5280" y="24939"/>
                      <a:pt x="4858" y="24542"/>
                    </a:cubicBezTo>
                    <a:close/>
                    <a:moveTo>
                      <a:pt x="22569" y="25642"/>
                    </a:moveTo>
                    <a:cubicBezTo>
                      <a:pt x="22099" y="25984"/>
                      <a:pt x="21603" y="26302"/>
                      <a:pt x="21094" y="26581"/>
                    </a:cubicBezTo>
                    <a:lnTo>
                      <a:pt x="21314" y="26977"/>
                    </a:lnTo>
                    <a:cubicBezTo>
                      <a:pt x="21838" y="26688"/>
                      <a:pt x="22350" y="26363"/>
                      <a:pt x="22835" y="26008"/>
                    </a:cubicBezTo>
                    <a:lnTo>
                      <a:pt x="22569" y="25642"/>
                    </a:lnTo>
                    <a:close/>
                    <a:moveTo>
                      <a:pt x="8461" y="26989"/>
                    </a:moveTo>
                    <a:lnTo>
                      <a:pt x="8269" y="27397"/>
                    </a:lnTo>
                    <a:cubicBezTo>
                      <a:pt x="8813" y="27653"/>
                      <a:pt x="9378" y="27876"/>
                      <a:pt x="9948" y="28061"/>
                    </a:cubicBezTo>
                    <a:lnTo>
                      <a:pt x="10088" y="27631"/>
                    </a:lnTo>
                    <a:cubicBezTo>
                      <a:pt x="9535" y="27451"/>
                      <a:pt x="8988" y="27237"/>
                      <a:pt x="8461" y="26989"/>
                    </a:cubicBezTo>
                    <a:close/>
                    <a:moveTo>
                      <a:pt x="18692" y="27623"/>
                    </a:moveTo>
                    <a:cubicBezTo>
                      <a:pt x="18139" y="27803"/>
                      <a:pt x="17569" y="27950"/>
                      <a:pt x="16999" y="28058"/>
                    </a:cubicBezTo>
                    <a:lnTo>
                      <a:pt x="17083" y="28502"/>
                    </a:lnTo>
                    <a:cubicBezTo>
                      <a:pt x="17673" y="28390"/>
                      <a:pt x="18261" y="28239"/>
                      <a:pt x="18831" y="28054"/>
                    </a:cubicBezTo>
                    <a:lnTo>
                      <a:pt x="18692" y="27623"/>
                    </a:lnTo>
                    <a:close/>
                    <a:moveTo>
                      <a:pt x="12645" y="28198"/>
                    </a:moveTo>
                    <a:lnTo>
                      <a:pt x="12589" y="28646"/>
                    </a:lnTo>
                    <a:cubicBezTo>
                      <a:pt x="13179" y="28720"/>
                      <a:pt x="13780" y="28757"/>
                      <a:pt x="14378" y="28757"/>
                    </a:cubicBezTo>
                    <a:lnTo>
                      <a:pt x="14390" y="28757"/>
                    </a:lnTo>
                    <a:lnTo>
                      <a:pt x="14378" y="28304"/>
                    </a:lnTo>
                    <a:cubicBezTo>
                      <a:pt x="13799" y="28304"/>
                      <a:pt x="13215" y="28268"/>
                      <a:pt x="12645" y="281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4"/>
              <p:cNvSpPr/>
              <p:nvPr/>
            </p:nvSpPr>
            <p:spPr>
              <a:xfrm>
                <a:off x="3733550" y="1966850"/>
                <a:ext cx="199550" cy="199550"/>
              </a:xfrm>
              <a:custGeom>
                <a:avLst/>
                <a:gdLst/>
                <a:ahLst/>
                <a:cxnLst/>
                <a:rect l="l" t="t" r="r" b="b"/>
                <a:pathLst>
                  <a:path w="7982" h="7982" extrusionOk="0">
                    <a:moveTo>
                      <a:pt x="3991" y="795"/>
                    </a:moveTo>
                    <a:cubicBezTo>
                      <a:pt x="5754" y="795"/>
                      <a:pt x="7188" y="2229"/>
                      <a:pt x="7188" y="3992"/>
                    </a:cubicBezTo>
                    <a:cubicBezTo>
                      <a:pt x="7188" y="5754"/>
                      <a:pt x="5754" y="7188"/>
                      <a:pt x="3991" y="7188"/>
                    </a:cubicBezTo>
                    <a:cubicBezTo>
                      <a:pt x="2229" y="7188"/>
                      <a:pt x="795" y="5754"/>
                      <a:pt x="795" y="3992"/>
                    </a:cubicBezTo>
                    <a:cubicBezTo>
                      <a:pt x="795" y="2229"/>
                      <a:pt x="2229" y="795"/>
                      <a:pt x="3991" y="795"/>
                    </a:cubicBezTo>
                    <a:close/>
                    <a:moveTo>
                      <a:pt x="3991" y="0"/>
                    </a:moveTo>
                    <a:cubicBezTo>
                      <a:pt x="1791" y="0"/>
                      <a:pt x="0" y="1791"/>
                      <a:pt x="0" y="3992"/>
                    </a:cubicBezTo>
                    <a:cubicBezTo>
                      <a:pt x="0" y="6192"/>
                      <a:pt x="1791" y="7981"/>
                      <a:pt x="3991" y="7981"/>
                    </a:cubicBezTo>
                    <a:cubicBezTo>
                      <a:pt x="6192" y="7981"/>
                      <a:pt x="7981" y="6192"/>
                      <a:pt x="7981" y="3992"/>
                    </a:cubicBezTo>
                    <a:cubicBezTo>
                      <a:pt x="7981" y="1791"/>
                      <a:pt x="6192" y="0"/>
                      <a:pt x="3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4"/>
              <p:cNvSpPr/>
              <p:nvPr/>
            </p:nvSpPr>
            <p:spPr>
              <a:xfrm>
                <a:off x="3643825" y="1877125"/>
                <a:ext cx="379025" cy="379025"/>
              </a:xfrm>
              <a:custGeom>
                <a:avLst/>
                <a:gdLst/>
                <a:ahLst/>
                <a:cxnLst/>
                <a:rect l="l" t="t" r="r" b="b"/>
                <a:pathLst>
                  <a:path w="15161" h="15161" extrusionOk="0">
                    <a:moveTo>
                      <a:pt x="8940" y="503"/>
                    </a:moveTo>
                    <a:cubicBezTo>
                      <a:pt x="9011" y="503"/>
                      <a:pt x="9069" y="561"/>
                      <a:pt x="9069" y="632"/>
                    </a:cubicBezTo>
                    <a:lnTo>
                      <a:pt x="9069" y="1678"/>
                    </a:lnTo>
                    <a:cubicBezTo>
                      <a:pt x="9069" y="1944"/>
                      <a:pt x="9236" y="2182"/>
                      <a:pt x="9485" y="2272"/>
                    </a:cubicBezTo>
                    <a:cubicBezTo>
                      <a:pt x="9655" y="2332"/>
                      <a:pt x="9822" y="2403"/>
                      <a:pt x="9986" y="2479"/>
                    </a:cubicBezTo>
                    <a:cubicBezTo>
                      <a:pt x="10071" y="2520"/>
                      <a:pt x="10163" y="2539"/>
                      <a:pt x="10254" y="2539"/>
                    </a:cubicBezTo>
                    <a:cubicBezTo>
                      <a:pt x="10418" y="2539"/>
                      <a:pt x="10580" y="2475"/>
                      <a:pt x="10701" y="2355"/>
                    </a:cubicBezTo>
                    <a:lnTo>
                      <a:pt x="11441" y="1615"/>
                    </a:lnTo>
                    <a:cubicBezTo>
                      <a:pt x="11466" y="1590"/>
                      <a:pt x="11499" y="1578"/>
                      <a:pt x="11532" y="1578"/>
                    </a:cubicBezTo>
                    <a:cubicBezTo>
                      <a:pt x="11565" y="1578"/>
                      <a:pt x="11598" y="1590"/>
                      <a:pt x="11623" y="1615"/>
                    </a:cubicBezTo>
                    <a:lnTo>
                      <a:pt x="13546" y="3536"/>
                    </a:lnTo>
                    <a:cubicBezTo>
                      <a:pt x="13571" y="3561"/>
                      <a:pt x="13584" y="3592"/>
                      <a:pt x="13584" y="3629"/>
                    </a:cubicBezTo>
                    <a:cubicBezTo>
                      <a:pt x="13584" y="3663"/>
                      <a:pt x="13571" y="3695"/>
                      <a:pt x="13546" y="3720"/>
                    </a:cubicBezTo>
                    <a:lnTo>
                      <a:pt x="12806" y="4460"/>
                    </a:lnTo>
                    <a:cubicBezTo>
                      <a:pt x="12618" y="4648"/>
                      <a:pt x="12568" y="4936"/>
                      <a:pt x="12682" y="5175"/>
                    </a:cubicBezTo>
                    <a:cubicBezTo>
                      <a:pt x="12758" y="5339"/>
                      <a:pt x="12827" y="5506"/>
                      <a:pt x="12889" y="5674"/>
                    </a:cubicBezTo>
                    <a:cubicBezTo>
                      <a:pt x="12978" y="5924"/>
                      <a:pt x="13217" y="6092"/>
                      <a:pt x="13482" y="6092"/>
                    </a:cubicBezTo>
                    <a:lnTo>
                      <a:pt x="14529" y="6092"/>
                    </a:lnTo>
                    <a:cubicBezTo>
                      <a:pt x="14600" y="6092"/>
                      <a:pt x="14658" y="6150"/>
                      <a:pt x="14658" y="6221"/>
                    </a:cubicBezTo>
                    <a:lnTo>
                      <a:pt x="14658" y="8940"/>
                    </a:lnTo>
                    <a:cubicBezTo>
                      <a:pt x="14658" y="9011"/>
                      <a:pt x="14600" y="9069"/>
                      <a:pt x="14529" y="9069"/>
                    </a:cubicBezTo>
                    <a:lnTo>
                      <a:pt x="13482" y="9069"/>
                    </a:lnTo>
                    <a:cubicBezTo>
                      <a:pt x="13217" y="9069"/>
                      <a:pt x="12978" y="9236"/>
                      <a:pt x="12889" y="9487"/>
                    </a:cubicBezTo>
                    <a:lnTo>
                      <a:pt x="12889" y="9485"/>
                    </a:lnTo>
                    <a:cubicBezTo>
                      <a:pt x="12829" y="9654"/>
                      <a:pt x="12758" y="9822"/>
                      <a:pt x="12682" y="9986"/>
                    </a:cubicBezTo>
                    <a:cubicBezTo>
                      <a:pt x="12568" y="10226"/>
                      <a:pt x="12618" y="10513"/>
                      <a:pt x="12806" y="10701"/>
                    </a:cubicBezTo>
                    <a:lnTo>
                      <a:pt x="13546" y="11441"/>
                    </a:lnTo>
                    <a:cubicBezTo>
                      <a:pt x="13571" y="11466"/>
                      <a:pt x="13584" y="11498"/>
                      <a:pt x="13584" y="11532"/>
                    </a:cubicBezTo>
                    <a:cubicBezTo>
                      <a:pt x="13584" y="11567"/>
                      <a:pt x="13571" y="11598"/>
                      <a:pt x="13546" y="11623"/>
                    </a:cubicBezTo>
                    <a:lnTo>
                      <a:pt x="11625" y="13546"/>
                    </a:lnTo>
                    <a:cubicBezTo>
                      <a:pt x="11600" y="13571"/>
                      <a:pt x="11566" y="13583"/>
                      <a:pt x="11533" y="13583"/>
                    </a:cubicBezTo>
                    <a:cubicBezTo>
                      <a:pt x="11500" y="13583"/>
                      <a:pt x="11466" y="13571"/>
                      <a:pt x="11441" y="13546"/>
                    </a:cubicBezTo>
                    <a:lnTo>
                      <a:pt x="10701" y="12806"/>
                    </a:lnTo>
                    <a:cubicBezTo>
                      <a:pt x="10580" y="12685"/>
                      <a:pt x="10419" y="12621"/>
                      <a:pt x="10255" y="12621"/>
                    </a:cubicBezTo>
                    <a:cubicBezTo>
                      <a:pt x="10164" y="12621"/>
                      <a:pt x="10072" y="12641"/>
                      <a:pt x="9986" y="12682"/>
                    </a:cubicBezTo>
                    <a:cubicBezTo>
                      <a:pt x="9822" y="12758"/>
                      <a:pt x="9655" y="12828"/>
                      <a:pt x="9485" y="12889"/>
                    </a:cubicBezTo>
                    <a:cubicBezTo>
                      <a:pt x="9236" y="12978"/>
                      <a:pt x="9069" y="13217"/>
                      <a:pt x="9069" y="13483"/>
                    </a:cubicBezTo>
                    <a:lnTo>
                      <a:pt x="9069" y="14529"/>
                    </a:lnTo>
                    <a:cubicBezTo>
                      <a:pt x="9069" y="14600"/>
                      <a:pt x="9011" y="14658"/>
                      <a:pt x="8940" y="14658"/>
                    </a:cubicBezTo>
                    <a:lnTo>
                      <a:pt x="6221" y="14658"/>
                    </a:lnTo>
                    <a:cubicBezTo>
                      <a:pt x="6150" y="14658"/>
                      <a:pt x="6092" y="14600"/>
                      <a:pt x="6092" y="14529"/>
                    </a:cubicBezTo>
                    <a:lnTo>
                      <a:pt x="6092" y="13483"/>
                    </a:lnTo>
                    <a:cubicBezTo>
                      <a:pt x="6092" y="13217"/>
                      <a:pt x="5923" y="12980"/>
                      <a:pt x="5674" y="12889"/>
                    </a:cubicBezTo>
                    <a:cubicBezTo>
                      <a:pt x="5505" y="12828"/>
                      <a:pt x="5337" y="12758"/>
                      <a:pt x="5175" y="12682"/>
                    </a:cubicBezTo>
                    <a:cubicBezTo>
                      <a:pt x="5091" y="12643"/>
                      <a:pt x="5000" y="12621"/>
                      <a:pt x="4906" y="12621"/>
                    </a:cubicBezTo>
                    <a:cubicBezTo>
                      <a:pt x="4739" y="12621"/>
                      <a:pt x="4577" y="12689"/>
                      <a:pt x="4460" y="12806"/>
                    </a:cubicBezTo>
                    <a:lnTo>
                      <a:pt x="3720" y="13546"/>
                    </a:lnTo>
                    <a:cubicBezTo>
                      <a:pt x="3695" y="13571"/>
                      <a:pt x="3661" y="13583"/>
                      <a:pt x="3628" y="13583"/>
                    </a:cubicBezTo>
                    <a:cubicBezTo>
                      <a:pt x="3594" y="13583"/>
                      <a:pt x="3561" y="13571"/>
                      <a:pt x="3536" y="13546"/>
                    </a:cubicBezTo>
                    <a:lnTo>
                      <a:pt x="1615" y="11623"/>
                    </a:lnTo>
                    <a:cubicBezTo>
                      <a:pt x="1590" y="11598"/>
                      <a:pt x="1577" y="11567"/>
                      <a:pt x="1577" y="11532"/>
                    </a:cubicBezTo>
                    <a:cubicBezTo>
                      <a:pt x="1577" y="11498"/>
                      <a:pt x="1590" y="11466"/>
                      <a:pt x="1615" y="11441"/>
                    </a:cubicBezTo>
                    <a:lnTo>
                      <a:pt x="2355" y="10701"/>
                    </a:lnTo>
                    <a:cubicBezTo>
                      <a:pt x="2543" y="10513"/>
                      <a:pt x="2593" y="10226"/>
                      <a:pt x="2479" y="9986"/>
                    </a:cubicBezTo>
                    <a:cubicBezTo>
                      <a:pt x="2401" y="9822"/>
                      <a:pt x="2332" y="9654"/>
                      <a:pt x="2272" y="9485"/>
                    </a:cubicBezTo>
                    <a:cubicBezTo>
                      <a:pt x="2181" y="9236"/>
                      <a:pt x="1944" y="9069"/>
                      <a:pt x="1678" y="9069"/>
                    </a:cubicBezTo>
                    <a:lnTo>
                      <a:pt x="632" y="9069"/>
                    </a:lnTo>
                    <a:cubicBezTo>
                      <a:pt x="561" y="9069"/>
                      <a:pt x="503" y="9011"/>
                      <a:pt x="503" y="8940"/>
                    </a:cubicBezTo>
                    <a:lnTo>
                      <a:pt x="503" y="6221"/>
                    </a:lnTo>
                    <a:cubicBezTo>
                      <a:pt x="503" y="6150"/>
                      <a:pt x="561" y="6092"/>
                      <a:pt x="632" y="6092"/>
                    </a:cubicBezTo>
                    <a:lnTo>
                      <a:pt x="1678" y="6092"/>
                    </a:lnTo>
                    <a:cubicBezTo>
                      <a:pt x="1944" y="6092"/>
                      <a:pt x="2181" y="5924"/>
                      <a:pt x="2272" y="5674"/>
                    </a:cubicBezTo>
                    <a:cubicBezTo>
                      <a:pt x="2332" y="5506"/>
                      <a:pt x="2401" y="5339"/>
                      <a:pt x="2479" y="5175"/>
                    </a:cubicBezTo>
                    <a:cubicBezTo>
                      <a:pt x="2593" y="4936"/>
                      <a:pt x="2542" y="4648"/>
                      <a:pt x="2355" y="4460"/>
                    </a:cubicBezTo>
                    <a:lnTo>
                      <a:pt x="1615" y="3720"/>
                    </a:lnTo>
                    <a:cubicBezTo>
                      <a:pt x="1590" y="3695"/>
                      <a:pt x="1577" y="3663"/>
                      <a:pt x="1577" y="3629"/>
                    </a:cubicBezTo>
                    <a:cubicBezTo>
                      <a:pt x="1577" y="3592"/>
                      <a:pt x="1590" y="3561"/>
                      <a:pt x="1615" y="3536"/>
                    </a:cubicBezTo>
                    <a:lnTo>
                      <a:pt x="3536" y="1615"/>
                    </a:lnTo>
                    <a:cubicBezTo>
                      <a:pt x="3561" y="1590"/>
                      <a:pt x="3594" y="1578"/>
                      <a:pt x="3628" y="1578"/>
                    </a:cubicBezTo>
                    <a:cubicBezTo>
                      <a:pt x="3661" y="1578"/>
                      <a:pt x="3695" y="1590"/>
                      <a:pt x="3720" y="1615"/>
                    </a:cubicBezTo>
                    <a:lnTo>
                      <a:pt x="4460" y="2355"/>
                    </a:lnTo>
                    <a:cubicBezTo>
                      <a:pt x="4581" y="2475"/>
                      <a:pt x="4743" y="2539"/>
                      <a:pt x="4907" y="2539"/>
                    </a:cubicBezTo>
                    <a:cubicBezTo>
                      <a:pt x="4998" y="2539"/>
                      <a:pt x="5090" y="2520"/>
                      <a:pt x="5175" y="2479"/>
                    </a:cubicBezTo>
                    <a:cubicBezTo>
                      <a:pt x="5337" y="2401"/>
                      <a:pt x="5505" y="2332"/>
                      <a:pt x="5674" y="2272"/>
                    </a:cubicBezTo>
                    <a:cubicBezTo>
                      <a:pt x="5923" y="2182"/>
                      <a:pt x="6092" y="1944"/>
                      <a:pt x="6092" y="1678"/>
                    </a:cubicBezTo>
                    <a:lnTo>
                      <a:pt x="6092" y="632"/>
                    </a:lnTo>
                    <a:cubicBezTo>
                      <a:pt x="6092" y="561"/>
                      <a:pt x="6150" y="503"/>
                      <a:pt x="6221" y="503"/>
                    </a:cubicBezTo>
                    <a:close/>
                    <a:moveTo>
                      <a:pt x="6221" y="1"/>
                    </a:moveTo>
                    <a:cubicBezTo>
                      <a:pt x="5872" y="1"/>
                      <a:pt x="5590" y="283"/>
                      <a:pt x="5590" y="632"/>
                    </a:cubicBezTo>
                    <a:lnTo>
                      <a:pt x="5590" y="1678"/>
                    </a:lnTo>
                    <a:cubicBezTo>
                      <a:pt x="5590" y="1732"/>
                      <a:pt x="5555" y="1782"/>
                      <a:pt x="5504" y="1800"/>
                    </a:cubicBezTo>
                    <a:cubicBezTo>
                      <a:pt x="5320" y="1866"/>
                      <a:pt x="5137" y="1942"/>
                      <a:pt x="4960" y="2025"/>
                    </a:cubicBezTo>
                    <a:cubicBezTo>
                      <a:pt x="4942" y="2033"/>
                      <a:pt x="4924" y="2037"/>
                      <a:pt x="4905" y="2037"/>
                    </a:cubicBezTo>
                    <a:cubicBezTo>
                      <a:pt x="4872" y="2037"/>
                      <a:pt x="4839" y="2024"/>
                      <a:pt x="4815" y="2000"/>
                    </a:cubicBezTo>
                    <a:lnTo>
                      <a:pt x="4075" y="1260"/>
                    </a:lnTo>
                    <a:cubicBezTo>
                      <a:pt x="3956" y="1141"/>
                      <a:pt x="3797" y="1075"/>
                      <a:pt x="3627" y="1075"/>
                    </a:cubicBezTo>
                    <a:cubicBezTo>
                      <a:pt x="3458" y="1075"/>
                      <a:pt x="3300" y="1141"/>
                      <a:pt x="3181" y="1260"/>
                    </a:cubicBezTo>
                    <a:lnTo>
                      <a:pt x="1260" y="3181"/>
                    </a:lnTo>
                    <a:cubicBezTo>
                      <a:pt x="1141" y="3302"/>
                      <a:pt x="1075" y="3460"/>
                      <a:pt x="1075" y="3629"/>
                    </a:cubicBezTo>
                    <a:cubicBezTo>
                      <a:pt x="1075" y="3797"/>
                      <a:pt x="1141" y="3956"/>
                      <a:pt x="1260" y="4075"/>
                    </a:cubicBezTo>
                    <a:lnTo>
                      <a:pt x="2000" y="4815"/>
                    </a:lnTo>
                    <a:cubicBezTo>
                      <a:pt x="2038" y="4853"/>
                      <a:pt x="2048" y="4911"/>
                      <a:pt x="2024" y="4960"/>
                    </a:cubicBezTo>
                    <a:cubicBezTo>
                      <a:pt x="1940" y="5139"/>
                      <a:pt x="1864" y="5322"/>
                      <a:pt x="1798" y="5506"/>
                    </a:cubicBezTo>
                    <a:cubicBezTo>
                      <a:pt x="1780" y="5555"/>
                      <a:pt x="1732" y="5590"/>
                      <a:pt x="1678" y="5590"/>
                    </a:cubicBezTo>
                    <a:lnTo>
                      <a:pt x="632" y="5590"/>
                    </a:lnTo>
                    <a:cubicBezTo>
                      <a:pt x="283" y="5590"/>
                      <a:pt x="1" y="5874"/>
                      <a:pt x="1" y="6221"/>
                    </a:cubicBezTo>
                    <a:lnTo>
                      <a:pt x="1" y="8940"/>
                    </a:lnTo>
                    <a:cubicBezTo>
                      <a:pt x="1" y="9287"/>
                      <a:pt x="283" y="9571"/>
                      <a:pt x="632" y="9571"/>
                    </a:cubicBezTo>
                    <a:lnTo>
                      <a:pt x="1678" y="9571"/>
                    </a:lnTo>
                    <a:cubicBezTo>
                      <a:pt x="1732" y="9571"/>
                      <a:pt x="1780" y="9606"/>
                      <a:pt x="1798" y="9656"/>
                    </a:cubicBezTo>
                    <a:cubicBezTo>
                      <a:pt x="1864" y="9839"/>
                      <a:pt x="1940" y="10022"/>
                      <a:pt x="2024" y="10201"/>
                    </a:cubicBezTo>
                    <a:cubicBezTo>
                      <a:pt x="2048" y="10249"/>
                      <a:pt x="2038" y="10308"/>
                      <a:pt x="2000" y="10346"/>
                    </a:cubicBezTo>
                    <a:lnTo>
                      <a:pt x="1260" y="11086"/>
                    </a:lnTo>
                    <a:cubicBezTo>
                      <a:pt x="1139" y="11205"/>
                      <a:pt x="1075" y="11364"/>
                      <a:pt x="1075" y="11532"/>
                    </a:cubicBezTo>
                    <a:cubicBezTo>
                      <a:pt x="1075" y="11701"/>
                      <a:pt x="1139" y="11859"/>
                      <a:pt x="1260" y="11978"/>
                    </a:cubicBezTo>
                    <a:lnTo>
                      <a:pt x="3181" y="13901"/>
                    </a:lnTo>
                    <a:cubicBezTo>
                      <a:pt x="3300" y="14020"/>
                      <a:pt x="3458" y="14086"/>
                      <a:pt x="3627" y="14086"/>
                    </a:cubicBezTo>
                    <a:cubicBezTo>
                      <a:pt x="3797" y="14086"/>
                      <a:pt x="3954" y="14020"/>
                      <a:pt x="4075" y="13901"/>
                    </a:cubicBezTo>
                    <a:lnTo>
                      <a:pt x="4813" y="13161"/>
                    </a:lnTo>
                    <a:cubicBezTo>
                      <a:pt x="4839" y="13136"/>
                      <a:pt x="4873" y="13123"/>
                      <a:pt x="4907" y="13123"/>
                    </a:cubicBezTo>
                    <a:cubicBezTo>
                      <a:pt x="4925" y="13123"/>
                      <a:pt x="4943" y="13127"/>
                      <a:pt x="4960" y="13135"/>
                    </a:cubicBezTo>
                    <a:cubicBezTo>
                      <a:pt x="5137" y="13219"/>
                      <a:pt x="5320" y="13295"/>
                      <a:pt x="5504" y="13361"/>
                    </a:cubicBezTo>
                    <a:cubicBezTo>
                      <a:pt x="5555" y="13379"/>
                      <a:pt x="5590" y="13429"/>
                      <a:pt x="5590" y="13483"/>
                    </a:cubicBezTo>
                    <a:lnTo>
                      <a:pt x="5590" y="14529"/>
                    </a:lnTo>
                    <a:cubicBezTo>
                      <a:pt x="5590" y="14876"/>
                      <a:pt x="5872" y="15160"/>
                      <a:pt x="6221" y="15160"/>
                    </a:cubicBezTo>
                    <a:lnTo>
                      <a:pt x="8938" y="15160"/>
                    </a:lnTo>
                    <a:cubicBezTo>
                      <a:pt x="9287" y="15160"/>
                      <a:pt x="9571" y="14876"/>
                      <a:pt x="9571" y="14529"/>
                    </a:cubicBezTo>
                    <a:lnTo>
                      <a:pt x="9571" y="13483"/>
                    </a:lnTo>
                    <a:cubicBezTo>
                      <a:pt x="9571" y="13429"/>
                      <a:pt x="9604" y="13379"/>
                      <a:pt x="9655" y="13361"/>
                    </a:cubicBezTo>
                    <a:cubicBezTo>
                      <a:pt x="9840" y="13295"/>
                      <a:pt x="10022" y="13219"/>
                      <a:pt x="10199" y="13136"/>
                    </a:cubicBezTo>
                    <a:cubicBezTo>
                      <a:pt x="10217" y="13128"/>
                      <a:pt x="10236" y="13124"/>
                      <a:pt x="10255" y="13124"/>
                    </a:cubicBezTo>
                    <a:cubicBezTo>
                      <a:pt x="10289" y="13124"/>
                      <a:pt x="10322" y="13137"/>
                      <a:pt x="10346" y="13161"/>
                    </a:cubicBezTo>
                    <a:lnTo>
                      <a:pt x="11086" y="13901"/>
                    </a:lnTo>
                    <a:cubicBezTo>
                      <a:pt x="11205" y="14020"/>
                      <a:pt x="11364" y="14086"/>
                      <a:pt x="11532" y="14086"/>
                    </a:cubicBezTo>
                    <a:cubicBezTo>
                      <a:pt x="11701" y="14086"/>
                      <a:pt x="11859" y="14020"/>
                      <a:pt x="11978" y="13901"/>
                    </a:cubicBezTo>
                    <a:lnTo>
                      <a:pt x="13901" y="11978"/>
                    </a:lnTo>
                    <a:cubicBezTo>
                      <a:pt x="14020" y="11859"/>
                      <a:pt x="14086" y="11701"/>
                      <a:pt x="14086" y="11532"/>
                    </a:cubicBezTo>
                    <a:cubicBezTo>
                      <a:pt x="14086" y="11364"/>
                      <a:pt x="14020" y="11205"/>
                      <a:pt x="13901" y="11086"/>
                    </a:cubicBezTo>
                    <a:lnTo>
                      <a:pt x="13161" y="10346"/>
                    </a:lnTo>
                    <a:cubicBezTo>
                      <a:pt x="13123" y="10308"/>
                      <a:pt x="13112" y="10249"/>
                      <a:pt x="13135" y="10201"/>
                    </a:cubicBezTo>
                    <a:cubicBezTo>
                      <a:pt x="13219" y="10022"/>
                      <a:pt x="13295" y="9839"/>
                      <a:pt x="13361" y="9656"/>
                    </a:cubicBezTo>
                    <a:cubicBezTo>
                      <a:pt x="13379" y="9604"/>
                      <a:pt x="13429" y="9571"/>
                      <a:pt x="13482" y="9571"/>
                    </a:cubicBezTo>
                    <a:lnTo>
                      <a:pt x="14529" y="9571"/>
                    </a:lnTo>
                    <a:cubicBezTo>
                      <a:pt x="14876" y="9571"/>
                      <a:pt x="15160" y="9287"/>
                      <a:pt x="15160" y="8940"/>
                    </a:cubicBezTo>
                    <a:lnTo>
                      <a:pt x="15160" y="6221"/>
                    </a:lnTo>
                    <a:cubicBezTo>
                      <a:pt x="15160" y="5872"/>
                      <a:pt x="14876" y="5590"/>
                      <a:pt x="14529" y="5590"/>
                    </a:cubicBezTo>
                    <a:lnTo>
                      <a:pt x="13483" y="5590"/>
                    </a:lnTo>
                    <a:cubicBezTo>
                      <a:pt x="13429" y="5590"/>
                      <a:pt x="13379" y="5555"/>
                      <a:pt x="13361" y="5504"/>
                    </a:cubicBezTo>
                    <a:cubicBezTo>
                      <a:pt x="13295" y="5321"/>
                      <a:pt x="13219" y="5137"/>
                      <a:pt x="13136" y="4960"/>
                    </a:cubicBezTo>
                    <a:cubicBezTo>
                      <a:pt x="13113" y="4911"/>
                      <a:pt x="13123" y="4853"/>
                      <a:pt x="13161" y="4813"/>
                    </a:cubicBezTo>
                    <a:lnTo>
                      <a:pt x="13901" y="4075"/>
                    </a:lnTo>
                    <a:cubicBezTo>
                      <a:pt x="14020" y="3954"/>
                      <a:pt x="14086" y="3796"/>
                      <a:pt x="14086" y="3627"/>
                    </a:cubicBezTo>
                    <a:cubicBezTo>
                      <a:pt x="14086" y="3459"/>
                      <a:pt x="14020" y="3300"/>
                      <a:pt x="13901" y="3181"/>
                    </a:cubicBezTo>
                    <a:lnTo>
                      <a:pt x="11978" y="1260"/>
                    </a:lnTo>
                    <a:cubicBezTo>
                      <a:pt x="11859" y="1141"/>
                      <a:pt x="11701" y="1075"/>
                      <a:pt x="11532" y="1075"/>
                    </a:cubicBezTo>
                    <a:cubicBezTo>
                      <a:pt x="11364" y="1075"/>
                      <a:pt x="11205" y="1141"/>
                      <a:pt x="11086" y="1260"/>
                    </a:cubicBezTo>
                    <a:lnTo>
                      <a:pt x="10346" y="2000"/>
                    </a:lnTo>
                    <a:cubicBezTo>
                      <a:pt x="10322" y="2024"/>
                      <a:pt x="10289" y="2037"/>
                      <a:pt x="10255" y="2037"/>
                    </a:cubicBezTo>
                    <a:cubicBezTo>
                      <a:pt x="10237" y="2037"/>
                      <a:pt x="10218" y="2033"/>
                      <a:pt x="10201" y="2025"/>
                    </a:cubicBezTo>
                    <a:cubicBezTo>
                      <a:pt x="10024" y="1942"/>
                      <a:pt x="9840" y="1866"/>
                      <a:pt x="9655" y="1800"/>
                    </a:cubicBezTo>
                    <a:cubicBezTo>
                      <a:pt x="9604" y="1780"/>
                      <a:pt x="9571" y="1732"/>
                      <a:pt x="9571" y="1678"/>
                    </a:cubicBezTo>
                    <a:lnTo>
                      <a:pt x="9571" y="632"/>
                    </a:lnTo>
                    <a:cubicBezTo>
                      <a:pt x="9571" y="283"/>
                      <a:pt x="9287" y="1"/>
                      <a:pt x="8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0" name="Google Shape;490;p34"/>
            <p:cNvSpPr/>
            <p:nvPr/>
          </p:nvSpPr>
          <p:spPr>
            <a:xfrm>
              <a:off x="8699646" y="2669687"/>
              <a:ext cx="96300" cy="960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91" name="Google Shape;491;p34"/>
            <p:cNvCxnSpPr>
              <a:stCxn id="490" idx="4"/>
              <a:endCxn id="492" idx="7"/>
            </p:cNvCxnSpPr>
            <p:nvPr/>
          </p:nvCxnSpPr>
          <p:spPr>
            <a:xfrm flipH="1">
              <a:off x="8191596" y="2765687"/>
              <a:ext cx="556200" cy="1824600"/>
            </a:xfrm>
            <a:prstGeom prst="straightConnector1">
              <a:avLst/>
            </a:prstGeom>
            <a:noFill/>
            <a:ln w="19050" cap="flat" cmpd="sng">
              <a:solidFill>
                <a:schemeClr val="dk1"/>
              </a:solidFill>
              <a:prstDash val="solid"/>
              <a:round/>
              <a:headEnd type="none" w="med" len="med"/>
              <a:tailEnd type="none" w="med" len="med"/>
            </a:ln>
          </p:spPr>
        </p:cxnSp>
        <p:cxnSp>
          <p:nvCxnSpPr>
            <p:cNvPr id="493" name="Google Shape;493;p34"/>
            <p:cNvCxnSpPr>
              <a:stCxn id="479" idx="4"/>
            </p:cNvCxnSpPr>
            <p:nvPr/>
          </p:nvCxnSpPr>
          <p:spPr>
            <a:xfrm flipH="1">
              <a:off x="6669019" y="3606377"/>
              <a:ext cx="450600" cy="1682100"/>
            </a:xfrm>
            <a:prstGeom prst="straightConnector1">
              <a:avLst/>
            </a:prstGeom>
            <a:noFill/>
            <a:ln w="19050" cap="flat" cmpd="sng">
              <a:solidFill>
                <a:schemeClr val="dk1"/>
              </a:solidFill>
              <a:prstDash val="solid"/>
              <a:round/>
              <a:headEnd type="none" w="med" len="med"/>
              <a:tailEnd type="none" w="med" len="med"/>
            </a:ln>
          </p:spPr>
        </p:cxnSp>
        <p:cxnSp>
          <p:nvCxnSpPr>
            <p:cNvPr id="494" name="Google Shape;494;p34"/>
            <p:cNvCxnSpPr>
              <a:stCxn id="492" idx="6"/>
            </p:cNvCxnSpPr>
            <p:nvPr/>
          </p:nvCxnSpPr>
          <p:spPr>
            <a:xfrm>
              <a:off x="8233269" y="4691017"/>
              <a:ext cx="1098000" cy="359400"/>
            </a:xfrm>
            <a:prstGeom prst="straightConnector1">
              <a:avLst/>
            </a:prstGeom>
            <a:noFill/>
            <a:ln w="19050" cap="flat" cmpd="sng">
              <a:solidFill>
                <a:schemeClr val="dk1"/>
              </a:solidFill>
              <a:prstDash val="solid"/>
              <a:round/>
              <a:headEnd type="none" w="med" len="med"/>
              <a:tailEnd type="none" w="med" len="med"/>
            </a:ln>
          </p:spPr>
        </p:cxnSp>
        <p:grpSp>
          <p:nvGrpSpPr>
            <p:cNvPr id="495" name="Google Shape;495;p34"/>
            <p:cNvGrpSpPr/>
            <p:nvPr/>
          </p:nvGrpSpPr>
          <p:grpSpPr>
            <a:xfrm rot="-652733">
              <a:off x="7396428" y="3996836"/>
              <a:ext cx="1388278" cy="1388278"/>
              <a:chOff x="2479700" y="3408200"/>
              <a:chExt cx="546775" cy="546775"/>
            </a:xfrm>
          </p:grpSpPr>
          <p:sp>
            <p:nvSpPr>
              <p:cNvPr id="496" name="Google Shape;496;p34"/>
              <p:cNvSpPr/>
              <p:nvPr/>
            </p:nvSpPr>
            <p:spPr>
              <a:xfrm>
                <a:off x="2479700" y="3408200"/>
                <a:ext cx="546775" cy="546775"/>
              </a:xfrm>
              <a:custGeom>
                <a:avLst/>
                <a:gdLst/>
                <a:ahLst/>
                <a:cxnLst/>
                <a:rect l="l" t="t" r="r" b="b"/>
                <a:pathLst>
                  <a:path w="21871" h="21871" extrusionOk="0">
                    <a:moveTo>
                      <a:pt x="11029" y="227"/>
                    </a:moveTo>
                    <a:cubicBezTo>
                      <a:pt x="13134" y="245"/>
                      <a:pt x="15161" y="871"/>
                      <a:pt x="16903" y="2042"/>
                    </a:cubicBezTo>
                    <a:lnTo>
                      <a:pt x="15976" y="3390"/>
                    </a:lnTo>
                    <a:lnTo>
                      <a:pt x="16068" y="3455"/>
                    </a:lnTo>
                    <a:cubicBezTo>
                      <a:pt x="16521" y="3765"/>
                      <a:pt x="16947" y="4119"/>
                      <a:pt x="17332" y="4502"/>
                    </a:cubicBezTo>
                    <a:lnTo>
                      <a:pt x="17411" y="4582"/>
                    </a:lnTo>
                    <a:lnTo>
                      <a:pt x="18566" y="3422"/>
                    </a:lnTo>
                    <a:cubicBezTo>
                      <a:pt x="20047" y="4923"/>
                      <a:pt x="21039" y="6802"/>
                      <a:pt x="21443" y="8862"/>
                    </a:cubicBezTo>
                    <a:lnTo>
                      <a:pt x="19837" y="9161"/>
                    </a:lnTo>
                    <a:lnTo>
                      <a:pt x="19857" y="9272"/>
                    </a:lnTo>
                    <a:cubicBezTo>
                      <a:pt x="19957" y="9815"/>
                      <a:pt x="20010" y="10365"/>
                      <a:pt x="20012" y="10907"/>
                    </a:cubicBezTo>
                    <a:lnTo>
                      <a:pt x="20012" y="11020"/>
                    </a:lnTo>
                    <a:lnTo>
                      <a:pt x="21644" y="11020"/>
                    </a:lnTo>
                    <a:cubicBezTo>
                      <a:pt x="21628" y="13138"/>
                      <a:pt x="20996" y="15175"/>
                      <a:pt x="19814" y="16924"/>
                    </a:cubicBezTo>
                    <a:lnTo>
                      <a:pt x="18467" y="15994"/>
                    </a:lnTo>
                    <a:lnTo>
                      <a:pt x="18404" y="16087"/>
                    </a:lnTo>
                    <a:cubicBezTo>
                      <a:pt x="18089" y="16541"/>
                      <a:pt x="17735" y="16965"/>
                      <a:pt x="17354" y="17349"/>
                    </a:cubicBezTo>
                    <a:lnTo>
                      <a:pt x="17274" y="17428"/>
                    </a:lnTo>
                    <a:lnTo>
                      <a:pt x="18431" y="18585"/>
                    </a:lnTo>
                    <a:cubicBezTo>
                      <a:pt x="16924" y="20061"/>
                      <a:pt x="15044" y="21049"/>
                      <a:pt x="12982" y="21449"/>
                    </a:cubicBezTo>
                    <a:lnTo>
                      <a:pt x="12688" y="19840"/>
                    </a:lnTo>
                    <a:lnTo>
                      <a:pt x="12577" y="19862"/>
                    </a:lnTo>
                    <a:cubicBezTo>
                      <a:pt x="12031" y="19961"/>
                      <a:pt x="11481" y="20012"/>
                      <a:pt x="10940" y="20014"/>
                    </a:cubicBezTo>
                    <a:lnTo>
                      <a:pt x="10826" y="20014"/>
                    </a:lnTo>
                    <a:lnTo>
                      <a:pt x="10830" y="21644"/>
                    </a:lnTo>
                    <a:cubicBezTo>
                      <a:pt x="8722" y="21623"/>
                      <a:pt x="6694" y="20993"/>
                      <a:pt x="4953" y="19819"/>
                    </a:cubicBezTo>
                    <a:lnTo>
                      <a:pt x="5882" y="18472"/>
                    </a:lnTo>
                    <a:lnTo>
                      <a:pt x="5789" y="18408"/>
                    </a:lnTo>
                    <a:cubicBezTo>
                      <a:pt x="5335" y="18094"/>
                      <a:pt x="4910" y="17740"/>
                      <a:pt x="4527" y="17359"/>
                    </a:cubicBezTo>
                    <a:lnTo>
                      <a:pt x="4448" y="17279"/>
                    </a:lnTo>
                    <a:lnTo>
                      <a:pt x="3293" y="18437"/>
                    </a:lnTo>
                    <a:cubicBezTo>
                      <a:pt x="1814" y="16931"/>
                      <a:pt x="825" y="15052"/>
                      <a:pt x="423" y="12991"/>
                    </a:cubicBezTo>
                    <a:lnTo>
                      <a:pt x="2031" y="12695"/>
                    </a:lnTo>
                    <a:lnTo>
                      <a:pt x="2011" y="12584"/>
                    </a:lnTo>
                    <a:cubicBezTo>
                      <a:pt x="1910" y="12041"/>
                      <a:pt x="1859" y="11490"/>
                      <a:pt x="1857" y="10952"/>
                    </a:cubicBezTo>
                    <a:lnTo>
                      <a:pt x="1857" y="10838"/>
                    </a:lnTo>
                    <a:lnTo>
                      <a:pt x="227" y="10853"/>
                    </a:lnTo>
                    <a:cubicBezTo>
                      <a:pt x="241" y="8741"/>
                      <a:pt x="871" y="6708"/>
                      <a:pt x="2045" y="4961"/>
                    </a:cubicBezTo>
                    <a:lnTo>
                      <a:pt x="3394" y="5888"/>
                    </a:lnTo>
                    <a:lnTo>
                      <a:pt x="3458" y="5796"/>
                    </a:lnTo>
                    <a:cubicBezTo>
                      <a:pt x="3770" y="5343"/>
                      <a:pt x="4124" y="4919"/>
                      <a:pt x="4507" y="4534"/>
                    </a:cubicBezTo>
                    <a:lnTo>
                      <a:pt x="4586" y="4453"/>
                    </a:lnTo>
                    <a:lnTo>
                      <a:pt x="3427" y="3298"/>
                    </a:lnTo>
                    <a:cubicBezTo>
                      <a:pt x="4932" y="1819"/>
                      <a:pt x="6810" y="828"/>
                      <a:pt x="8872" y="425"/>
                    </a:cubicBezTo>
                    <a:lnTo>
                      <a:pt x="9168" y="2032"/>
                    </a:lnTo>
                    <a:lnTo>
                      <a:pt x="9278" y="2013"/>
                    </a:lnTo>
                    <a:cubicBezTo>
                      <a:pt x="9823" y="1912"/>
                      <a:pt x="10374" y="1859"/>
                      <a:pt x="10916" y="1857"/>
                    </a:cubicBezTo>
                    <a:lnTo>
                      <a:pt x="11028" y="1857"/>
                    </a:lnTo>
                    <a:lnTo>
                      <a:pt x="11029" y="227"/>
                    </a:lnTo>
                    <a:close/>
                    <a:moveTo>
                      <a:pt x="10803" y="0"/>
                    </a:moveTo>
                    <a:lnTo>
                      <a:pt x="10802" y="1633"/>
                    </a:lnTo>
                    <a:cubicBezTo>
                      <a:pt x="10321" y="1639"/>
                      <a:pt x="9832" y="1685"/>
                      <a:pt x="9349" y="1770"/>
                    </a:cubicBezTo>
                    <a:lnTo>
                      <a:pt x="9052" y="161"/>
                    </a:lnTo>
                    <a:lnTo>
                      <a:pt x="8941" y="180"/>
                    </a:lnTo>
                    <a:cubicBezTo>
                      <a:pt x="6754" y="585"/>
                      <a:pt x="4763" y="1634"/>
                      <a:pt x="3187" y="3219"/>
                    </a:cubicBezTo>
                    <a:lnTo>
                      <a:pt x="3108" y="3298"/>
                    </a:lnTo>
                    <a:lnTo>
                      <a:pt x="4268" y="4453"/>
                    </a:lnTo>
                    <a:cubicBezTo>
                      <a:pt x="3931" y="4800"/>
                      <a:pt x="3618" y="5176"/>
                      <a:pt x="3336" y="5574"/>
                    </a:cubicBezTo>
                    <a:lnTo>
                      <a:pt x="1988" y="4646"/>
                    </a:lnTo>
                    <a:lnTo>
                      <a:pt x="1923" y="4738"/>
                    </a:lnTo>
                    <a:cubicBezTo>
                      <a:pt x="664" y="6567"/>
                      <a:pt x="0" y="8708"/>
                      <a:pt x="0" y="10935"/>
                    </a:cubicBezTo>
                    <a:lnTo>
                      <a:pt x="0" y="11081"/>
                    </a:lnTo>
                    <a:lnTo>
                      <a:pt x="1632" y="11066"/>
                    </a:lnTo>
                    <a:cubicBezTo>
                      <a:pt x="1639" y="11545"/>
                      <a:pt x="1685" y="12031"/>
                      <a:pt x="1768" y="12513"/>
                    </a:cubicBezTo>
                    <a:lnTo>
                      <a:pt x="159" y="12809"/>
                    </a:lnTo>
                    <a:lnTo>
                      <a:pt x="180" y="12920"/>
                    </a:lnTo>
                    <a:cubicBezTo>
                      <a:pt x="582" y="15109"/>
                      <a:pt x="1631" y="17099"/>
                      <a:pt x="3212" y="18677"/>
                    </a:cubicBezTo>
                    <a:lnTo>
                      <a:pt x="3293" y="18756"/>
                    </a:lnTo>
                    <a:lnTo>
                      <a:pt x="4448" y="17598"/>
                    </a:lnTo>
                    <a:cubicBezTo>
                      <a:pt x="4793" y="17934"/>
                      <a:pt x="5170" y="18246"/>
                      <a:pt x="5568" y="18528"/>
                    </a:cubicBezTo>
                    <a:lnTo>
                      <a:pt x="4639" y="19876"/>
                    </a:lnTo>
                    <a:lnTo>
                      <a:pt x="4732" y="19941"/>
                    </a:lnTo>
                    <a:cubicBezTo>
                      <a:pt x="6561" y="21203"/>
                      <a:pt x="8705" y="21870"/>
                      <a:pt x="10942" y="21870"/>
                    </a:cubicBezTo>
                    <a:lnTo>
                      <a:pt x="11056" y="21870"/>
                    </a:lnTo>
                    <a:lnTo>
                      <a:pt x="11056" y="21869"/>
                    </a:lnTo>
                    <a:lnTo>
                      <a:pt x="11053" y="20237"/>
                    </a:lnTo>
                    <a:cubicBezTo>
                      <a:pt x="11533" y="20232"/>
                      <a:pt x="12021" y="20185"/>
                      <a:pt x="12506" y="20103"/>
                    </a:cubicBezTo>
                    <a:lnTo>
                      <a:pt x="12801" y="21712"/>
                    </a:lnTo>
                    <a:lnTo>
                      <a:pt x="12911" y="21692"/>
                    </a:lnTo>
                    <a:cubicBezTo>
                      <a:pt x="15100" y="21291"/>
                      <a:pt x="17091" y="20245"/>
                      <a:pt x="18670" y="18664"/>
                    </a:cubicBezTo>
                    <a:lnTo>
                      <a:pt x="18750" y="18585"/>
                    </a:lnTo>
                    <a:lnTo>
                      <a:pt x="17593" y="17426"/>
                    </a:lnTo>
                    <a:cubicBezTo>
                      <a:pt x="17929" y="17083"/>
                      <a:pt x="18241" y="16708"/>
                      <a:pt x="18525" y="16308"/>
                    </a:cubicBezTo>
                    <a:lnTo>
                      <a:pt x="19871" y="17238"/>
                    </a:lnTo>
                    <a:lnTo>
                      <a:pt x="19936" y="17146"/>
                    </a:lnTo>
                    <a:cubicBezTo>
                      <a:pt x="21201" y="15315"/>
                      <a:pt x="21870" y="13167"/>
                      <a:pt x="21870" y="10934"/>
                    </a:cubicBezTo>
                    <a:lnTo>
                      <a:pt x="21869" y="10793"/>
                    </a:lnTo>
                    <a:lnTo>
                      <a:pt x="20237" y="10793"/>
                    </a:lnTo>
                    <a:cubicBezTo>
                      <a:pt x="20230" y="10311"/>
                      <a:pt x="20184" y="9824"/>
                      <a:pt x="20099" y="9341"/>
                    </a:cubicBezTo>
                    <a:lnTo>
                      <a:pt x="21707" y="9044"/>
                    </a:lnTo>
                    <a:lnTo>
                      <a:pt x="21687" y="8931"/>
                    </a:lnTo>
                    <a:cubicBezTo>
                      <a:pt x="21281" y="6744"/>
                      <a:pt x="20230" y="4755"/>
                      <a:pt x="18646" y="3181"/>
                    </a:cubicBezTo>
                    <a:lnTo>
                      <a:pt x="18565" y="3101"/>
                    </a:lnTo>
                    <a:lnTo>
                      <a:pt x="17410" y="4261"/>
                    </a:lnTo>
                    <a:cubicBezTo>
                      <a:pt x="17065" y="3926"/>
                      <a:pt x="16688" y="3613"/>
                      <a:pt x="16290" y="3333"/>
                    </a:cubicBezTo>
                    <a:lnTo>
                      <a:pt x="17217" y="1983"/>
                    </a:lnTo>
                    <a:lnTo>
                      <a:pt x="17124" y="1918"/>
                    </a:lnTo>
                    <a:cubicBezTo>
                      <a:pt x="15298" y="663"/>
                      <a:pt x="13159" y="0"/>
                      <a:pt x="10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4"/>
              <p:cNvSpPr/>
              <p:nvPr/>
            </p:nvSpPr>
            <p:spPr>
              <a:xfrm>
                <a:off x="2626900" y="3555400"/>
                <a:ext cx="252375" cy="252375"/>
              </a:xfrm>
              <a:custGeom>
                <a:avLst/>
                <a:gdLst/>
                <a:ahLst/>
                <a:cxnLst/>
                <a:rect l="l" t="t" r="r" b="b"/>
                <a:pathLst>
                  <a:path w="10095" h="10095" extrusionOk="0">
                    <a:moveTo>
                      <a:pt x="4821" y="460"/>
                    </a:moveTo>
                    <a:lnTo>
                      <a:pt x="5047" y="463"/>
                    </a:lnTo>
                    <a:cubicBezTo>
                      <a:pt x="5979" y="463"/>
                      <a:pt x="6876" y="740"/>
                      <a:pt x="7641" y="1266"/>
                    </a:cubicBezTo>
                    <a:lnTo>
                      <a:pt x="7760" y="1343"/>
                    </a:lnTo>
                    <a:cubicBezTo>
                      <a:pt x="7884" y="1434"/>
                      <a:pt x="8003" y="1530"/>
                      <a:pt x="8115" y="1633"/>
                    </a:cubicBezTo>
                    <a:lnTo>
                      <a:pt x="8280" y="1796"/>
                    </a:lnTo>
                    <a:cubicBezTo>
                      <a:pt x="8945" y="2457"/>
                      <a:pt x="9386" y="3290"/>
                      <a:pt x="9556" y="4203"/>
                    </a:cubicBezTo>
                    <a:lnTo>
                      <a:pt x="9587" y="4352"/>
                    </a:lnTo>
                    <a:cubicBezTo>
                      <a:pt x="9612" y="4507"/>
                      <a:pt x="9627" y="4664"/>
                      <a:pt x="9635" y="4821"/>
                    </a:cubicBezTo>
                    <a:lnTo>
                      <a:pt x="9632" y="5047"/>
                    </a:lnTo>
                    <a:cubicBezTo>
                      <a:pt x="9632" y="5982"/>
                      <a:pt x="9353" y="6883"/>
                      <a:pt x="8824" y="7649"/>
                    </a:cubicBezTo>
                    <a:lnTo>
                      <a:pt x="8745" y="7770"/>
                    </a:lnTo>
                    <a:cubicBezTo>
                      <a:pt x="8652" y="7896"/>
                      <a:pt x="8553" y="8016"/>
                      <a:pt x="8451" y="8130"/>
                    </a:cubicBezTo>
                    <a:lnTo>
                      <a:pt x="8449" y="8130"/>
                    </a:lnTo>
                    <a:lnTo>
                      <a:pt x="8290" y="8289"/>
                    </a:lnTo>
                    <a:cubicBezTo>
                      <a:pt x="7628" y="8951"/>
                      <a:pt x="6794" y="9391"/>
                      <a:pt x="5880" y="9558"/>
                    </a:cubicBezTo>
                    <a:lnTo>
                      <a:pt x="5728" y="9591"/>
                    </a:lnTo>
                    <a:cubicBezTo>
                      <a:pt x="5576" y="9612"/>
                      <a:pt x="5424" y="9629"/>
                      <a:pt x="5274" y="9635"/>
                    </a:cubicBezTo>
                    <a:lnTo>
                      <a:pt x="5047" y="9632"/>
                    </a:lnTo>
                    <a:cubicBezTo>
                      <a:pt x="4112" y="9632"/>
                      <a:pt x="3214" y="9353"/>
                      <a:pt x="2449" y="8826"/>
                    </a:cubicBezTo>
                    <a:lnTo>
                      <a:pt x="2326" y="8746"/>
                    </a:lnTo>
                    <a:lnTo>
                      <a:pt x="2328" y="8746"/>
                    </a:lnTo>
                    <a:cubicBezTo>
                      <a:pt x="2202" y="8654"/>
                      <a:pt x="2082" y="8556"/>
                      <a:pt x="1966" y="8452"/>
                    </a:cubicBezTo>
                    <a:lnTo>
                      <a:pt x="1968" y="8452"/>
                    </a:lnTo>
                    <a:lnTo>
                      <a:pt x="1809" y="8294"/>
                    </a:lnTo>
                    <a:cubicBezTo>
                      <a:pt x="1145" y="7631"/>
                      <a:pt x="706" y="6799"/>
                      <a:pt x="537" y="5883"/>
                    </a:cubicBezTo>
                    <a:lnTo>
                      <a:pt x="506" y="5733"/>
                    </a:lnTo>
                    <a:cubicBezTo>
                      <a:pt x="483" y="5581"/>
                      <a:pt x="466" y="5427"/>
                      <a:pt x="460" y="5274"/>
                    </a:cubicBezTo>
                    <a:lnTo>
                      <a:pt x="463" y="5047"/>
                    </a:lnTo>
                    <a:cubicBezTo>
                      <a:pt x="463" y="4114"/>
                      <a:pt x="740" y="3215"/>
                      <a:pt x="1267" y="2452"/>
                    </a:cubicBezTo>
                    <a:lnTo>
                      <a:pt x="1345" y="2331"/>
                    </a:lnTo>
                    <a:cubicBezTo>
                      <a:pt x="1438" y="2206"/>
                      <a:pt x="1535" y="2085"/>
                      <a:pt x="1637" y="1971"/>
                    </a:cubicBezTo>
                    <a:lnTo>
                      <a:pt x="1639" y="1973"/>
                    </a:lnTo>
                    <a:lnTo>
                      <a:pt x="1799" y="1811"/>
                    </a:lnTo>
                    <a:cubicBezTo>
                      <a:pt x="2460" y="1147"/>
                      <a:pt x="3293" y="707"/>
                      <a:pt x="4208" y="539"/>
                    </a:cubicBezTo>
                    <a:lnTo>
                      <a:pt x="4357" y="506"/>
                    </a:lnTo>
                    <a:cubicBezTo>
                      <a:pt x="4512" y="483"/>
                      <a:pt x="4667" y="466"/>
                      <a:pt x="4821" y="460"/>
                    </a:cubicBezTo>
                    <a:close/>
                    <a:moveTo>
                      <a:pt x="5031" y="0"/>
                    </a:moveTo>
                    <a:cubicBezTo>
                      <a:pt x="4730" y="2"/>
                      <a:pt x="4426" y="30"/>
                      <a:pt x="4124" y="86"/>
                    </a:cubicBezTo>
                    <a:lnTo>
                      <a:pt x="3902" y="134"/>
                    </a:lnTo>
                    <a:lnTo>
                      <a:pt x="3904" y="139"/>
                    </a:lnTo>
                    <a:cubicBezTo>
                      <a:pt x="3058" y="334"/>
                      <a:pt x="2283" y="744"/>
                      <a:pt x="1641" y="1335"/>
                    </a:cubicBezTo>
                    <a:lnTo>
                      <a:pt x="1634" y="1327"/>
                    </a:lnTo>
                    <a:lnTo>
                      <a:pt x="1474" y="1487"/>
                    </a:lnTo>
                    <a:cubicBezTo>
                      <a:pt x="1261" y="1700"/>
                      <a:pt x="1064" y="1938"/>
                      <a:pt x="889" y="2191"/>
                    </a:cubicBezTo>
                    <a:lnTo>
                      <a:pt x="768" y="2378"/>
                    </a:lnTo>
                    <a:lnTo>
                      <a:pt x="772" y="2381"/>
                    </a:lnTo>
                    <a:cubicBezTo>
                      <a:pt x="312" y="3116"/>
                      <a:pt x="53" y="3954"/>
                      <a:pt x="15" y="4831"/>
                    </a:cubicBezTo>
                    <a:lnTo>
                      <a:pt x="0" y="4831"/>
                    </a:lnTo>
                    <a:lnTo>
                      <a:pt x="0" y="5057"/>
                    </a:lnTo>
                    <a:cubicBezTo>
                      <a:pt x="2" y="5360"/>
                      <a:pt x="30" y="5664"/>
                      <a:pt x="86" y="5966"/>
                    </a:cubicBezTo>
                    <a:lnTo>
                      <a:pt x="134" y="6189"/>
                    </a:lnTo>
                    <a:lnTo>
                      <a:pt x="139" y="6187"/>
                    </a:lnTo>
                    <a:cubicBezTo>
                      <a:pt x="334" y="7033"/>
                      <a:pt x="744" y="7808"/>
                      <a:pt x="1335" y="8452"/>
                    </a:cubicBezTo>
                    <a:lnTo>
                      <a:pt x="1327" y="8461"/>
                    </a:lnTo>
                    <a:lnTo>
                      <a:pt x="1485" y="8619"/>
                    </a:lnTo>
                    <a:cubicBezTo>
                      <a:pt x="1699" y="8832"/>
                      <a:pt x="1935" y="9029"/>
                      <a:pt x="2188" y="9202"/>
                    </a:cubicBezTo>
                    <a:lnTo>
                      <a:pt x="2379" y="9328"/>
                    </a:lnTo>
                    <a:lnTo>
                      <a:pt x="2383" y="9323"/>
                    </a:lnTo>
                    <a:cubicBezTo>
                      <a:pt x="3118" y="9782"/>
                      <a:pt x="3954" y="10042"/>
                      <a:pt x="4824" y="10080"/>
                    </a:cubicBezTo>
                    <a:lnTo>
                      <a:pt x="4824" y="10094"/>
                    </a:lnTo>
                    <a:lnTo>
                      <a:pt x="5047" y="10094"/>
                    </a:lnTo>
                    <a:lnTo>
                      <a:pt x="5047" y="10093"/>
                    </a:lnTo>
                    <a:cubicBezTo>
                      <a:pt x="5350" y="10093"/>
                      <a:pt x="5657" y="10065"/>
                      <a:pt x="5963" y="10009"/>
                    </a:cubicBezTo>
                    <a:lnTo>
                      <a:pt x="6186" y="9961"/>
                    </a:lnTo>
                    <a:lnTo>
                      <a:pt x="6184" y="9956"/>
                    </a:lnTo>
                    <a:cubicBezTo>
                      <a:pt x="7030" y="9761"/>
                      <a:pt x="7805" y="9353"/>
                      <a:pt x="8449" y="8761"/>
                    </a:cubicBezTo>
                    <a:lnTo>
                      <a:pt x="8457" y="8770"/>
                    </a:lnTo>
                    <a:lnTo>
                      <a:pt x="8616" y="8613"/>
                    </a:lnTo>
                    <a:cubicBezTo>
                      <a:pt x="8829" y="8399"/>
                      <a:pt x="9026" y="8162"/>
                      <a:pt x="9201" y="7909"/>
                    </a:cubicBezTo>
                    <a:lnTo>
                      <a:pt x="9326" y="7717"/>
                    </a:lnTo>
                    <a:lnTo>
                      <a:pt x="9321" y="7714"/>
                    </a:lnTo>
                    <a:cubicBezTo>
                      <a:pt x="9782" y="6977"/>
                      <a:pt x="10042" y="6139"/>
                      <a:pt x="10080" y="5252"/>
                    </a:cubicBezTo>
                    <a:lnTo>
                      <a:pt x="10094" y="5252"/>
                    </a:lnTo>
                    <a:lnTo>
                      <a:pt x="10093" y="5024"/>
                    </a:lnTo>
                    <a:cubicBezTo>
                      <a:pt x="10091" y="4724"/>
                      <a:pt x="10063" y="4418"/>
                      <a:pt x="10007" y="4119"/>
                    </a:cubicBezTo>
                    <a:lnTo>
                      <a:pt x="9959" y="3904"/>
                    </a:lnTo>
                    <a:lnTo>
                      <a:pt x="9956" y="3906"/>
                    </a:lnTo>
                    <a:cubicBezTo>
                      <a:pt x="9761" y="3060"/>
                      <a:pt x="9351" y="2285"/>
                      <a:pt x="8760" y="1642"/>
                    </a:cubicBezTo>
                    <a:lnTo>
                      <a:pt x="8768" y="1634"/>
                    </a:lnTo>
                    <a:lnTo>
                      <a:pt x="8604" y="1471"/>
                    </a:lnTo>
                    <a:cubicBezTo>
                      <a:pt x="8389" y="1256"/>
                      <a:pt x="8152" y="1061"/>
                      <a:pt x="7900" y="887"/>
                    </a:cubicBezTo>
                    <a:lnTo>
                      <a:pt x="7710" y="765"/>
                    </a:lnTo>
                    <a:lnTo>
                      <a:pt x="7709" y="769"/>
                    </a:lnTo>
                    <a:cubicBezTo>
                      <a:pt x="6974" y="309"/>
                      <a:pt x="6138" y="52"/>
                      <a:pt x="5257" y="14"/>
                    </a:cubicBezTo>
                    <a:lnTo>
                      <a:pt x="5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4"/>
              <p:cNvSpPr/>
              <p:nvPr/>
            </p:nvSpPr>
            <p:spPr>
              <a:xfrm>
                <a:off x="2560075" y="3487825"/>
                <a:ext cx="388100" cy="388800"/>
              </a:xfrm>
              <a:custGeom>
                <a:avLst/>
                <a:gdLst/>
                <a:ahLst/>
                <a:cxnLst/>
                <a:rect l="l" t="t" r="r" b="b"/>
                <a:pathLst>
                  <a:path w="15524" h="15552" extrusionOk="0">
                    <a:moveTo>
                      <a:pt x="8636" y="1"/>
                    </a:moveTo>
                    <a:lnTo>
                      <a:pt x="8479" y="1349"/>
                    </a:lnTo>
                    <a:cubicBezTo>
                      <a:pt x="8683" y="1372"/>
                      <a:pt x="8890" y="1406"/>
                      <a:pt x="9092" y="1451"/>
                    </a:cubicBezTo>
                    <a:lnTo>
                      <a:pt x="9379" y="124"/>
                    </a:lnTo>
                    <a:cubicBezTo>
                      <a:pt x="9135" y="72"/>
                      <a:pt x="8885" y="30"/>
                      <a:pt x="8636" y="1"/>
                    </a:cubicBezTo>
                    <a:close/>
                    <a:moveTo>
                      <a:pt x="5649" y="225"/>
                    </a:moveTo>
                    <a:cubicBezTo>
                      <a:pt x="5407" y="291"/>
                      <a:pt x="5166" y="371"/>
                      <a:pt x="4933" y="460"/>
                    </a:cubicBezTo>
                    <a:lnTo>
                      <a:pt x="5417" y="1727"/>
                    </a:lnTo>
                    <a:cubicBezTo>
                      <a:pt x="5609" y="1653"/>
                      <a:pt x="5809" y="1588"/>
                      <a:pt x="6009" y="1534"/>
                    </a:cubicBezTo>
                    <a:lnTo>
                      <a:pt x="5649" y="225"/>
                    </a:lnTo>
                    <a:close/>
                    <a:moveTo>
                      <a:pt x="12131" y="1314"/>
                    </a:moveTo>
                    <a:lnTo>
                      <a:pt x="11363" y="2432"/>
                    </a:lnTo>
                    <a:cubicBezTo>
                      <a:pt x="11535" y="2548"/>
                      <a:pt x="11702" y="2675"/>
                      <a:pt x="11860" y="2809"/>
                    </a:cubicBezTo>
                    <a:lnTo>
                      <a:pt x="12731" y="1768"/>
                    </a:lnTo>
                    <a:cubicBezTo>
                      <a:pt x="12539" y="1608"/>
                      <a:pt x="12338" y="1454"/>
                      <a:pt x="12131" y="1314"/>
                    </a:cubicBezTo>
                    <a:close/>
                    <a:moveTo>
                      <a:pt x="2391" y="2049"/>
                    </a:moveTo>
                    <a:cubicBezTo>
                      <a:pt x="2207" y="2221"/>
                      <a:pt x="2031" y="2403"/>
                      <a:pt x="1867" y="2591"/>
                    </a:cubicBezTo>
                    <a:lnTo>
                      <a:pt x="2885" y="3486"/>
                    </a:lnTo>
                    <a:cubicBezTo>
                      <a:pt x="3020" y="3333"/>
                      <a:pt x="3167" y="3182"/>
                      <a:pt x="3319" y="3040"/>
                    </a:cubicBezTo>
                    <a:lnTo>
                      <a:pt x="2391" y="2049"/>
                    </a:lnTo>
                    <a:close/>
                    <a:moveTo>
                      <a:pt x="14616" y="4098"/>
                    </a:moveTo>
                    <a:lnTo>
                      <a:pt x="13418" y="4734"/>
                    </a:lnTo>
                    <a:cubicBezTo>
                      <a:pt x="13516" y="4915"/>
                      <a:pt x="13605" y="5105"/>
                      <a:pt x="13683" y="5297"/>
                    </a:cubicBezTo>
                    <a:lnTo>
                      <a:pt x="14937" y="4780"/>
                    </a:lnTo>
                    <a:cubicBezTo>
                      <a:pt x="14842" y="4547"/>
                      <a:pt x="14733" y="4317"/>
                      <a:pt x="14616" y="4098"/>
                    </a:cubicBezTo>
                    <a:close/>
                    <a:moveTo>
                      <a:pt x="352" y="5176"/>
                    </a:moveTo>
                    <a:cubicBezTo>
                      <a:pt x="269" y="5413"/>
                      <a:pt x="197" y="5656"/>
                      <a:pt x="137" y="5898"/>
                    </a:cubicBezTo>
                    <a:lnTo>
                      <a:pt x="1456" y="6221"/>
                    </a:lnTo>
                    <a:lnTo>
                      <a:pt x="1456" y="6219"/>
                    </a:lnTo>
                    <a:cubicBezTo>
                      <a:pt x="1505" y="6019"/>
                      <a:pt x="1565" y="5819"/>
                      <a:pt x="1632" y="5623"/>
                    </a:cubicBezTo>
                    <a:lnTo>
                      <a:pt x="352" y="5176"/>
                    </a:lnTo>
                    <a:close/>
                    <a:moveTo>
                      <a:pt x="14167" y="7722"/>
                    </a:moveTo>
                    <a:lnTo>
                      <a:pt x="14167" y="7750"/>
                    </a:lnTo>
                    <a:cubicBezTo>
                      <a:pt x="14167" y="7959"/>
                      <a:pt x="14157" y="8168"/>
                      <a:pt x="14137" y="8373"/>
                    </a:cubicBezTo>
                    <a:lnTo>
                      <a:pt x="15487" y="8502"/>
                    </a:lnTo>
                    <a:cubicBezTo>
                      <a:pt x="15512" y="8254"/>
                      <a:pt x="15523" y="8002"/>
                      <a:pt x="15523" y="7750"/>
                    </a:cubicBezTo>
                    <a:lnTo>
                      <a:pt x="15523" y="7722"/>
                    </a:lnTo>
                    <a:close/>
                    <a:moveTo>
                      <a:pt x="1342" y="8695"/>
                    </a:moveTo>
                    <a:lnTo>
                      <a:pt x="0" y="8892"/>
                    </a:lnTo>
                    <a:cubicBezTo>
                      <a:pt x="37" y="9140"/>
                      <a:pt x="84" y="9388"/>
                      <a:pt x="146" y="9632"/>
                    </a:cubicBezTo>
                    <a:lnTo>
                      <a:pt x="146" y="9630"/>
                    </a:lnTo>
                    <a:lnTo>
                      <a:pt x="1462" y="9305"/>
                    </a:lnTo>
                    <a:cubicBezTo>
                      <a:pt x="1413" y="9105"/>
                      <a:pt x="1371" y="8899"/>
                      <a:pt x="1342" y="8695"/>
                    </a:cubicBezTo>
                    <a:close/>
                    <a:moveTo>
                      <a:pt x="13430" y="10744"/>
                    </a:moveTo>
                    <a:cubicBezTo>
                      <a:pt x="13334" y="10927"/>
                      <a:pt x="13228" y="11107"/>
                      <a:pt x="13114" y="11281"/>
                    </a:cubicBezTo>
                    <a:lnTo>
                      <a:pt x="14249" y="12026"/>
                    </a:lnTo>
                    <a:cubicBezTo>
                      <a:pt x="14386" y="11816"/>
                      <a:pt x="14515" y="11598"/>
                      <a:pt x="14631" y="11375"/>
                    </a:cubicBezTo>
                    <a:lnTo>
                      <a:pt x="13430" y="10744"/>
                    </a:lnTo>
                    <a:close/>
                    <a:moveTo>
                      <a:pt x="2510" y="11547"/>
                    </a:moveTo>
                    <a:lnTo>
                      <a:pt x="1414" y="12346"/>
                    </a:lnTo>
                    <a:cubicBezTo>
                      <a:pt x="1561" y="12548"/>
                      <a:pt x="1720" y="12746"/>
                      <a:pt x="1887" y="12933"/>
                    </a:cubicBezTo>
                    <a:lnTo>
                      <a:pt x="2901" y="12033"/>
                    </a:lnTo>
                    <a:cubicBezTo>
                      <a:pt x="2762" y="11877"/>
                      <a:pt x="2632" y="11714"/>
                      <a:pt x="2510" y="11547"/>
                    </a:cubicBezTo>
                    <a:close/>
                    <a:moveTo>
                      <a:pt x="11385" y="13055"/>
                    </a:moveTo>
                    <a:cubicBezTo>
                      <a:pt x="11216" y="13173"/>
                      <a:pt x="11038" y="13283"/>
                      <a:pt x="10856" y="13384"/>
                    </a:cubicBezTo>
                    <a:lnTo>
                      <a:pt x="11518" y="14569"/>
                    </a:lnTo>
                    <a:cubicBezTo>
                      <a:pt x="11737" y="14446"/>
                      <a:pt x="11951" y="14312"/>
                      <a:pt x="12158" y="14170"/>
                    </a:cubicBezTo>
                    <a:lnTo>
                      <a:pt x="11385" y="13055"/>
                    </a:lnTo>
                    <a:close/>
                    <a:moveTo>
                      <a:pt x="4869" y="13534"/>
                    </a:moveTo>
                    <a:lnTo>
                      <a:pt x="4269" y="14752"/>
                    </a:lnTo>
                    <a:cubicBezTo>
                      <a:pt x="4495" y="14863"/>
                      <a:pt x="4727" y="14963"/>
                      <a:pt x="4961" y="15051"/>
                    </a:cubicBezTo>
                    <a:lnTo>
                      <a:pt x="5440" y="13782"/>
                    </a:lnTo>
                    <a:cubicBezTo>
                      <a:pt x="5247" y="13709"/>
                      <a:pt x="5056" y="13625"/>
                      <a:pt x="4869" y="13534"/>
                    </a:cubicBezTo>
                    <a:close/>
                    <a:moveTo>
                      <a:pt x="8503" y="14151"/>
                    </a:moveTo>
                    <a:cubicBezTo>
                      <a:pt x="8300" y="14175"/>
                      <a:pt x="8090" y="14190"/>
                      <a:pt x="7882" y="14195"/>
                    </a:cubicBezTo>
                    <a:lnTo>
                      <a:pt x="7917" y="15551"/>
                    </a:lnTo>
                    <a:cubicBezTo>
                      <a:pt x="8168" y="15545"/>
                      <a:pt x="8419" y="15527"/>
                      <a:pt x="8667" y="15497"/>
                    </a:cubicBezTo>
                    <a:lnTo>
                      <a:pt x="8503" y="1415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 name="Google Shape;499;p34"/>
            <p:cNvSpPr/>
            <p:nvPr/>
          </p:nvSpPr>
          <p:spPr>
            <a:xfrm>
              <a:off x="6445170" y="1955384"/>
              <a:ext cx="432798" cy="432798"/>
            </a:xfrm>
            <a:custGeom>
              <a:avLst/>
              <a:gdLst/>
              <a:ahLst/>
              <a:cxnLst/>
              <a:rect l="l" t="t" r="r" b="b"/>
              <a:pathLst>
                <a:path w="17371" h="17371" extrusionOk="0">
                  <a:moveTo>
                    <a:pt x="8685" y="5061"/>
                  </a:moveTo>
                  <a:cubicBezTo>
                    <a:pt x="10683" y="5061"/>
                    <a:pt x="12308" y="6687"/>
                    <a:pt x="12308" y="8686"/>
                  </a:cubicBezTo>
                  <a:cubicBezTo>
                    <a:pt x="12308" y="10683"/>
                    <a:pt x="10683" y="12309"/>
                    <a:pt x="8685" y="12309"/>
                  </a:cubicBezTo>
                  <a:cubicBezTo>
                    <a:pt x="6686" y="12309"/>
                    <a:pt x="5061" y="10683"/>
                    <a:pt x="5061" y="8686"/>
                  </a:cubicBezTo>
                  <a:cubicBezTo>
                    <a:pt x="5061" y="6687"/>
                    <a:pt x="6686" y="5061"/>
                    <a:pt x="8685" y="5061"/>
                  </a:cubicBezTo>
                  <a:close/>
                  <a:moveTo>
                    <a:pt x="8670" y="1"/>
                  </a:moveTo>
                  <a:lnTo>
                    <a:pt x="8669" y="1813"/>
                  </a:lnTo>
                  <a:lnTo>
                    <a:pt x="8669" y="3415"/>
                  </a:lnTo>
                  <a:cubicBezTo>
                    <a:pt x="8345" y="3415"/>
                    <a:pt x="8028" y="3447"/>
                    <a:pt x="7721" y="3505"/>
                  </a:cubicBezTo>
                  <a:lnTo>
                    <a:pt x="7101" y="144"/>
                  </a:lnTo>
                  <a:cubicBezTo>
                    <a:pt x="5365" y="465"/>
                    <a:pt x="3784" y="1299"/>
                    <a:pt x="2531" y="2556"/>
                  </a:cubicBezTo>
                  <a:lnTo>
                    <a:pt x="4952" y="4968"/>
                  </a:lnTo>
                  <a:cubicBezTo>
                    <a:pt x="4727" y="5193"/>
                    <a:pt x="4524" y="5439"/>
                    <a:pt x="4342" y="5702"/>
                  </a:cubicBezTo>
                  <a:lnTo>
                    <a:pt x="1529" y="3764"/>
                  </a:lnTo>
                  <a:cubicBezTo>
                    <a:pt x="529" y="5216"/>
                    <a:pt x="0" y="6918"/>
                    <a:pt x="0" y="8686"/>
                  </a:cubicBezTo>
                  <a:lnTo>
                    <a:pt x="0" y="8710"/>
                  </a:lnTo>
                  <a:lnTo>
                    <a:pt x="1552" y="8697"/>
                  </a:lnTo>
                  <a:lnTo>
                    <a:pt x="3415" y="8697"/>
                  </a:lnTo>
                  <a:cubicBezTo>
                    <a:pt x="3415" y="9021"/>
                    <a:pt x="3447" y="9336"/>
                    <a:pt x="3503" y="9645"/>
                  </a:cubicBezTo>
                  <a:lnTo>
                    <a:pt x="144" y="10262"/>
                  </a:lnTo>
                  <a:cubicBezTo>
                    <a:pt x="463" y="12000"/>
                    <a:pt x="1296" y="13581"/>
                    <a:pt x="2551" y="14833"/>
                  </a:cubicBezTo>
                  <a:lnTo>
                    <a:pt x="4965" y="12414"/>
                  </a:lnTo>
                  <a:cubicBezTo>
                    <a:pt x="5190" y="12639"/>
                    <a:pt x="5436" y="12844"/>
                    <a:pt x="5698" y="13026"/>
                  </a:cubicBezTo>
                  <a:lnTo>
                    <a:pt x="3759" y="15837"/>
                  </a:lnTo>
                  <a:cubicBezTo>
                    <a:pt x="5211" y="16840"/>
                    <a:pt x="6914" y="17371"/>
                    <a:pt x="8685" y="17371"/>
                  </a:cubicBezTo>
                  <a:lnTo>
                    <a:pt x="8690" y="17371"/>
                  </a:lnTo>
                  <a:lnTo>
                    <a:pt x="8685" y="13956"/>
                  </a:lnTo>
                  <a:cubicBezTo>
                    <a:pt x="9011" y="13956"/>
                    <a:pt x="9330" y="13924"/>
                    <a:pt x="9640" y="13868"/>
                  </a:cubicBezTo>
                  <a:lnTo>
                    <a:pt x="10255" y="17228"/>
                  </a:lnTo>
                  <a:cubicBezTo>
                    <a:pt x="11993" y="16910"/>
                    <a:pt x="13574" y="16079"/>
                    <a:pt x="14828" y="14823"/>
                  </a:cubicBezTo>
                  <a:lnTo>
                    <a:pt x="12412" y="12409"/>
                  </a:lnTo>
                  <a:cubicBezTo>
                    <a:pt x="12637" y="12183"/>
                    <a:pt x="12840" y="11938"/>
                    <a:pt x="13022" y="11676"/>
                  </a:cubicBezTo>
                  <a:lnTo>
                    <a:pt x="15834" y="13617"/>
                  </a:lnTo>
                  <a:lnTo>
                    <a:pt x="15834" y="13619"/>
                  </a:lnTo>
                  <a:cubicBezTo>
                    <a:pt x="16838" y="12163"/>
                    <a:pt x="17370" y="10458"/>
                    <a:pt x="17370" y="8686"/>
                  </a:cubicBezTo>
                  <a:lnTo>
                    <a:pt x="17370" y="8662"/>
                  </a:lnTo>
                  <a:lnTo>
                    <a:pt x="13955" y="8662"/>
                  </a:lnTo>
                  <a:cubicBezTo>
                    <a:pt x="13954" y="8340"/>
                    <a:pt x="13922" y="8023"/>
                    <a:pt x="13866" y="7717"/>
                  </a:cubicBezTo>
                  <a:lnTo>
                    <a:pt x="17225" y="7095"/>
                  </a:lnTo>
                  <a:cubicBezTo>
                    <a:pt x="16903" y="5357"/>
                    <a:pt x="16067" y="3777"/>
                    <a:pt x="14810" y="2527"/>
                  </a:cubicBezTo>
                  <a:lnTo>
                    <a:pt x="12399" y="4950"/>
                  </a:lnTo>
                  <a:cubicBezTo>
                    <a:pt x="12175" y="4726"/>
                    <a:pt x="11928" y="4521"/>
                    <a:pt x="11664" y="4341"/>
                  </a:cubicBezTo>
                  <a:lnTo>
                    <a:pt x="13600" y="1524"/>
                  </a:lnTo>
                  <a:cubicBezTo>
                    <a:pt x="12150" y="528"/>
                    <a:pt x="10450" y="1"/>
                    <a:pt x="8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4"/>
            <p:cNvSpPr/>
            <p:nvPr/>
          </p:nvSpPr>
          <p:spPr>
            <a:xfrm>
              <a:off x="6635207" y="2145524"/>
              <a:ext cx="528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4"/>
            <p:cNvSpPr/>
            <p:nvPr/>
          </p:nvSpPr>
          <p:spPr>
            <a:xfrm>
              <a:off x="7947969" y="4548367"/>
              <a:ext cx="285300" cy="2853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01" name="Google Shape;501;p34"/>
            <p:cNvCxnSpPr>
              <a:stCxn id="500" idx="4"/>
              <a:endCxn id="479" idx="0"/>
            </p:cNvCxnSpPr>
            <p:nvPr/>
          </p:nvCxnSpPr>
          <p:spPr>
            <a:xfrm>
              <a:off x="6661607" y="2198024"/>
              <a:ext cx="458100" cy="1272300"/>
            </a:xfrm>
            <a:prstGeom prst="straightConnector1">
              <a:avLst/>
            </a:prstGeom>
            <a:noFill/>
            <a:ln w="19050" cap="flat" cmpd="sng">
              <a:solidFill>
                <a:schemeClr val="dk1"/>
              </a:solidFill>
              <a:prstDash val="solid"/>
              <a:round/>
              <a:headEnd type="none" w="med" len="med"/>
              <a:tailEnd type="none" w="med" len="med"/>
            </a:ln>
          </p:spPr>
        </p:cxnSp>
        <p:cxnSp>
          <p:nvCxnSpPr>
            <p:cNvPr id="502" name="Google Shape;502;p34"/>
            <p:cNvCxnSpPr>
              <a:stCxn id="500" idx="5"/>
              <a:endCxn id="490" idx="1"/>
            </p:cNvCxnSpPr>
            <p:nvPr/>
          </p:nvCxnSpPr>
          <p:spPr>
            <a:xfrm>
              <a:off x="6680275" y="2190336"/>
              <a:ext cx="2033400" cy="493500"/>
            </a:xfrm>
            <a:prstGeom prst="straightConnector1">
              <a:avLst/>
            </a:prstGeom>
            <a:noFill/>
            <a:ln w="19050" cap="flat" cmpd="sng">
              <a:solidFill>
                <a:schemeClr val="dk1"/>
              </a:solidFill>
              <a:prstDash val="solid"/>
              <a:round/>
              <a:headEnd type="none" w="med" len="med"/>
              <a:tailEnd type="none" w="med" len="med"/>
            </a:ln>
          </p:spPr>
        </p:cxnSp>
        <p:cxnSp>
          <p:nvCxnSpPr>
            <p:cNvPr id="503" name="Google Shape;503;p34"/>
            <p:cNvCxnSpPr>
              <a:stCxn id="479" idx="6"/>
              <a:endCxn id="490" idx="3"/>
            </p:cNvCxnSpPr>
            <p:nvPr/>
          </p:nvCxnSpPr>
          <p:spPr>
            <a:xfrm rot="10800000" flipH="1">
              <a:off x="7187719" y="2751677"/>
              <a:ext cx="1526100" cy="786600"/>
            </a:xfrm>
            <a:prstGeom prst="straightConnector1">
              <a:avLst/>
            </a:prstGeom>
            <a:noFill/>
            <a:ln w="19050" cap="flat" cmpd="sng">
              <a:solidFill>
                <a:schemeClr val="dk1"/>
              </a:solidFill>
              <a:prstDash val="solid"/>
              <a:round/>
              <a:headEnd type="none" w="med" len="med"/>
              <a:tailEnd type="none" w="med" len="med"/>
            </a:ln>
          </p:spPr>
        </p:cxnSp>
        <p:cxnSp>
          <p:nvCxnSpPr>
            <p:cNvPr id="504" name="Google Shape;504;p34"/>
            <p:cNvCxnSpPr>
              <a:stCxn id="479" idx="5"/>
              <a:endCxn id="492" idx="1"/>
            </p:cNvCxnSpPr>
            <p:nvPr/>
          </p:nvCxnSpPr>
          <p:spPr>
            <a:xfrm>
              <a:off x="7167773" y="3586431"/>
              <a:ext cx="822000" cy="1003800"/>
            </a:xfrm>
            <a:prstGeom prst="straightConnector1">
              <a:avLst/>
            </a:prstGeom>
            <a:noFill/>
            <a:ln w="19050" cap="flat" cmpd="sng">
              <a:solidFill>
                <a:schemeClr val="dk1"/>
              </a:solidFill>
              <a:prstDash val="solid"/>
              <a:round/>
              <a:headEnd type="none" w="med" len="med"/>
              <a:tailEnd type="none" w="med" len="med"/>
            </a:ln>
          </p:spPr>
        </p:cxn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08"/>
        <p:cNvGrpSpPr/>
        <p:nvPr/>
      </p:nvGrpSpPr>
      <p:grpSpPr>
        <a:xfrm>
          <a:off x="0" y="0"/>
          <a:ext cx="0" cy="0"/>
          <a:chOff x="0" y="0"/>
          <a:chExt cx="0" cy="0"/>
        </a:xfrm>
      </p:grpSpPr>
      <p:sp>
        <p:nvSpPr>
          <p:cNvPr id="514" name="Google Shape;514;p35"/>
          <p:cNvSpPr txBox="1">
            <a:spLocks noGrp="1"/>
          </p:cNvSpPr>
          <p:nvPr>
            <p:ph type="subTitle" idx="5"/>
          </p:nvPr>
        </p:nvSpPr>
        <p:spPr>
          <a:xfrm>
            <a:off x="715050" y="854896"/>
            <a:ext cx="7713900" cy="685200"/>
          </a:xfrm>
          <a:prstGeom prst="rect">
            <a:avLst/>
          </a:prstGeom>
        </p:spPr>
        <p:txBody>
          <a:bodyPr spcFirstLastPara="1" wrap="square" lIns="91425" tIns="91425" rIns="91425" bIns="91425" anchor="t" anchorCtr="0">
            <a:noAutofit/>
          </a:bodyPr>
          <a:lstStyle/>
          <a:p>
            <a:pPr marL="285750" lvl="0" indent="-285750">
              <a:buFont typeface="Arial" panose="020B0604020202020204" pitchFamily="34" charset="0"/>
              <a:buChar char="•"/>
            </a:pPr>
            <a:r>
              <a:rPr lang="en-US" dirty="0"/>
              <a:t>In this activity software engineers work with customers and system end-users to find out about the application domain, what services the system should provide, the required performance of the system, hardware constraints, and so on. </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Requirements elicitation and analysis may involve a variety of people in an organization. </a:t>
            </a:r>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The term stakeholders used to refer to any person or group who will be affected by the system, directly or indirectly. Stakeholders include end-users who interact with the system and everyone else in an organization that may be affected by its installation. Other system stakeholders may be engineers who are developing or maintaining related systems, business managers, domain experts and trade union representatives.</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36"/>
          <p:cNvSpPr txBox="1">
            <a:spLocks noGrp="1"/>
          </p:cNvSpPr>
          <p:nvPr>
            <p:ph type="subTitle" idx="1"/>
          </p:nvPr>
        </p:nvSpPr>
        <p:spPr>
          <a:xfrm>
            <a:off x="686472" y="1329130"/>
            <a:ext cx="5768700" cy="1994100"/>
          </a:xfrm>
          <a:prstGeom prst="rect">
            <a:avLst/>
          </a:prstGeom>
        </p:spPr>
        <p:txBody>
          <a:bodyPr spcFirstLastPara="1" wrap="square" lIns="91425" tIns="91425" rIns="91425" bIns="91425" anchor="b" anchorCtr="0">
            <a:noAutofit/>
          </a:bodyPr>
          <a:lstStyle/>
          <a:p>
            <a:pPr marL="0" lvl="0" indent="0"/>
            <a:r>
              <a:rPr lang="en-US" dirty="0"/>
              <a:t>Challenges while Eliciting and understanding stakeholder requirements</a:t>
            </a:r>
            <a:endParaRPr dirty="0"/>
          </a:p>
        </p:txBody>
      </p:sp>
      <p:grpSp>
        <p:nvGrpSpPr>
          <p:cNvPr id="522" name="Google Shape;522;p36"/>
          <p:cNvGrpSpPr/>
          <p:nvPr/>
        </p:nvGrpSpPr>
        <p:grpSpPr>
          <a:xfrm>
            <a:off x="6455172" y="2767128"/>
            <a:ext cx="2843422" cy="2409073"/>
            <a:chOff x="6455172" y="2767128"/>
            <a:chExt cx="2843422" cy="2409073"/>
          </a:xfrm>
        </p:grpSpPr>
        <p:grpSp>
          <p:nvGrpSpPr>
            <p:cNvPr id="523" name="Google Shape;523;p36"/>
            <p:cNvGrpSpPr/>
            <p:nvPr/>
          </p:nvGrpSpPr>
          <p:grpSpPr>
            <a:xfrm>
              <a:off x="6455172" y="3429900"/>
              <a:ext cx="1560567" cy="1561202"/>
              <a:chOff x="6644550" y="3312875"/>
              <a:chExt cx="737125" cy="737425"/>
            </a:xfrm>
          </p:grpSpPr>
          <p:sp>
            <p:nvSpPr>
              <p:cNvPr id="524" name="Google Shape;524;p36"/>
              <p:cNvSpPr/>
              <p:nvPr/>
            </p:nvSpPr>
            <p:spPr>
              <a:xfrm>
                <a:off x="6766750" y="3435950"/>
                <a:ext cx="491800" cy="491800"/>
              </a:xfrm>
              <a:custGeom>
                <a:avLst/>
                <a:gdLst/>
                <a:ahLst/>
                <a:cxnLst/>
                <a:rect l="l" t="t" r="r" b="b"/>
                <a:pathLst>
                  <a:path w="19672" h="19672" extrusionOk="0">
                    <a:moveTo>
                      <a:pt x="9835" y="3807"/>
                    </a:moveTo>
                    <a:cubicBezTo>
                      <a:pt x="13161" y="3807"/>
                      <a:pt x="15866" y="6511"/>
                      <a:pt x="15866" y="9837"/>
                    </a:cubicBezTo>
                    <a:cubicBezTo>
                      <a:pt x="15866" y="13161"/>
                      <a:pt x="13161" y="15865"/>
                      <a:pt x="9835" y="15865"/>
                    </a:cubicBezTo>
                    <a:cubicBezTo>
                      <a:pt x="6511" y="15865"/>
                      <a:pt x="3805" y="13161"/>
                      <a:pt x="3805" y="9837"/>
                    </a:cubicBezTo>
                    <a:cubicBezTo>
                      <a:pt x="3805" y="6511"/>
                      <a:pt x="6511" y="3807"/>
                      <a:pt x="9835" y="3807"/>
                    </a:cubicBezTo>
                    <a:close/>
                    <a:moveTo>
                      <a:pt x="9835" y="3354"/>
                    </a:moveTo>
                    <a:cubicBezTo>
                      <a:pt x="6262" y="3354"/>
                      <a:pt x="3353" y="6262"/>
                      <a:pt x="3353" y="9837"/>
                    </a:cubicBezTo>
                    <a:cubicBezTo>
                      <a:pt x="3353" y="13410"/>
                      <a:pt x="6262" y="16318"/>
                      <a:pt x="9835" y="16318"/>
                    </a:cubicBezTo>
                    <a:cubicBezTo>
                      <a:pt x="13411" y="16318"/>
                      <a:pt x="16318" y="13410"/>
                      <a:pt x="16318" y="9837"/>
                    </a:cubicBezTo>
                    <a:cubicBezTo>
                      <a:pt x="16318" y="6262"/>
                      <a:pt x="13411" y="3354"/>
                      <a:pt x="9835" y="3354"/>
                    </a:cubicBezTo>
                    <a:close/>
                    <a:moveTo>
                      <a:pt x="9835" y="453"/>
                    </a:moveTo>
                    <a:cubicBezTo>
                      <a:pt x="9976" y="453"/>
                      <a:pt x="10123" y="456"/>
                      <a:pt x="10286" y="466"/>
                    </a:cubicBezTo>
                    <a:lnTo>
                      <a:pt x="10153" y="2323"/>
                    </a:lnTo>
                    <a:lnTo>
                      <a:pt x="10379" y="2338"/>
                    </a:lnTo>
                    <a:cubicBezTo>
                      <a:pt x="11512" y="2421"/>
                      <a:pt x="12588" y="2750"/>
                      <a:pt x="13572" y="3316"/>
                    </a:cubicBezTo>
                    <a:lnTo>
                      <a:pt x="13769" y="3429"/>
                    </a:lnTo>
                    <a:lnTo>
                      <a:pt x="14696" y="1816"/>
                    </a:lnTo>
                    <a:cubicBezTo>
                      <a:pt x="16183" y="2718"/>
                      <a:pt x="17377" y="3999"/>
                      <a:pt x="18173" y="5537"/>
                    </a:cubicBezTo>
                    <a:lnTo>
                      <a:pt x="16500" y="6351"/>
                    </a:lnTo>
                    <a:lnTo>
                      <a:pt x="16599" y="6554"/>
                    </a:lnTo>
                    <a:cubicBezTo>
                      <a:pt x="17096" y="7572"/>
                      <a:pt x="17349" y="8666"/>
                      <a:pt x="17354" y="9806"/>
                    </a:cubicBezTo>
                    <a:lnTo>
                      <a:pt x="17354" y="10030"/>
                    </a:lnTo>
                    <a:lnTo>
                      <a:pt x="19218" y="10030"/>
                    </a:lnTo>
                    <a:cubicBezTo>
                      <a:pt x="19181" y="11778"/>
                      <a:pt x="18664" y="13463"/>
                      <a:pt x="17713" y="14929"/>
                    </a:cubicBezTo>
                    <a:lnTo>
                      <a:pt x="16176" y="13880"/>
                    </a:lnTo>
                    <a:lnTo>
                      <a:pt x="16049" y="14066"/>
                    </a:lnTo>
                    <a:cubicBezTo>
                      <a:pt x="15416" y="14993"/>
                      <a:pt x="14567" y="15779"/>
                      <a:pt x="13596" y="16344"/>
                    </a:cubicBezTo>
                    <a:lnTo>
                      <a:pt x="13401" y="16457"/>
                    </a:lnTo>
                    <a:lnTo>
                      <a:pt x="14332" y="18068"/>
                    </a:lnTo>
                    <a:cubicBezTo>
                      <a:pt x="12956" y="18823"/>
                      <a:pt x="11407" y="19219"/>
                      <a:pt x="9835" y="19219"/>
                    </a:cubicBezTo>
                    <a:cubicBezTo>
                      <a:pt x="9688" y="19219"/>
                      <a:pt x="9536" y="19216"/>
                      <a:pt x="9370" y="19206"/>
                    </a:cubicBezTo>
                    <a:lnTo>
                      <a:pt x="9368" y="19206"/>
                    </a:lnTo>
                    <a:lnTo>
                      <a:pt x="9503" y="17351"/>
                    </a:lnTo>
                    <a:lnTo>
                      <a:pt x="9279" y="17334"/>
                    </a:lnTo>
                    <a:cubicBezTo>
                      <a:pt x="8144" y="17250"/>
                      <a:pt x="7070" y="16919"/>
                      <a:pt x="6087" y="16351"/>
                    </a:cubicBezTo>
                    <a:lnTo>
                      <a:pt x="5890" y="16237"/>
                    </a:lnTo>
                    <a:lnTo>
                      <a:pt x="4960" y="17850"/>
                    </a:lnTo>
                    <a:cubicBezTo>
                      <a:pt x="3475" y="16944"/>
                      <a:pt x="2282" y="15662"/>
                      <a:pt x="1489" y="14122"/>
                    </a:cubicBezTo>
                    <a:lnTo>
                      <a:pt x="3164" y="13311"/>
                    </a:lnTo>
                    <a:lnTo>
                      <a:pt x="3065" y="13108"/>
                    </a:lnTo>
                    <a:cubicBezTo>
                      <a:pt x="2570" y="12087"/>
                      <a:pt x="2318" y="10993"/>
                      <a:pt x="2315" y="9852"/>
                    </a:cubicBezTo>
                    <a:lnTo>
                      <a:pt x="2315" y="9627"/>
                    </a:lnTo>
                    <a:lnTo>
                      <a:pt x="453" y="9627"/>
                    </a:lnTo>
                    <a:cubicBezTo>
                      <a:pt x="493" y="7889"/>
                      <a:pt x="1007" y="6216"/>
                      <a:pt x="1948" y="4757"/>
                    </a:cubicBezTo>
                    <a:lnTo>
                      <a:pt x="3488" y="5804"/>
                    </a:lnTo>
                    <a:lnTo>
                      <a:pt x="3615" y="5618"/>
                    </a:lnTo>
                    <a:cubicBezTo>
                      <a:pt x="4245" y="4691"/>
                      <a:pt x="5092" y="3901"/>
                      <a:pt x="6064" y="3336"/>
                    </a:cubicBezTo>
                    <a:lnTo>
                      <a:pt x="6259" y="3222"/>
                    </a:lnTo>
                    <a:lnTo>
                      <a:pt x="5324" y="1613"/>
                    </a:lnTo>
                    <a:cubicBezTo>
                      <a:pt x="6703" y="853"/>
                      <a:pt x="8258" y="453"/>
                      <a:pt x="9835" y="453"/>
                    </a:cubicBezTo>
                    <a:close/>
                    <a:moveTo>
                      <a:pt x="9835" y="0"/>
                    </a:moveTo>
                    <a:cubicBezTo>
                      <a:pt x="8104" y="0"/>
                      <a:pt x="6397" y="461"/>
                      <a:pt x="4901" y="1334"/>
                    </a:cubicBezTo>
                    <a:lnTo>
                      <a:pt x="4704" y="1448"/>
                    </a:lnTo>
                    <a:lnTo>
                      <a:pt x="5642" y="3062"/>
                    </a:lnTo>
                    <a:cubicBezTo>
                      <a:pt x="4759" y="3610"/>
                      <a:pt x="3980" y="4336"/>
                      <a:pt x="3371" y="5176"/>
                    </a:cubicBezTo>
                    <a:lnTo>
                      <a:pt x="1828" y="4127"/>
                    </a:lnTo>
                    <a:lnTo>
                      <a:pt x="1701" y="4314"/>
                    </a:lnTo>
                    <a:cubicBezTo>
                      <a:pt x="589" y="5948"/>
                      <a:pt x="1" y="7858"/>
                      <a:pt x="1" y="9852"/>
                    </a:cubicBezTo>
                    <a:lnTo>
                      <a:pt x="1" y="10078"/>
                    </a:lnTo>
                    <a:lnTo>
                      <a:pt x="1867" y="10078"/>
                    </a:lnTo>
                    <a:cubicBezTo>
                      <a:pt x="1899" y="11131"/>
                      <a:pt x="2132" y="12145"/>
                      <a:pt x="2563" y="13100"/>
                    </a:cubicBezTo>
                    <a:lnTo>
                      <a:pt x="883" y="13913"/>
                    </a:lnTo>
                    <a:lnTo>
                      <a:pt x="982" y="14117"/>
                    </a:lnTo>
                    <a:cubicBezTo>
                      <a:pt x="1844" y="15897"/>
                      <a:pt x="3211" y="17362"/>
                      <a:pt x="4929" y="18357"/>
                    </a:cubicBezTo>
                    <a:lnTo>
                      <a:pt x="5125" y="18469"/>
                    </a:lnTo>
                    <a:lnTo>
                      <a:pt x="6057" y="16853"/>
                    </a:lnTo>
                    <a:cubicBezTo>
                      <a:pt x="6981" y="17352"/>
                      <a:pt x="7975" y="17658"/>
                      <a:pt x="9021" y="17765"/>
                    </a:cubicBezTo>
                    <a:lnTo>
                      <a:pt x="8884" y="19626"/>
                    </a:lnTo>
                    <a:lnTo>
                      <a:pt x="9110" y="19642"/>
                    </a:lnTo>
                    <a:cubicBezTo>
                      <a:pt x="9384" y="19664"/>
                      <a:pt x="9614" y="19672"/>
                      <a:pt x="9835" y="19672"/>
                    </a:cubicBezTo>
                    <a:cubicBezTo>
                      <a:pt x="11562" y="19672"/>
                      <a:pt x="13264" y="19214"/>
                      <a:pt x="14755" y="18347"/>
                    </a:cubicBezTo>
                    <a:lnTo>
                      <a:pt x="14952" y="18234"/>
                    </a:lnTo>
                    <a:lnTo>
                      <a:pt x="14015" y="16619"/>
                    </a:lnTo>
                    <a:cubicBezTo>
                      <a:pt x="14901" y="16070"/>
                      <a:pt x="15680" y="15347"/>
                      <a:pt x="16292" y="14506"/>
                    </a:cubicBezTo>
                    <a:lnTo>
                      <a:pt x="17833" y="15558"/>
                    </a:lnTo>
                    <a:lnTo>
                      <a:pt x="17960" y="15371"/>
                    </a:lnTo>
                    <a:cubicBezTo>
                      <a:pt x="19079" y="13734"/>
                      <a:pt x="19672" y="11819"/>
                      <a:pt x="19672" y="9835"/>
                    </a:cubicBezTo>
                    <a:lnTo>
                      <a:pt x="19670" y="9578"/>
                    </a:lnTo>
                    <a:lnTo>
                      <a:pt x="17802" y="9578"/>
                    </a:lnTo>
                    <a:cubicBezTo>
                      <a:pt x="17769" y="8527"/>
                      <a:pt x="17534" y="7514"/>
                      <a:pt x="17103" y="6561"/>
                    </a:cubicBezTo>
                    <a:lnTo>
                      <a:pt x="18781" y="5745"/>
                    </a:lnTo>
                    <a:lnTo>
                      <a:pt x="18682" y="5540"/>
                    </a:lnTo>
                    <a:cubicBezTo>
                      <a:pt x="17815" y="3762"/>
                      <a:pt x="16449" y="2299"/>
                      <a:pt x="14727" y="1309"/>
                    </a:cubicBezTo>
                    <a:lnTo>
                      <a:pt x="14531" y="1195"/>
                    </a:lnTo>
                    <a:lnTo>
                      <a:pt x="13601" y="2814"/>
                    </a:lnTo>
                    <a:cubicBezTo>
                      <a:pt x="12677" y="2315"/>
                      <a:pt x="11682" y="2011"/>
                      <a:pt x="10637" y="1907"/>
                    </a:cubicBezTo>
                    <a:lnTo>
                      <a:pt x="10769" y="45"/>
                    </a:lnTo>
                    <a:lnTo>
                      <a:pt x="10544" y="29"/>
                    </a:lnTo>
                    <a:cubicBezTo>
                      <a:pt x="10275" y="10"/>
                      <a:pt x="10050" y="0"/>
                      <a:pt x="9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6"/>
              <p:cNvSpPr/>
              <p:nvPr/>
            </p:nvSpPr>
            <p:spPr>
              <a:xfrm>
                <a:off x="7230275" y="3518500"/>
                <a:ext cx="95075" cy="187625"/>
              </a:xfrm>
              <a:custGeom>
                <a:avLst/>
                <a:gdLst/>
                <a:ahLst/>
                <a:cxnLst/>
                <a:rect l="l" t="t" r="r" b="b"/>
                <a:pathLst>
                  <a:path w="3803" h="7505" extrusionOk="0">
                    <a:moveTo>
                      <a:pt x="1655" y="622"/>
                    </a:moveTo>
                    <a:cubicBezTo>
                      <a:pt x="2770" y="2575"/>
                      <a:pt x="3305" y="4780"/>
                      <a:pt x="3214" y="7026"/>
                    </a:cubicBezTo>
                    <a:lnTo>
                      <a:pt x="2013" y="6955"/>
                    </a:lnTo>
                    <a:lnTo>
                      <a:pt x="2015" y="6955"/>
                    </a:lnTo>
                    <a:cubicBezTo>
                      <a:pt x="2089" y="4952"/>
                      <a:pt x="1610" y="2986"/>
                      <a:pt x="620" y="1237"/>
                    </a:cubicBezTo>
                    <a:lnTo>
                      <a:pt x="1655" y="622"/>
                    </a:lnTo>
                    <a:close/>
                    <a:moveTo>
                      <a:pt x="1813" y="1"/>
                    </a:moveTo>
                    <a:lnTo>
                      <a:pt x="1" y="1080"/>
                    </a:lnTo>
                    <a:lnTo>
                      <a:pt x="117" y="1273"/>
                    </a:lnTo>
                    <a:cubicBezTo>
                      <a:pt x="1177" y="3057"/>
                      <a:pt x="1673" y="5091"/>
                      <a:pt x="1551" y="7153"/>
                    </a:cubicBezTo>
                    <a:lnTo>
                      <a:pt x="1539" y="7379"/>
                    </a:lnTo>
                    <a:lnTo>
                      <a:pt x="3640" y="7505"/>
                    </a:lnTo>
                    <a:lnTo>
                      <a:pt x="3654" y="7278"/>
                    </a:lnTo>
                    <a:cubicBezTo>
                      <a:pt x="3802" y="4789"/>
                      <a:pt x="3206" y="2340"/>
                      <a:pt x="1929" y="196"/>
                    </a:cubicBezTo>
                    <a:lnTo>
                      <a:pt x="1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6"/>
              <p:cNvSpPr/>
              <p:nvPr/>
            </p:nvSpPr>
            <p:spPr>
              <a:xfrm>
                <a:off x="7002700" y="3372300"/>
                <a:ext cx="185350" cy="98450"/>
              </a:xfrm>
              <a:custGeom>
                <a:avLst/>
                <a:gdLst/>
                <a:ahLst/>
                <a:cxnLst/>
                <a:rect l="l" t="t" r="r" b="b"/>
                <a:pathLst>
                  <a:path w="7414" h="3938" extrusionOk="0">
                    <a:moveTo>
                      <a:pt x="459" y="453"/>
                    </a:moveTo>
                    <a:lnTo>
                      <a:pt x="459" y="453"/>
                    </a:lnTo>
                    <a:cubicBezTo>
                      <a:pt x="2479" y="463"/>
                      <a:pt x="4475" y="992"/>
                      <a:pt x="6244" y="1986"/>
                    </a:cubicBezTo>
                    <a:cubicBezTo>
                      <a:pt x="6428" y="2091"/>
                      <a:pt x="6609" y="2198"/>
                      <a:pt x="6786" y="2310"/>
                    </a:cubicBezTo>
                    <a:lnTo>
                      <a:pt x="6125" y="3313"/>
                    </a:lnTo>
                    <a:cubicBezTo>
                      <a:pt x="5958" y="3206"/>
                      <a:pt x="5806" y="3113"/>
                      <a:pt x="5658" y="3031"/>
                    </a:cubicBezTo>
                    <a:cubicBezTo>
                      <a:pt x="4075" y="2142"/>
                      <a:pt x="2289" y="1669"/>
                      <a:pt x="477" y="1658"/>
                    </a:cubicBezTo>
                    <a:lnTo>
                      <a:pt x="459" y="453"/>
                    </a:lnTo>
                    <a:close/>
                    <a:moveTo>
                      <a:pt x="419" y="1"/>
                    </a:moveTo>
                    <a:cubicBezTo>
                      <a:pt x="354" y="1"/>
                      <a:pt x="290" y="1"/>
                      <a:pt x="226" y="2"/>
                    </a:cubicBezTo>
                    <a:lnTo>
                      <a:pt x="1" y="6"/>
                    </a:lnTo>
                    <a:lnTo>
                      <a:pt x="31" y="2115"/>
                    </a:lnTo>
                    <a:lnTo>
                      <a:pt x="257" y="2112"/>
                    </a:lnTo>
                    <a:cubicBezTo>
                      <a:pt x="313" y="2111"/>
                      <a:pt x="368" y="2111"/>
                      <a:pt x="424" y="2111"/>
                    </a:cubicBezTo>
                    <a:cubicBezTo>
                      <a:pt x="2177" y="2111"/>
                      <a:pt x="3907" y="2565"/>
                      <a:pt x="5435" y="3425"/>
                    </a:cubicBezTo>
                    <a:cubicBezTo>
                      <a:pt x="5628" y="3533"/>
                      <a:pt x="5828" y="3657"/>
                      <a:pt x="6066" y="3814"/>
                    </a:cubicBezTo>
                    <a:lnTo>
                      <a:pt x="6254" y="3938"/>
                    </a:lnTo>
                    <a:lnTo>
                      <a:pt x="7414" y="2181"/>
                    </a:lnTo>
                    <a:lnTo>
                      <a:pt x="7225" y="2056"/>
                    </a:lnTo>
                    <a:cubicBezTo>
                      <a:pt x="6979" y="1894"/>
                      <a:pt x="6725" y="1739"/>
                      <a:pt x="6466" y="1592"/>
                    </a:cubicBezTo>
                    <a:cubicBezTo>
                      <a:pt x="4617" y="553"/>
                      <a:pt x="2533" y="1"/>
                      <a:pt x="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6"/>
              <p:cNvSpPr/>
              <p:nvPr/>
            </p:nvSpPr>
            <p:spPr>
              <a:xfrm>
                <a:off x="7121650" y="3802825"/>
                <a:ext cx="163875" cy="158850"/>
              </a:xfrm>
              <a:custGeom>
                <a:avLst/>
                <a:gdLst/>
                <a:ahLst/>
                <a:cxnLst/>
                <a:rect l="l" t="t" r="r" b="b"/>
                <a:pathLst>
                  <a:path w="6555" h="6354" extrusionOk="0">
                    <a:moveTo>
                      <a:pt x="4894" y="589"/>
                    </a:moveTo>
                    <a:lnTo>
                      <a:pt x="5938" y="1176"/>
                    </a:lnTo>
                    <a:cubicBezTo>
                      <a:pt x="4797" y="3132"/>
                      <a:pt x="3145" y="4706"/>
                      <a:pt x="1139" y="5745"/>
                    </a:cubicBezTo>
                    <a:lnTo>
                      <a:pt x="606" y="4668"/>
                    </a:lnTo>
                    <a:cubicBezTo>
                      <a:pt x="2398" y="3736"/>
                      <a:pt x="3875" y="2330"/>
                      <a:pt x="4894" y="589"/>
                    </a:cubicBezTo>
                    <a:close/>
                    <a:moveTo>
                      <a:pt x="4708" y="1"/>
                    </a:moveTo>
                    <a:lnTo>
                      <a:pt x="4597" y="199"/>
                    </a:lnTo>
                    <a:cubicBezTo>
                      <a:pt x="3581" y="2007"/>
                      <a:pt x="2061" y="3447"/>
                      <a:pt x="204" y="4364"/>
                    </a:cubicBezTo>
                    <a:lnTo>
                      <a:pt x="1" y="4465"/>
                    </a:lnTo>
                    <a:lnTo>
                      <a:pt x="936" y="6353"/>
                    </a:lnTo>
                    <a:lnTo>
                      <a:pt x="1139" y="6252"/>
                    </a:lnTo>
                    <a:cubicBezTo>
                      <a:pt x="3373" y="5147"/>
                      <a:pt x="5203" y="3409"/>
                      <a:pt x="6431" y="1228"/>
                    </a:cubicBezTo>
                    <a:lnTo>
                      <a:pt x="6555" y="1004"/>
                    </a:lnTo>
                    <a:lnTo>
                      <a:pt x="4921" y="83"/>
                    </a:lnTo>
                    <a:lnTo>
                      <a:pt x="47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6"/>
              <p:cNvSpPr/>
              <p:nvPr/>
            </p:nvSpPr>
            <p:spPr>
              <a:xfrm>
                <a:off x="6836800" y="3892700"/>
                <a:ext cx="185225" cy="98700"/>
              </a:xfrm>
              <a:custGeom>
                <a:avLst/>
                <a:gdLst/>
                <a:ahLst/>
                <a:cxnLst/>
                <a:rect l="l" t="t" r="r" b="b"/>
                <a:pathLst>
                  <a:path w="7409" h="3948" extrusionOk="0">
                    <a:moveTo>
                      <a:pt x="1291" y="627"/>
                    </a:moveTo>
                    <a:cubicBezTo>
                      <a:pt x="1463" y="738"/>
                      <a:pt x="1620" y="832"/>
                      <a:pt x="1773" y="919"/>
                    </a:cubicBezTo>
                    <a:cubicBezTo>
                      <a:pt x="3349" y="1805"/>
                      <a:pt x="5130" y="2277"/>
                      <a:pt x="6936" y="2291"/>
                    </a:cubicBezTo>
                    <a:lnTo>
                      <a:pt x="6951" y="3495"/>
                    </a:lnTo>
                    <a:cubicBezTo>
                      <a:pt x="4939" y="3482"/>
                      <a:pt x="2951" y="2955"/>
                      <a:pt x="1187" y="1962"/>
                    </a:cubicBezTo>
                    <a:cubicBezTo>
                      <a:pt x="998" y="1856"/>
                      <a:pt x="810" y="1744"/>
                      <a:pt x="628" y="1628"/>
                    </a:cubicBezTo>
                    <a:lnTo>
                      <a:pt x="627" y="1628"/>
                    </a:lnTo>
                    <a:lnTo>
                      <a:pt x="1291" y="627"/>
                    </a:lnTo>
                    <a:close/>
                    <a:moveTo>
                      <a:pt x="1162" y="1"/>
                    </a:moveTo>
                    <a:lnTo>
                      <a:pt x="1" y="1757"/>
                    </a:lnTo>
                    <a:lnTo>
                      <a:pt x="189" y="1881"/>
                    </a:lnTo>
                    <a:cubicBezTo>
                      <a:pt x="440" y="2048"/>
                      <a:pt x="701" y="2208"/>
                      <a:pt x="965" y="2357"/>
                    </a:cubicBezTo>
                    <a:cubicBezTo>
                      <a:pt x="2819" y="3399"/>
                      <a:pt x="4911" y="3948"/>
                      <a:pt x="7027" y="3948"/>
                    </a:cubicBezTo>
                    <a:cubicBezTo>
                      <a:pt x="7078" y="3948"/>
                      <a:pt x="7131" y="3948"/>
                      <a:pt x="7184" y="3946"/>
                    </a:cubicBezTo>
                    <a:lnTo>
                      <a:pt x="7408" y="3944"/>
                    </a:lnTo>
                    <a:lnTo>
                      <a:pt x="7382" y="1835"/>
                    </a:lnTo>
                    <a:lnTo>
                      <a:pt x="7156" y="1838"/>
                    </a:lnTo>
                    <a:cubicBezTo>
                      <a:pt x="7103" y="1839"/>
                      <a:pt x="7051" y="1839"/>
                      <a:pt x="6999" y="1839"/>
                    </a:cubicBezTo>
                    <a:cubicBezTo>
                      <a:pt x="5247" y="1839"/>
                      <a:pt x="3522" y="1383"/>
                      <a:pt x="1996" y="525"/>
                    </a:cubicBezTo>
                    <a:cubicBezTo>
                      <a:pt x="1796" y="412"/>
                      <a:pt x="1591" y="287"/>
                      <a:pt x="1350" y="126"/>
                    </a:cubicBezTo>
                    <a:lnTo>
                      <a:pt x="11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6"/>
              <p:cNvSpPr/>
              <p:nvPr/>
            </p:nvSpPr>
            <p:spPr>
              <a:xfrm>
                <a:off x="6699875" y="3657075"/>
                <a:ext cx="94875" cy="187700"/>
              </a:xfrm>
              <a:custGeom>
                <a:avLst/>
                <a:gdLst/>
                <a:ahLst/>
                <a:cxnLst/>
                <a:rect l="l" t="t" r="r" b="b"/>
                <a:pathLst>
                  <a:path w="3795" h="7508" extrusionOk="0">
                    <a:moveTo>
                      <a:pt x="592" y="480"/>
                    </a:moveTo>
                    <a:lnTo>
                      <a:pt x="1792" y="553"/>
                    </a:lnTo>
                    <a:cubicBezTo>
                      <a:pt x="1712" y="2555"/>
                      <a:pt x="2188" y="4522"/>
                      <a:pt x="3176" y="6272"/>
                    </a:cubicBezTo>
                    <a:lnTo>
                      <a:pt x="2140" y="6887"/>
                    </a:lnTo>
                    <a:cubicBezTo>
                      <a:pt x="1030" y="4931"/>
                      <a:pt x="497" y="2725"/>
                      <a:pt x="592" y="480"/>
                    </a:cubicBezTo>
                    <a:close/>
                    <a:moveTo>
                      <a:pt x="166" y="1"/>
                    </a:moveTo>
                    <a:lnTo>
                      <a:pt x="153" y="225"/>
                    </a:lnTo>
                    <a:cubicBezTo>
                      <a:pt x="1" y="2715"/>
                      <a:pt x="592" y="5165"/>
                      <a:pt x="1864" y="7313"/>
                    </a:cubicBezTo>
                    <a:lnTo>
                      <a:pt x="1980" y="7508"/>
                    </a:lnTo>
                    <a:lnTo>
                      <a:pt x="3794" y="6432"/>
                    </a:lnTo>
                    <a:lnTo>
                      <a:pt x="3678" y="6237"/>
                    </a:lnTo>
                    <a:cubicBezTo>
                      <a:pt x="2623" y="4451"/>
                      <a:pt x="2130" y="2418"/>
                      <a:pt x="2254" y="354"/>
                    </a:cubicBezTo>
                    <a:lnTo>
                      <a:pt x="2268" y="130"/>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6"/>
              <p:cNvSpPr/>
              <p:nvPr/>
            </p:nvSpPr>
            <p:spPr>
              <a:xfrm>
                <a:off x="6739900" y="3402250"/>
                <a:ext cx="163300" cy="158825"/>
              </a:xfrm>
              <a:custGeom>
                <a:avLst/>
                <a:gdLst/>
                <a:ahLst/>
                <a:cxnLst/>
                <a:rect l="l" t="t" r="r" b="b"/>
                <a:pathLst>
                  <a:path w="6532" h="6353" extrusionOk="0">
                    <a:moveTo>
                      <a:pt x="5391" y="610"/>
                    </a:moveTo>
                    <a:lnTo>
                      <a:pt x="5927" y="1687"/>
                    </a:lnTo>
                    <a:cubicBezTo>
                      <a:pt x="4147" y="2616"/>
                      <a:pt x="2680" y="4012"/>
                      <a:pt x="1663" y="5743"/>
                    </a:cubicBezTo>
                    <a:lnTo>
                      <a:pt x="619" y="5157"/>
                    </a:lnTo>
                    <a:cubicBezTo>
                      <a:pt x="1755" y="3212"/>
                      <a:pt x="3399" y="1648"/>
                      <a:pt x="5391" y="610"/>
                    </a:cubicBezTo>
                    <a:close/>
                    <a:moveTo>
                      <a:pt x="5593" y="0"/>
                    </a:moveTo>
                    <a:lnTo>
                      <a:pt x="5391" y="101"/>
                    </a:lnTo>
                    <a:cubicBezTo>
                      <a:pt x="3164" y="1208"/>
                      <a:pt x="1341" y="2943"/>
                      <a:pt x="111" y="5130"/>
                    </a:cubicBezTo>
                    <a:lnTo>
                      <a:pt x="1" y="5327"/>
                    </a:lnTo>
                    <a:lnTo>
                      <a:pt x="1636" y="6247"/>
                    </a:lnTo>
                    <a:lnTo>
                      <a:pt x="1844" y="6353"/>
                    </a:lnTo>
                    <a:lnTo>
                      <a:pt x="1952" y="6146"/>
                    </a:lnTo>
                    <a:cubicBezTo>
                      <a:pt x="2966" y="4344"/>
                      <a:pt x="4480" y="2906"/>
                      <a:pt x="6330" y="1988"/>
                    </a:cubicBezTo>
                    <a:lnTo>
                      <a:pt x="6531" y="1889"/>
                    </a:lnTo>
                    <a:lnTo>
                      <a:pt x="55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6"/>
              <p:cNvSpPr/>
              <p:nvPr/>
            </p:nvSpPr>
            <p:spPr>
              <a:xfrm>
                <a:off x="6644550" y="3312875"/>
                <a:ext cx="737125" cy="737425"/>
              </a:xfrm>
              <a:custGeom>
                <a:avLst/>
                <a:gdLst/>
                <a:ahLst/>
                <a:cxnLst/>
                <a:rect l="l" t="t" r="r" b="b"/>
                <a:pathLst>
                  <a:path w="29485" h="29497" extrusionOk="0">
                    <a:moveTo>
                      <a:pt x="14517" y="0"/>
                    </a:moveTo>
                    <a:cubicBezTo>
                      <a:pt x="14291" y="4"/>
                      <a:pt x="14059" y="12"/>
                      <a:pt x="13830" y="25"/>
                    </a:cubicBezTo>
                    <a:lnTo>
                      <a:pt x="13858" y="476"/>
                    </a:lnTo>
                    <a:lnTo>
                      <a:pt x="13858" y="476"/>
                    </a:lnTo>
                    <a:cubicBezTo>
                      <a:pt x="14080" y="463"/>
                      <a:pt x="14304" y="455"/>
                      <a:pt x="14522" y="453"/>
                    </a:cubicBezTo>
                    <a:lnTo>
                      <a:pt x="14517" y="0"/>
                    </a:lnTo>
                    <a:close/>
                    <a:moveTo>
                      <a:pt x="13858" y="476"/>
                    </a:moveTo>
                    <a:cubicBezTo>
                      <a:pt x="13857" y="476"/>
                      <a:pt x="13857" y="476"/>
                      <a:pt x="13856" y="476"/>
                    </a:cubicBezTo>
                    <a:lnTo>
                      <a:pt x="13858" y="476"/>
                    </a:lnTo>
                    <a:lnTo>
                      <a:pt x="13858" y="476"/>
                    </a:lnTo>
                    <a:close/>
                    <a:moveTo>
                      <a:pt x="17249" y="215"/>
                    </a:moveTo>
                    <a:lnTo>
                      <a:pt x="17173" y="659"/>
                    </a:lnTo>
                    <a:cubicBezTo>
                      <a:pt x="17392" y="697"/>
                      <a:pt x="17611" y="740"/>
                      <a:pt x="17826" y="788"/>
                    </a:cubicBezTo>
                    <a:lnTo>
                      <a:pt x="17924" y="347"/>
                    </a:lnTo>
                    <a:cubicBezTo>
                      <a:pt x="17702" y="298"/>
                      <a:pt x="17476" y="253"/>
                      <a:pt x="17249" y="215"/>
                    </a:cubicBezTo>
                    <a:close/>
                    <a:moveTo>
                      <a:pt x="11119" y="441"/>
                    </a:moveTo>
                    <a:cubicBezTo>
                      <a:pt x="10901" y="496"/>
                      <a:pt x="10678" y="559"/>
                      <a:pt x="10458" y="625"/>
                    </a:cubicBezTo>
                    <a:lnTo>
                      <a:pt x="10588" y="1058"/>
                    </a:lnTo>
                    <a:cubicBezTo>
                      <a:pt x="10801" y="993"/>
                      <a:pt x="11016" y="934"/>
                      <a:pt x="11229" y="881"/>
                    </a:cubicBezTo>
                    <a:lnTo>
                      <a:pt x="11119" y="441"/>
                    </a:lnTo>
                    <a:close/>
                    <a:moveTo>
                      <a:pt x="20535" y="1188"/>
                    </a:moveTo>
                    <a:lnTo>
                      <a:pt x="20357" y="1603"/>
                    </a:lnTo>
                    <a:cubicBezTo>
                      <a:pt x="20560" y="1690"/>
                      <a:pt x="20765" y="1783"/>
                      <a:pt x="20965" y="1880"/>
                    </a:cubicBezTo>
                    <a:lnTo>
                      <a:pt x="21162" y="1472"/>
                    </a:lnTo>
                    <a:cubicBezTo>
                      <a:pt x="20957" y="1373"/>
                      <a:pt x="20745" y="1277"/>
                      <a:pt x="20535" y="1188"/>
                    </a:cubicBezTo>
                    <a:close/>
                    <a:moveTo>
                      <a:pt x="7917" y="1659"/>
                    </a:moveTo>
                    <a:cubicBezTo>
                      <a:pt x="7715" y="1763"/>
                      <a:pt x="7512" y="1874"/>
                      <a:pt x="7316" y="1989"/>
                    </a:cubicBezTo>
                    <a:lnTo>
                      <a:pt x="7544" y="2379"/>
                    </a:lnTo>
                    <a:cubicBezTo>
                      <a:pt x="7733" y="2269"/>
                      <a:pt x="7930" y="2161"/>
                      <a:pt x="8125" y="2059"/>
                    </a:cubicBezTo>
                    <a:lnTo>
                      <a:pt x="7917" y="1659"/>
                    </a:lnTo>
                    <a:close/>
                    <a:moveTo>
                      <a:pt x="23508" y="2896"/>
                    </a:moveTo>
                    <a:lnTo>
                      <a:pt x="23238" y="3260"/>
                    </a:lnTo>
                    <a:cubicBezTo>
                      <a:pt x="23415" y="3390"/>
                      <a:pt x="23592" y="3529"/>
                      <a:pt x="23764" y="3668"/>
                    </a:cubicBezTo>
                    <a:lnTo>
                      <a:pt x="24049" y="3318"/>
                    </a:lnTo>
                    <a:cubicBezTo>
                      <a:pt x="23873" y="3174"/>
                      <a:pt x="23691" y="3032"/>
                      <a:pt x="23508" y="2896"/>
                    </a:cubicBezTo>
                    <a:close/>
                    <a:moveTo>
                      <a:pt x="5082" y="3582"/>
                    </a:moveTo>
                    <a:cubicBezTo>
                      <a:pt x="4912" y="3729"/>
                      <a:pt x="4740" y="3884"/>
                      <a:pt x="4573" y="4043"/>
                    </a:cubicBezTo>
                    <a:lnTo>
                      <a:pt x="4884" y="4370"/>
                    </a:lnTo>
                    <a:cubicBezTo>
                      <a:pt x="5046" y="4216"/>
                      <a:pt x="5212" y="4068"/>
                      <a:pt x="5378" y="3924"/>
                    </a:cubicBezTo>
                    <a:lnTo>
                      <a:pt x="5082" y="3582"/>
                    </a:lnTo>
                    <a:close/>
                    <a:moveTo>
                      <a:pt x="26005" y="5241"/>
                    </a:moveTo>
                    <a:lnTo>
                      <a:pt x="25660" y="5533"/>
                    </a:lnTo>
                    <a:cubicBezTo>
                      <a:pt x="25802" y="5702"/>
                      <a:pt x="25943" y="5875"/>
                      <a:pt x="26078" y="6050"/>
                    </a:cubicBezTo>
                    <a:lnTo>
                      <a:pt x="26437" y="5776"/>
                    </a:lnTo>
                    <a:cubicBezTo>
                      <a:pt x="26298" y="5594"/>
                      <a:pt x="26153" y="5414"/>
                      <a:pt x="26005" y="5241"/>
                    </a:cubicBezTo>
                    <a:close/>
                    <a:moveTo>
                      <a:pt x="2764" y="6105"/>
                    </a:moveTo>
                    <a:cubicBezTo>
                      <a:pt x="2630" y="6288"/>
                      <a:pt x="2500" y="6480"/>
                      <a:pt x="2374" y="6670"/>
                    </a:cubicBezTo>
                    <a:lnTo>
                      <a:pt x="2752" y="6919"/>
                    </a:lnTo>
                    <a:cubicBezTo>
                      <a:pt x="2873" y="6733"/>
                      <a:pt x="3002" y="6549"/>
                      <a:pt x="3131" y="6371"/>
                    </a:cubicBezTo>
                    <a:lnTo>
                      <a:pt x="2764" y="6105"/>
                    </a:lnTo>
                    <a:close/>
                    <a:moveTo>
                      <a:pt x="27899" y="8097"/>
                    </a:moveTo>
                    <a:lnTo>
                      <a:pt x="27494" y="8300"/>
                    </a:lnTo>
                    <a:cubicBezTo>
                      <a:pt x="27595" y="8499"/>
                      <a:pt x="27691" y="8700"/>
                      <a:pt x="27781" y="8900"/>
                    </a:cubicBezTo>
                    <a:lnTo>
                      <a:pt x="28194" y="8715"/>
                    </a:lnTo>
                    <a:cubicBezTo>
                      <a:pt x="28100" y="8507"/>
                      <a:pt x="28001" y="8300"/>
                      <a:pt x="27899" y="8097"/>
                    </a:cubicBezTo>
                    <a:close/>
                    <a:moveTo>
                      <a:pt x="1089" y="9095"/>
                    </a:moveTo>
                    <a:cubicBezTo>
                      <a:pt x="1001" y="9306"/>
                      <a:pt x="917" y="9521"/>
                      <a:pt x="839" y="9736"/>
                    </a:cubicBezTo>
                    <a:lnTo>
                      <a:pt x="1264" y="9890"/>
                    </a:lnTo>
                    <a:cubicBezTo>
                      <a:pt x="1340" y="9681"/>
                      <a:pt x="1421" y="9473"/>
                      <a:pt x="1507" y="9268"/>
                    </a:cubicBezTo>
                    <a:lnTo>
                      <a:pt x="1089" y="9095"/>
                    </a:lnTo>
                    <a:close/>
                    <a:moveTo>
                      <a:pt x="29078" y="11310"/>
                    </a:moveTo>
                    <a:lnTo>
                      <a:pt x="28639" y="11416"/>
                    </a:lnTo>
                    <a:cubicBezTo>
                      <a:pt x="28690" y="11631"/>
                      <a:pt x="28738" y="11851"/>
                      <a:pt x="28779" y="12067"/>
                    </a:cubicBezTo>
                    <a:lnTo>
                      <a:pt x="29224" y="11983"/>
                    </a:lnTo>
                    <a:cubicBezTo>
                      <a:pt x="29181" y="11758"/>
                      <a:pt x="29133" y="11532"/>
                      <a:pt x="29078" y="11310"/>
                    </a:cubicBezTo>
                    <a:close/>
                    <a:moveTo>
                      <a:pt x="152" y="12391"/>
                    </a:moveTo>
                    <a:cubicBezTo>
                      <a:pt x="116" y="12616"/>
                      <a:pt x="84" y="12844"/>
                      <a:pt x="58" y="13072"/>
                    </a:cubicBezTo>
                    <a:lnTo>
                      <a:pt x="507" y="13123"/>
                    </a:lnTo>
                    <a:cubicBezTo>
                      <a:pt x="532" y="12903"/>
                      <a:pt x="563" y="12680"/>
                      <a:pt x="598" y="12464"/>
                    </a:cubicBezTo>
                    <a:lnTo>
                      <a:pt x="152" y="12391"/>
                    </a:lnTo>
                    <a:close/>
                    <a:moveTo>
                      <a:pt x="29032" y="14714"/>
                    </a:moveTo>
                    <a:lnTo>
                      <a:pt x="29032" y="14760"/>
                    </a:lnTo>
                    <a:cubicBezTo>
                      <a:pt x="29032" y="14981"/>
                      <a:pt x="29027" y="15204"/>
                      <a:pt x="29017" y="15426"/>
                    </a:cubicBezTo>
                    <a:lnTo>
                      <a:pt x="29468" y="15446"/>
                    </a:lnTo>
                    <a:cubicBezTo>
                      <a:pt x="29478" y="15218"/>
                      <a:pt x="29485" y="14988"/>
                      <a:pt x="29485" y="14758"/>
                    </a:cubicBezTo>
                    <a:lnTo>
                      <a:pt x="29485" y="14714"/>
                    </a:lnTo>
                    <a:close/>
                    <a:moveTo>
                      <a:pt x="451" y="15783"/>
                    </a:moveTo>
                    <a:lnTo>
                      <a:pt x="0" y="15814"/>
                    </a:lnTo>
                    <a:cubicBezTo>
                      <a:pt x="15" y="16040"/>
                      <a:pt x="36" y="16272"/>
                      <a:pt x="63" y="16496"/>
                    </a:cubicBezTo>
                    <a:lnTo>
                      <a:pt x="512" y="16445"/>
                    </a:lnTo>
                    <a:cubicBezTo>
                      <a:pt x="487" y="16225"/>
                      <a:pt x="466" y="16002"/>
                      <a:pt x="451" y="15783"/>
                    </a:cubicBezTo>
                    <a:close/>
                    <a:moveTo>
                      <a:pt x="28650" y="18059"/>
                    </a:moveTo>
                    <a:cubicBezTo>
                      <a:pt x="28599" y="18274"/>
                      <a:pt x="28543" y="18490"/>
                      <a:pt x="28482" y="18702"/>
                    </a:cubicBezTo>
                    <a:lnTo>
                      <a:pt x="28916" y="18827"/>
                    </a:lnTo>
                    <a:cubicBezTo>
                      <a:pt x="28979" y="18608"/>
                      <a:pt x="29039" y="18385"/>
                      <a:pt x="29090" y="18162"/>
                    </a:cubicBezTo>
                    <a:lnTo>
                      <a:pt x="28650" y="18059"/>
                    </a:lnTo>
                    <a:close/>
                    <a:moveTo>
                      <a:pt x="1067" y="19044"/>
                    </a:moveTo>
                    <a:lnTo>
                      <a:pt x="636" y="19179"/>
                    </a:lnTo>
                    <a:cubicBezTo>
                      <a:pt x="704" y="19399"/>
                      <a:pt x="778" y="19619"/>
                      <a:pt x="856" y="19830"/>
                    </a:cubicBezTo>
                    <a:lnTo>
                      <a:pt x="1280" y="19675"/>
                    </a:lnTo>
                    <a:cubicBezTo>
                      <a:pt x="1206" y="19468"/>
                      <a:pt x="1133" y="19257"/>
                      <a:pt x="1067" y="19044"/>
                    </a:cubicBezTo>
                    <a:close/>
                    <a:moveTo>
                      <a:pt x="27514" y="21180"/>
                    </a:moveTo>
                    <a:cubicBezTo>
                      <a:pt x="27415" y="21377"/>
                      <a:pt x="27309" y="21575"/>
                      <a:pt x="27202" y="21768"/>
                    </a:cubicBezTo>
                    <a:lnTo>
                      <a:pt x="27595" y="21989"/>
                    </a:lnTo>
                    <a:cubicBezTo>
                      <a:pt x="27707" y="21791"/>
                      <a:pt x="27816" y="21586"/>
                      <a:pt x="27919" y="21383"/>
                    </a:cubicBezTo>
                    <a:lnTo>
                      <a:pt x="27514" y="21180"/>
                    </a:lnTo>
                    <a:close/>
                    <a:moveTo>
                      <a:pt x="2424" y="22075"/>
                    </a:moveTo>
                    <a:lnTo>
                      <a:pt x="2035" y="22307"/>
                    </a:lnTo>
                    <a:cubicBezTo>
                      <a:pt x="2153" y="22503"/>
                      <a:pt x="2275" y="22700"/>
                      <a:pt x="2401" y="22888"/>
                    </a:cubicBezTo>
                    <a:lnTo>
                      <a:pt x="2777" y="22639"/>
                    </a:lnTo>
                    <a:cubicBezTo>
                      <a:pt x="2657" y="22455"/>
                      <a:pt x="2538" y="22267"/>
                      <a:pt x="2424" y="22075"/>
                    </a:cubicBezTo>
                    <a:close/>
                    <a:moveTo>
                      <a:pt x="25688" y="23954"/>
                    </a:moveTo>
                    <a:cubicBezTo>
                      <a:pt x="25545" y="24126"/>
                      <a:pt x="25396" y="24292"/>
                      <a:pt x="25247" y="24454"/>
                    </a:cubicBezTo>
                    <a:lnTo>
                      <a:pt x="25579" y="24760"/>
                    </a:lnTo>
                    <a:lnTo>
                      <a:pt x="25581" y="24760"/>
                    </a:lnTo>
                    <a:cubicBezTo>
                      <a:pt x="25733" y="24595"/>
                      <a:pt x="25887" y="24421"/>
                      <a:pt x="26034" y="24245"/>
                    </a:cubicBezTo>
                    <a:lnTo>
                      <a:pt x="25688" y="23954"/>
                    </a:lnTo>
                    <a:close/>
                    <a:moveTo>
                      <a:pt x="4443" y="24712"/>
                    </a:moveTo>
                    <a:lnTo>
                      <a:pt x="4117" y="25026"/>
                    </a:lnTo>
                    <a:cubicBezTo>
                      <a:pt x="4276" y="25190"/>
                      <a:pt x="4441" y="25353"/>
                      <a:pt x="4606" y="25508"/>
                    </a:cubicBezTo>
                    <a:lnTo>
                      <a:pt x="4917" y="25180"/>
                    </a:lnTo>
                    <a:cubicBezTo>
                      <a:pt x="4756" y="25028"/>
                      <a:pt x="4596" y="24871"/>
                      <a:pt x="4443" y="24712"/>
                    </a:cubicBezTo>
                    <a:close/>
                    <a:moveTo>
                      <a:pt x="23273" y="26235"/>
                    </a:moveTo>
                    <a:cubicBezTo>
                      <a:pt x="23095" y="26367"/>
                      <a:pt x="22913" y="26496"/>
                      <a:pt x="22729" y="26620"/>
                    </a:cubicBezTo>
                    <a:lnTo>
                      <a:pt x="22984" y="26995"/>
                    </a:lnTo>
                    <a:cubicBezTo>
                      <a:pt x="23172" y="26868"/>
                      <a:pt x="23361" y="26734"/>
                      <a:pt x="23542" y="26597"/>
                    </a:cubicBezTo>
                    <a:lnTo>
                      <a:pt x="23273" y="26235"/>
                    </a:lnTo>
                    <a:close/>
                    <a:moveTo>
                      <a:pt x="7013" y="26815"/>
                    </a:moveTo>
                    <a:lnTo>
                      <a:pt x="6769" y="27197"/>
                    </a:lnTo>
                    <a:cubicBezTo>
                      <a:pt x="6960" y="27319"/>
                      <a:pt x="7159" y="27440"/>
                      <a:pt x="7357" y="27554"/>
                    </a:cubicBezTo>
                    <a:lnTo>
                      <a:pt x="7583" y="27162"/>
                    </a:lnTo>
                    <a:cubicBezTo>
                      <a:pt x="7390" y="27051"/>
                      <a:pt x="7200" y="26934"/>
                      <a:pt x="7013" y="26815"/>
                    </a:cubicBezTo>
                    <a:close/>
                    <a:moveTo>
                      <a:pt x="20398" y="27899"/>
                    </a:moveTo>
                    <a:cubicBezTo>
                      <a:pt x="20197" y="27985"/>
                      <a:pt x="19990" y="28069"/>
                      <a:pt x="19784" y="28148"/>
                    </a:cubicBezTo>
                    <a:lnTo>
                      <a:pt x="19944" y="28571"/>
                    </a:lnTo>
                    <a:cubicBezTo>
                      <a:pt x="20157" y="28490"/>
                      <a:pt x="20370" y="28403"/>
                      <a:pt x="20578" y="28314"/>
                    </a:cubicBezTo>
                    <a:lnTo>
                      <a:pt x="20398" y="27899"/>
                    </a:lnTo>
                    <a:close/>
                    <a:moveTo>
                      <a:pt x="10000" y="28271"/>
                    </a:moveTo>
                    <a:lnTo>
                      <a:pt x="9850" y="28697"/>
                    </a:lnTo>
                    <a:cubicBezTo>
                      <a:pt x="10065" y="28771"/>
                      <a:pt x="10284" y="28844"/>
                      <a:pt x="10504" y="28908"/>
                    </a:cubicBezTo>
                    <a:lnTo>
                      <a:pt x="10633" y="28475"/>
                    </a:lnTo>
                    <a:cubicBezTo>
                      <a:pt x="10420" y="28411"/>
                      <a:pt x="10207" y="28343"/>
                      <a:pt x="10000" y="28271"/>
                    </a:cubicBezTo>
                    <a:close/>
                    <a:moveTo>
                      <a:pt x="17220" y="28851"/>
                    </a:moveTo>
                    <a:cubicBezTo>
                      <a:pt x="16998" y="28890"/>
                      <a:pt x="16777" y="28923"/>
                      <a:pt x="16562" y="28951"/>
                    </a:cubicBezTo>
                    <a:lnTo>
                      <a:pt x="16618" y="29399"/>
                    </a:lnTo>
                    <a:cubicBezTo>
                      <a:pt x="16841" y="29371"/>
                      <a:pt x="17069" y="29336"/>
                      <a:pt x="17297" y="29297"/>
                    </a:cubicBezTo>
                    <a:lnTo>
                      <a:pt x="17220" y="28851"/>
                    </a:lnTo>
                    <a:close/>
                    <a:moveTo>
                      <a:pt x="13240" y="28993"/>
                    </a:moveTo>
                    <a:lnTo>
                      <a:pt x="13195" y="29442"/>
                    </a:lnTo>
                    <a:cubicBezTo>
                      <a:pt x="13422" y="29465"/>
                      <a:pt x="13651" y="29483"/>
                      <a:pt x="13879" y="29496"/>
                    </a:cubicBezTo>
                    <a:lnTo>
                      <a:pt x="13904" y="29045"/>
                    </a:lnTo>
                    <a:cubicBezTo>
                      <a:pt x="13684" y="29032"/>
                      <a:pt x="13461" y="29016"/>
                      <a:pt x="13240" y="289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36"/>
            <p:cNvGrpSpPr/>
            <p:nvPr/>
          </p:nvGrpSpPr>
          <p:grpSpPr>
            <a:xfrm>
              <a:off x="8073705" y="2767128"/>
              <a:ext cx="802800" cy="802800"/>
              <a:chOff x="5949025" y="3502375"/>
              <a:chExt cx="358425" cy="358425"/>
            </a:xfrm>
          </p:grpSpPr>
          <p:sp>
            <p:nvSpPr>
              <p:cNvPr id="533" name="Google Shape;533;p36"/>
              <p:cNvSpPr/>
              <p:nvPr/>
            </p:nvSpPr>
            <p:spPr>
              <a:xfrm>
                <a:off x="5949025" y="3502375"/>
                <a:ext cx="358425" cy="358425"/>
              </a:xfrm>
              <a:custGeom>
                <a:avLst/>
                <a:gdLst/>
                <a:ahLst/>
                <a:cxnLst/>
                <a:rect l="l" t="t" r="r" b="b"/>
                <a:pathLst>
                  <a:path w="14337" h="14337" extrusionOk="0">
                    <a:moveTo>
                      <a:pt x="7069" y="0"/>
                    </a:moveTo>
                    <a:lnTo>
                      <a:pt x="7092" y="1693"/>
                    </a:lnTo>
                    <a:lnTo>
                      <a:pt x="7168" y="1693"/>
                    </a:lnTo>
                    <a:cubicBezTo>
                      <a:pt x="10188" y="1693"/>
                      <a:pt x="12643" y="4148"/>
                      <a:pt x="12643" y="7168"/>
                    </a:cubicBezTo>
                    <a:cubicBezTo>
                      <a:pt x="12643" y="10187"/>
                      <a:pt x="10188" y="12643"/>
                      <a:pt x="7168" y="12643"/>
                    </a:cubicBezTo>
                    <a:cubicBezTo>
                      <a:pt x="4150" y="12643"/>
                      <a:pt x="1694" y="10187"/>
                      <a:pt x="1694" y="7168"/>
                    </a:cubicBezTo>
                    <a:cubicBezTo>
                      <a:pt x="1694" y="7142"/>
                      <a:pt x="1694" y="7117"/>
                      <a:pt x="1694" y="7092"/>
                    </a:cubicBezTo>
                    <a:lnTo>
                      <a:pt x="2" y="7069"/>
                    </a:lnTo>
                    <a:cubicBezTo>
                      <a:pt x="2" y="7102"/>
                      <a:pt x="0" y="7135"/>
                      <a:pt x="0" y="7168"/>
                    </a:cubicBezTo>
                    <a:cubicBezTo>
                      <a:pt x="0" y="11120"/>
                      <a:pt x="3217" y="14337"/>
                      <a:pt x="7168" y="14337"/>
                    </a:cubicBezTo>
                    <a:cubicBezTo>
                      <a:pt x="11122" y="14337"/>
                      <a:pt x="14337" y="11120"/>
                      <a:pt x="14337" y="7168"/>
                    </a:cubicBezTo>
                    <a:cubicBezTo>
                      <a:pt x="14337" y="3215"/>
                      <a:pt x="11122" y="0"/>
                      <a:pt x="7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6"/>
              <p:cNvSpPr/>
              <p:nvPr/>
            </p:nvSpPr>
            <p:spPr>
              <a:xfrm>
                <a:off x="6051450" y="3517475"/>
                <a:ext cx="21750" cy="40375"/>
              </a:xfrm>
              <a:custGeom>
                <a:avLst/>
                <a:gdLst/>
                <a:ahLst/>
                <a:cxnLst/>
                <a:rect l="l" t="t" r="r" b="b"/>
                <a:pathLst>
                  <a:path w="870" h="1615" extrusionOk="0">
                    <a:moveTo>
                      <a:pt x="185" y="1"/>
                    </a:moveTo>
                    <a:cubicBezTo>
                      <a:pt x="124" y="29"/>
                      <a:pt x="61" y="57"/>
                      <a:pt x="0" y="85"/>
                    </a:cubicBezTo>
                    <a:lnTo>
                      <a:pt x="726" y="1615"/>
                    </a:lnTo>
                    <a:cubicBezTo>
                      <a:pt x="773" y="1593"/>
                      <a:pt x="821" y="1570"/>
                      <a:pt x="869" y="1550"/>
                    </a:cubicBezTo>
                    <a:lnTo>
                      <a:pt x="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6"/>
              <p:cNvSpPr/>
              <p:nvPr/>
            </p:nvSpPr>
            <p:spPr>
              <a:xfrm>
                <a:off x="6029175" y="3529425"/>
                <a:ext cx="26750" cy="38050"/>
              </a:xfrm>
              <a:custGeom>
                <a:avLst/>
                <a:gdLst/>
                <a:ahLst/>
                <a:cxnLst/>
                <a:rect l="l" t="t" r="r" b="b"/>
                <a:pathLst>
                  <a:path w="1070" h="1522" extrusionOk="0">
                    <a:moveTo>
                      <a:pt x="173" y="0"/>
                    </a:moveTo>
                    <a:cubicBezTo>
                      <a:pt x="115" y="36"/>
                      <a:pt x="59" y="73"/>
                      <a:pt x="1" y="111"/>
                    </a:cubicBezTo>
                    <a:lnTo>
                      <a:pt x="938" y="1522"/>
                    </a:lnTo>
                    <a:cubicBezTo>
                      <a:pt x="980" y="1492"/>
                      <a:pt x="1025" y="1464"/>
                      <a:pt x="1070" y="1437"/>
                    </a:cubicBezTo>
                    <a:lnTo>
                      <a:pt x="1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6"/>
              <p:cNvSpPr/>
              <p:nvPr/>
            </p:nvSpPr>
            <p:spPr>
              <a:xfrm>
                <a:off x="6075275" y="3508900"/>
                <a:ext cx="16300" cy="41900"/>
              </a:xfrm>
              <a:custGeom>
                <a:avLst/>
                <a:gdLst/>
                <a:ahLst/>
                <a:cxnLst/>
                <a:rect l="l" t="t" r="r" b="b"/>
                <a:pathLst>
                  <a:path w="652" h="1676" extrusionOk="0">
                    <a:moveTo>
                      <a:pt x="199" y="0"/>
                    </a:moveTo>
                    <a:cubicBezTo>
                      <a:pt x="133" y="18"/>
                      <a:pt x="67" y="36"/>
                      <a:pt x="1" y="58"/>
                    </a:cubicBezTo>
                    <a:lnTo>
                      <a:pt x="501" y="1675"/>
                    </a:lnTo>
                    <a:cubicBezTo>
                      <a:pt x="551" y="1659"/>
                      <a:pt x="600" y="1644"/>
                      <a:pt x="651" y="1631"/>
                    </a:cubicBez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6"/>
              <p:cNvSpPr/>
              <p:nvPr/>
            </p:nvSpPr>
            <p:spPr>
              <a:xfrm>
                <a:off x="6100225" y="3503800"/>
                <a:ext cx="10475" cy="42575"/>
              </a:xfrm>
              <a:custGeom>
                <a:avLst/>
                <a:gdLst/>
                <a:ahLst/>
                <a:cxnLst/>
                <a:rect l="l" t="t" r="r" b="b"/>
                <a:pathLst>
                  <a:path w="419" h="1703" extrusionOk="0">
                    <a:moveTo>
                      <a:pt x="204" y="1"/>
                    </a:moveTo>
                    <a:cubicBezTo>
                      <a:pt x="136" y="11"/>
                      <a:pt x="68" y="21"/>
                      <a:pt x="0" y="31"/>
                    </a:cubicBezTo>
                    <a:lnTo>
                      <a:pt x="263" y="1702"/>
                    </a:lnTo>
                    <a:cubicBezTo>
                      <a:pt x="314" y="1694"/>
                      <a:pt x="367" y="1688"/>
                      <a:pt x="418" y="1681"/>
                    </a:cubicBez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6"/>
              <p:cNvSpPr/>
              <p:nvPr/>
            </p:nvSpPr>
            <p:spPr>
              <a:xfrm>
                <a:off x="6008950" y="3544450"/>
                <a:ext cx="31150" cy="34975"/>
              </a:xfrm>
              <a:custGeom>
                <a:avLst/>
                <a:gdLst/>
                <a:ahLst/>
                <a:cxnLst/>
                <a:rect l="l" t="t" r="r" b="b"/>
                <a:pathLst>
                  <a:path w="1246" h="1399" extrusionOk="0">
                    <a:moveTo>
                      <a:pt x="156" y="0"/>
                    </a:moveTo>
                    <a:cubicBezTo>
                      <a:pt x="103" y="45"/>
                      <a:pt x="52" y="90"/>
                      <a:pt x="0" y="134"/>
                    </a:cubicBezTo>
                    <a:lnTo>
                      <a:pt x="1129" y="1398"/>
                    </a:lnTo>
                    <a:cubicBezTo>
                      <a:pt x="1167" y="1363"/>
                      <a:pt x="1206" y="1329"/>
                      <a:pt x="1246" y="1296"/>
                    </a:cubicBezTo>
                    <a:lnTo>
                      <a:pt x="1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6"/>
              <p:cNvSpPr/>
              <p:nvPr/>
            </p:nvSpPr>
            <p:spPr>
              <a:xfrm>
                <a:off x="5955500" y="3628675"/>
                <a:ext cx="41950" cy="16250"/>
              </a:xfrm>
              <a:custGeom>
                <a:avLst/>
                <a:gdLst/>
                <a:ahLst/>
                <a:cxnLst/>
                <a:rect l="l" t="t" r="r" b="b"/>
                <a:pathLst>
                  <a:path w="1678" h="650" extrusionOk="0">
                    <a:moveTo>
                      <a:pt x="58" y="0"/>
                    </a:moveTo>
                    <a:cubicBezTo>
                      <a:pt x="38" y="66"/>
                      <a:pt x="20" y="131"/>
                      <a:pt x="0" y="197"/>
                    </a:cubicBezTo>
                    <a:lnTo>
                      <a:pt x="1633" y="649"/>
                    </a:lnTo>
                    <a:cubicBezTo>
                      <a:pt x="1646" y="600"/>
                      <a:pt x="1661" y="549"/>
                      <a:pt x="1676" y="499"/>
                    </a:cubicBezTo>
                    <a:lnTo>
                      <a:pt x="1677" y="499"/>
                    </a:lnTo>
                    <a:lnTo>
                      <a:pt x="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6"/>
              <p:cNvSpPr/>
              <p:nvPr/>
            </p:nvSpPr>
            <p:spPr>
              <a:xfrm>
                <a:off x="5950450" y="3653600"/>
                <a:ext cx="42575" cy="10475"/>
              </a:xfrm>
              <a:custGeom>
                <a:avLst/>
                <a:gdLst/>
                <a:ahLst/>
                <a:cxnLst/>
                <a:rect l="l" t="t" r="r" b="b"/>
                <a:pathLst>
                  <a:path w="1703" h="419" extrusionOk="0">
                    <a:moveTo>
                      <a:pt x="31" y="1"/>
                    </a:moveTo>
                    <a:cubicBezTo>
                      <a:pt x="19" y="69"/>
                      <a:pt x="11" y="136"/>
                      <a:pt x="1" y="204"/>
                    </a:cubicBezTo>
                    <a:lnTo>
                      <a:pt x="1681" y="419"/>
                    </a:lnTo>
                    <a:cubicBezTo>
                      <a:pt x="1688" y="366"/>
                      <a:pt x="1694" y="315"/>
                      <a:pt x="1703" y="264"/>
                    </a:cubicBezTo>
                    <a:lnTo>
                      <a:pt x="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6"/>
              <p:cNvSpPr/>
              <p:nvPr/>
            </p:nvSpPr>
            <p:spPr>
              <a:xfrm>
                <a:off x="5991150" y="3562300"/>
                <a:ext cx="34950" cy="31150"/>
              </a:xfrm>
              <a:custGeom>
                <a:avLst/>
                <a:gdLst/>
                <a:ahLst/>
                <a:cxnLst/>
                <a:rect l="l" t="t" r="r" b="b"/>
                <a:pathLst>
                  <a:path w="1398" h="1246" extrusionOk="0">
                    <a:moveTo>
                      <a:pt x="134" y="0"/>
                    </a:moveTo>
                    <a:cubicBezTo>
                      <a:pt x="89" y="50"/>
                      <a:pt x="45" y="103"/>
                      <a:pt x="0" y="154"/>
                    </a:cubicBezTo>
                    <a:lnTo>
                      <a:pt x="1295" y="1246"/>
                    </a:lnTo>
                    <a:cubicBezTo>
                      <a:pt x="1329" y="1205"/>
                      <a:pt x="1363" y="1165"/>
                      <a:pt x="1398" y="1127"/>
                    </a:cubicBezTo>
                    <a:lnTo>
                      <a:pt x="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6"/>
              <p:cNvSpPr/>
              <p:nvPr/>
            </p:nvSpPr>
            <p:spPr>
              <a:xfrm>
                <a:off x="5976100" y="3582500"/>
                <a:ext cx="38025" cy="26725"/>
              </a:xfrm>
              <a:custGeom>
                <a:avLst/>
                <a:gdLst/>
                <a:ahLst/>
                <a:cxnLst/>
                <a:rect l="l" t="t" r="r" b="b"/>
                <a:pathLst>
                  <a:path w="1521" h="1069" extrusionOk="0">
                    <a:moveTo>
                      <a:pt x="112" y="0"/>
                    </a:moveTo>
                    <a:cubicBezTo>
                      <a:pt x="74" y="58"/>
                      <a:pt x="37" y="116"/>
                      <a:pt x="1" y="174"/>
                    </a:cubicBezTo>
                    <a:lnTo>
                      <a:pt x="1437" y="1069"/>
                    </a:lnTo>
                    <a:cubicBezTo>
                      <a:pt x="1465" y="1024"/>
                      <a:pt x="1493" y="981"/>
                      <a:pt x="1521" y="938"/>
                    </a:cubicBez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6"/>
              <p:cNvSpPr/>
              <p:nvPr/>
            </p:nvSpPr>
            <p:spPr>
              <a:xfrm>
                <a:off x="5964125" y="3604800"/>
                <a:ext cx="40375" cy="21750"/>
              </a:xfrm>
              <a:custGeom>
                <a:avLst/>
                <a:gdLst/>
                <a:ahLst/>
                <a:cxnLst/>
                <a:rect l="l" t="t" r="r" b="b"/>
                <a:pathLst>
                  <a:path w="1615" h="870" extrusionOk="0">
                    <a:moveTo>
                      <a:pt x="87" y="0"/>
                    </a:moveTo>
                    <a:cubicBezTo>
                      <a:pt x="57" y="61"/>
                      <a:pt x="29" y="124"/>
                      <a:pt x="1" y="187"/>
                    </a:cubicBezTo>
                    <a:lnTo>
                      <a:pt x="1550" y="869"/>
                    </a:lnTo>
                    <a:cubicBezTo>
                      <a:pt x="1570" y="821"/>
                      <a:pt x="1593" y="773"/>
                      <a:pt x="1615" y="727"/>
                    </a:cubicBezTo>
                    <a:lnTo>
                      <a:pt x="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4" name="Google Shape;544;p36"/>
            <p:cNvSpPr/>
            <p:nvPr/>
          </p:nvSpPr>
          <p:spPr>
            <a:xfrm>
              <a:off x="8406994" y="3100427"/>
              <a:ext cx="136200" cy="1362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6"/>
            <p:cNvSpPr/>
            <p:nvPr/>
          </p:nvSpPr>
          <p:spPr>
            <a:xfrm>
              <a:off x="7187306" y="4162501"/>
              <a:ext cx="96300" cy="960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6" name="Google Shape;546;p36"/>
            <p:cNvCxnSpPr>
              <a:stCxn id="545" idx="7"/>
              <a:endCxn id="544" idx="3"/>
            </p:cNvCxnSpPr>
            <p:nvPr/>
          </p:nvCxnSpPr>
          <p:spPr>
            <a:xfrm rot="10800000" flipH="1">
              <a:off x="7269503" y="3216560"/>
              <a:ext cx="1157400" cy="960000"/>
            </a:xfrm>
            <a:prstGeom prst="straightConnector1">
              <a:avLst/>
            </a:prstGeom>
            <a:noFill/>
            <a:ln w="19050" cap="flat" cmpd="sng">
              <a:solidFill>
                <a:schemeClr val="dk2"/>
              </a:solidFill>
              <a:prstDash val="solid"/>
              <a:round/>
              <a:headEnd type="none" w="med" len="med"/>
              <a:tailEnd type="none" w="med" len="med"/>
            </a:ln>
          </p:spPr>
        </p:cxnSp>
        <p:cxnSp>
          <p:nvCxnSpPr>
            <p:cNvPr id="547" name="Google Shape;547;p36"/>
            <p:cNvCxnSpPr>
              <a:stCxn id="544" idx="4"/>
            </p:cNvCxnSpPr>
            <p:nvPr/>
          </p:nvCxnSpPr>
          <p:spPr>
            <a:xfrm>
              <a:off x="8475094" y="3236627"/>
              <a:ext cx="447600" cy="1881600"/>
            </a:xfrm>
            <a:prstGeom prst="straightConnector1">
              <a:avLst/>
            </a:prstGeom>
            <a:noFill/>
            <a:ln w="19050" cap="flat" cmpd="sng">
              <a:solidFill>
                <a:schemeClr val="dk2"/>
              </a:solidFill>
              <a:prstDash val="solid"/>
              <a:round/>
              <a:headEnd type="none" w="med" len="med"/>
              <a:tailEnd type="none" w="med" len="med"/>
            </a:ln>
          </p:spPr>
        </p:cxnSp>
        <p:cxnSp>
          <p:nvCxnSpPr>
            <p:cNvPr id="548" name="Google Shape;548;p36"/>
            <p:cNvCxnSpPr>
              <a:stCxn id="545" idx="4"/>
            </p:cNvCxnSpPr>
            <p:nvPr/>
          </p:nvCxnSpPr>
          <p:spPr>
            <a:xfrm>
              <a:off x="7235456" y="4258501"/>
              <a:ext cx="241800" cy="917700"/>
            </a:xfrm>
            <a:prstGeom prst="straightConnector1">
              <a:avLst/>
            </a:prstGeom>
            <a:noFill/>
            <a:ln w="19050" cap="flat" cmpd="sng">
              <a:solidFill>
                <a:schemeClr val="dk2"/>
              </a:solidFill>
              <a:prstDash val="solid"/>
              <a:round/>
              <a:headEnd type="none" w="med" len="med"/>
              <a:tailEnd type="none" w="med" len="med"/>
            </a:ln>
          </p:spPr>
        </p:cxnSp>
        <p:cxnSp>
          <p:nvCxnSpPr>
            <p:cNvPr id="549" name="Google Shape;549;p36"/>
            <p:cNvCxnSpPr>
              <a:stCxn id="544" idx="6"/>
            </p:cNvCxnSpPr>
            <p:nvPr/>
          </p:nvCxnSpPr>
          <p:spPr>
            <a:xfrm>
              <a:off x="8543194" y="3168527"/>
              <a:ext cx="755400" cy="0"/>
            </a:xfrm>
            <a:prstGeom prst="straightConnector1">
              <a:avLst/>
            </a:prstGeom>
            <a:noFill/>
            <a:ln w="19050" cap="flat" cmpd="sng">
              <a:solidFill>
                <a:schemeClr val="dk2"/>
              </a:solidFill>
              <a:prstDash val="solid"/>
              <a:round/>
              <a:headEnd type="none" w="med" len="med"/>
              <a:tailEnd type="none" w="med" len="med"/>
            </a:ln>
          </p:spPr>
        </p:cxn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3"/>
        <p:cNvGrpSpPr/>
        <p:nvPr/>
      </p:nvGrpSpPr>
      <p:grpSpPr>
        <a:xfrm>
          <a:off x="0" y="0"/>
          <a:ext cx="0" cy="0"/>
          <a:chOff x="0" y="0"/>
          <a:chExt cx="0" cy="0"/>
        </a:xfrm>
      </p:grpSpPr>
      <p:sp>
        <p:nvSpPr>
          <p:cNvPr id="554" name="Google Shape;554;p37"/>
          <p:cNvSpPr txBox="1">
            <a:spLocks noGrp="1"/>
          </p:cNvSpPr>
          <p:nvPr>
            <p:ph type="title"/>
          </p:nvPr>
        </p:nvSpPr>
        <p:spPr>
          <a:xfrm>
            <a:off x="531577" y="163364"/>
            <a:ext cx="8080846" cy="1169483"/>
          </a:xfrm>
          <a:prstGeom prst="rect">
            <a:avLst/>
          </a:prstGeom>
        </p:spPr>
        <p:txBody>
          <a:bodyPr spcFirstLastPara="1" wrap="square" lIns="91425" tIns="91425" rIns="91425" bIns="91425" anchor="b" anchorCtr="0">
            <a:noAutofit/>
          </a:bodyPr>
          <a:lstStyle/>
          <a:p>
            <a:pPr lvl="0"/>
            <a:r>
              <a:rPr lang="en-US" sz="3000" dirty="0">
                <a:latin typeface="Kantumruy Pro Medium" panose="020B0604020202020204" charset="0"/>
                <a:cs typeface="Kantumruy Pro Medium" panose="020B0604020202020204" charset="0"/>
              </a:rPr>
              <a:t>Stakeholders don’t know what they want / make unrealistic demands</a:t>
            </a:r>
            <a:endParaRPr sz="3000" dirty="0">
              <a:latin typeface="Kantumruy Pro Medium" panose="020B0604020202020204" charset="0"/>
              <a:cs typeface="Kantumruy Pro Medium" panose="020B0604020202020204" charset="0"/>
            </a:endParaRPr>
          </a:p>
        </p:txBody>
      </p:sp>
      <p:sp>
        <p:nvSpPr>
          <p:cNvPr id="555" name="Google Shape;555;p37"/>
          <p:cNvSpPr txBox="1">
            <a:spLocks noGrp="1"/>
          </p:cNvSpPr>
          <p:nvPr>
            <p:ph type="subTitle" idx="1"/>
          </p:nvPr>
        </p:nvSpPr>
        <p:spPr>
          <a:xfrm>
            <a:off x="591772" y="1543374"/>
            <a:ext cx="7596097" cy="1528526"/>
          </a:xfrm>
          <a:prstGeom prst="rect">
            <a:avLst/>
          </a:prstGeom>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pPr>
            <a:r>
              <a:rPr lang="en-US" altLang="en-US" sz="1400" b="1" dirty="0">
                <a:solidFill>
                  <a:schemeClr val="tx1"/>
                </a:solidFill>
                <a:latin typeface="Kantumruy Pro Medium" panose="020B0604020202020204" charset="0"/>
                <a:cs typeface="Kantumruy Pro Medium" panose="020B0604020202020204" charset="0"/>
              </a:rPr>
              <a:t>Reason</a:t>
            </a:r>
            <a:r>
              <a:rPr lang="en-US" altLang="en-US" sz="1400" dirty="0">
                <a:solidFill>
                  <a:schemeClr val="tx1"/>
                </a:solidFill>
                <a:latin typeface="Kantumruy Pro Medium" panose="020B0604020202020204" charset="0"/>
                <a:cs typeface="Kantumruy Pro Medium" panose="020B0604020202020204" charset="0"/>
              </a:rPr>
              <a:t>: </a:t>
            </a:r>
          </a:p>
          <a:p>
            <a:pPr marL="0" lvl="0" indent="0" eaLnBrk="0" fontAlgn="base" hangingPunct="0">
              <a:lnSpc>
                <a:spcPct val="100000"/>
              </a:lnSpc>
              <a:spcBef>
                <a:spcPct val="0"/>
              </a:spcBef>
              <a:spcAft>
                <a:spcPct val="0"/>
              </a:spcAft>
              <a:buClrTx/>
              <a:buSzTx/>
            </a:pPr>
            <a:r>
              <a:rPr lang="en-US" altLang="en-US" sz="1400" dirty="0">
                <a:solidFill>
                  <a:schemeClr val="tx1"/>
                </a:solidFill>
                <a:latin typeface="Kantumruy Pro Medium" panose="020B0604020202020204" charset="0"/>
                <a:cs typeface="Kantumruy Pro Medium" panose="020B0604020202020204" charset="0"/>
              </a:rPr>
              <a:t>	Stakeholders may only have a vague idea or ask for features without 	knowing cost/feasibility.</a:t>
            </a:r>
          </a:p>
          <a:p>
            <a:pPr marL="0" lvl="0" indent="0" eaLnBrk="0" fontAlgn="base" hangingPunct="0">
              <a:lnSpc>
                <a:spcPct val="100000"/>
              </a:lnSpc>
              <a:spcBef>
                <a:spcPct val="0"/>
              </a:spcBef>
              <a:spcAft>
                <a:spcPct val="0"/>
              </a:spcAft>
              <a:buClrTx/>
              <a:buSzTx/>
            </a:pPr>
            <a:r>
              <a:rPr lang="en-US" altLang="en-US" sz="1400" b="1" dirty="0">
                <a:solidFill>
                  <a:schemeClr val="tx1"/>
                </a:solidFill>
                <a:latin typeface="Kantumruy Pro Medium" panose="020B0604020202020204" charset="0"/>
                <a:cs typeface="Kantumruy Pro Medium" panose="020B0604020202020204" charset="0"/>
              </a:rPr>
              <a:t>Example</a:t>
            </a:r>
            <a:r>
              <a:rPr lang="en-US" altLang="en-US" sz="1400" dirty="0">
                <a:solidFill>
                  <a:schemeClr val="tx1"/>
                </a:solidFill>
                <a:latin typeface="Kantumruy Pro Medium" panose="020B0604020202020204" charset="0"/>
                <a:cs typeface="Kantumruy Pro Medium" panose="020B0604020202020204" charset="0"/>
              </a:rPr>
              <a:t>:</a:t>
            </a:r>
            <a:br>
              <a:rPr lang="en-US" altLang="en-US" sz="1400" dirty="0">
                <a:solidFill>
                  <a:schemeClr val="tx1"/>
                </a:solidFill>
                <a:latin typeface="Kantumruy Pro Medium" panose="020B0604020202020204" charset="0"/>
                <a:cs typeface="Kantumruy Pro Medium" panose="020B0604020202020204" charset="0"/>
              </a:rPr>
            </a:br>
            <a:r>
              <a:rPr lang="en-US" altLang="en-US" sz="1400" dirty="0">
                <a:solidFill>
                  <a:schemeClr val="tx1"/>
                </a:solidFill>
                <a:latin typeface="Kantumruy Pro Medium" panose="020B0604020202020204" charset="0"/>
                <a:cs typeface="Kantumruy Pro Medium" panose="020B0604020202020204" charset="0"/>
              </a:rPr>
              <a:t>	A hospital wants a </a:t>
            </a:r>
            <a:r>
              <a:rPr lang="en-US" altLang="en-US" sz="1400" b="1" dirty="0">
                <a:solidFill>
                  <a:schemeClr val="tx1"/>
                </a:solidFill>
                <a:latin typeface="Kantumruy Pro Medium" panose="020B0604020202020204" charset="0"/>
                <a:cs typeface="Kantumruy Pro Medium" panose="020B0604020202020204" charset="0"/>
              </a:rPr>
              <a:t>smart AI doctor system</a:t>
            </a:r>
            <a:r>
              <a:rPr lang="en-US" altLang="en-US" sz="1400" dirty="0">
                <a:solidFill>
                  <a:schemeClr val="tx1"/>
                </a:solidFill>
                <a:latin typeface="Kantumruy Pro Medium" panose="020B0604020202020204" charset="0"/>
                <a:cs typeface="Kantumruy Pro Medium" panose="020B0604020202020204" charset="0"/>
              </a:rPr>
              <a:t> that can diagnose all 	diseases automatically.</a:t>
            </a:r>
            <a:br>
              <a:rPr lang="en-US" altLang="en-US" sz="1400" dirty="0">
                <a:solidFill>
                  <a:schemeClr val="tx1"/>
                </a:solidFill>
                <a:latin typeface="Kantumruy Pro Medium" panose="020B0604020202020204" charset="0"/>
                <a:cs typeface="Kantumruy Pro Medium" panose="020B0604020202020204" charset="0"/>
              </a:rPr>
            </a:br>
            <a:endParaRPr sz="1400" dirty="0">
              <a:latin typeface="Kantumruy Pro Medium" panose="020B0604020202020204" charset="0"/>
              <a:cs typeface="Kantumruy Pro Medium" panose="020B0604020202020204" charset="0"/>
            </a:endParaRPr>
          </a:p>
        </p:txBody>
      </p:sp>
      <p:grpSp>
        <p:nvGrpSpPr>
          <p:cNvPr id="556" name="Google Shape;556;p37"/>
          <p:cNvGrpSpPr/>
          <p:nvPr/>
        </p:nvGrpSpPr>
        <p:grpSpPr>
          <a:xfrm>
            <a:off x="6605565" y="2082971"/>
            <a:ext cx="3157715" cy="3383114"/>
            <a:chOff x="6605565" y="2082971"/>
            <a:chExt cx="3157715" cy="3383114"/>
          </a:xfrm>
        </p:grpSpPr>
        <p:grpSp>
          <p:nvGrpSpPr>
            <p:cNvPr id="557" name="Google Shape;557;p37"/>
            <p:cNvGrpSpPr/>
            <p:nvPr/>
          </p:nvGrpSpPr>
          <p:grpSpPr>
            <a:xfrm>
              <a:off x="6718168" y="3060491"/>
              <a:ext cx="802799" cy="802799"/>
              <a:chOff x="353675" y="3417700"/>
              <a:chExt cx="527775" cy="527775"/>
            </a:xfrm>
          </p:grpSpPr>
          <p:sp>
            <p:nvSpPr>
              <p:cNvPr id="558" name="Google Shape;558;p37"/>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7"/>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7"/>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7"/>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7"/>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7"/>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7"/>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7"/>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7"/>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7"/>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7"/>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7"/>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7"/>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7"/>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7"/>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37"/>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7"/>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7"/>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7"/>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7"/>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7"/>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37"/>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37"/>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7"/>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7"/>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7"/>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7"/>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7"/>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7"/>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7"/>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7"/>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7"/>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7"/>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7"/>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7"/>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37"/>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7"/>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7"/>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7"/>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7"/>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7"/>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7"/>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7"/>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7"/>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7"/>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7"/>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7"/>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 name="Google Shape;605;p37"/>
            <p:cNvSpPr/>
            <p:nvPr/>
          </p:nvSpPr>
          <p:spPr>
            <a:xfrm>
              <a:off x="7051519" y="3393977"/>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6" name="Google Shape;606;p37"/>
            <p:cNvGrpSpPr/>
            <p:nvPr/>
          </p:nvGrpSpPr>
          <p:grpSpPr>
            <a:xfrm rot="6659213">
              <a:off x="7961241" y="2312410"/>
              <a:ext cx="1572572" cy="1572608"/>
              <a:chOff x="3286600" y="1519925"/>
              <a:chExt cx="1093425" cy="1093450"/>
            </a:xfrm>
          </p:grpSpPr>
          <p:sp>
            <p:nvSpPr>
              <p:cNvPr id="607" name="Google Shape;607;p37"/>
              <p:cNvSpPr/>
              <p:nvPr/>
            </p:nvSpPr>
            <p:spPr>
              <a:xfrm>
                <a:off x="3286600" y="1519925"/>
                <a:ext cx="1093425" cy="1093450"/>
              </a:xfrm>
              <a:custGeom>
                <a:avLst/>
                <a:gdLst/>
                <a:ahLst/>
                <a:cxnLst/>
                <a:rect l="l" t="t" r="r" b="b"/>
                <a:pathLst>
                  <a:path w="43737" h="43738" extrusionOk="0">
                    <a:moveTo>
                      <a:pt x="21836" y="0"/>
                    </a:moveTo>
                    <a:lnTo>
                      <a:pt x="21836" y="453"/>
                    </a:lnTo>
                    <a:lnTo>
                      <a:pt x="21869" y="453"/>
                    </a:lnTo>
                    <a:cubicBezTo>
                      <a:pt x="22084" y="453"/>
                      <a:pt x="22297" y="456"/>
                      <a:pt x="22510" y="463"/>
                    </a:cubicBezTo>
                    <a:lnTo>
                      <a:pt x="22524" y="10"/>
                    </a:lnTo>
                    <a:cubicBezTo>
                      <a:pt x="22306" y="3"/>
                      <a:pt x="22088" y="0"/>
                      <a:pt x="21869" y="0"/>
                    </a:cubicBezTo>
                    <a:close/>
                    <a:moveTo>
                      <a:pt x="19097" y="173"/>
                    </a:moveTo>
                    <a:cubicBezTo>
                      <a:pt x="18869" y="203"/>
                      <a:pt x="18643" y="236"/>
                      <a:pt x="18417" y="271"/>
                    </a:cubicBezTo>
                    <a:lnTo>
                      <a:pt x="18488" y="717"/>
                    </a:lnTo>
                    <a:lnTo>
                      <a:pt x="18488" y="719"/>
                    </a:lnTo>
                    <a:cubicBezTo>
                      <a:pt x="18709" y="682"/>
                      <a:pt x="18930" y="651"/>
                      <a:pt x="19153" y="623"/>
                    </a:cubicBezTo>
                    <a:lnTo>
                      <a:pt x="19097" y="173"/>
                    </a:lnTo>
                    <a:close/>
                    <a:moveTo>
                      <a:pt x="25258" y="261"/>
                    </a:moveTo>
                    <a:lnTo>
                      <a:pt x="25187" y="709"/>
                    </a:lnTo>
                    <a:cubicBezTo>
                      <a:pt x="25410" y="743"/>
                      <a:pt x="25631" y="781"/>
                      <a:pt x="25851" y="823"/>
                    </a:cubicBezTo>
                    <a:lnTo>
                      <a:pt x="25934" y="378"/>
                    </a:lnTo>
                    <a:cubicBezTo>
                      <a:pt x="25709" y="335"/>
                      <a:pt x="25484" y="297"/>
                      <a:pt x="25258" y="261"/>
                    </a:cubicBezTo>
                    <a:close/>
                    <a:moveTo>
                      <a:pt x="15739" y="871"/>
                    </a:moveTo>
                    <a:cubicBezTo>
                      <a:pt x="15517" y="935"/>
                      <a:pt x="15299" y="1003"/>
                      <a:pt x="15081" y="1074"/>
                    </a:cubicBezTo>
                    <a:lnTo>
                      <a:pt x="15221" y="1503"/>
                    </a:lnTo>
                    <a:cubicBezTo>
                      <a:pt x="15435" y="1434"/>
                      <a:pt x="15649" y="1368"/>
                      <a:pt x="15864" y="1305"/>
                    </a:cubicBezTo>
                    <a:lnTo>
                      <a:pt x="15739" y="871"/>
                    </a:lnTo>
                    <a:close/>
                    <a:moveTo>
                      <a:pt x="28595" y="1054"/>
                    </a:moveTo>
                    <a:lnTo>
                      <a:pt x="28456" y="1485"/>
                    </a:lnTo>
                    <a:cubicBezTo>
                      <a:pt x="28671" y="1555"/>
                      <a:pt x="28883" y="1626"/>
                      <a:pt x="29094" y="1702"/>
                    </a:cubicBezTo>
                    <a:lnTo>
                      <a:pt x="29248" y="1277"/>
                    </a:lnTo>
                    <a:cubicBezTo>
                      <a:pt x="29031" y="1199"/>
                      <a:pt x="28815" y="1125"/>
                      <a:pt x="28595" y="1054"/>
                    </a:cubicBezTo>
                    <a:close/>
                    <a:moveTo>
                      <a:pt x="12530" y="2088"/>
                    </a:moveTo>
                    <a:cubicBezTo>
                      <a:pt x="12324" y="2187"/>
                      <a:pt x="12119" y="2288"/>
                      <a:pt x="11916" y="2392"/>
                    </a:cubicBezTo>
                    <a:lnTo>
                      <a:pt x="12122" y="2794"/>
                    </a:lnTo>
                    <a:cubicBezTo>
                      <a:pt x="12320" y="2693"/>
                      <a:pt x="12520" y="2594"/>
                      <a:pt x="12724" y="2498"/>
                    </a:cubicBezTo>
                    <a:lnTo>
                      <a:pt x="12530" y="2088"/>
                    </a:lnTo>
                    <a:close/>
                    <a:moveTo>
                      <a:pt x="31770" y="2364"/>
                    </a:moveTo>
                    <a:lnTo>
                      <a:pt x="31564" y="2767"/>
                    </a:lnTo>
                    <a:cubicBezTo>
                      <a:pt x="31765" y="2870"/>
                      <a:pt x="31964" y="2975"/>
                      <a:pt x="32160" y="3083"/>
                    </a:cubicBezTo>
                    <a:lnTo>
                      <a:pt x="32378" y="2686"/>
                    </a:lnTo>
                    <a:cubicBezTo>
                      <a:pt x="32177" y="2576"/>
                      <a:pt x="31974" y="2468"/>
                      <a:pt x="31770" y="2364"/>
                    </a:cubicBezTo>
                    <a:close/>
                    <a:moveTo>
                      <a:pt x="9556" y="3793"/>
                    </a:moveTo>
                    <a:cubicBezTo>
                      <a:pt x="9367" y="3922"/>
                      <a:pt x="9180" y="4054"/>
                      <a:pt x="8995" y="4190"/>
                    </a:cubicBezTo>
                    <a:lnTo>
                      <a:pt x="9262" y="4555"/>
                    </a:lnTo>
                    <a:cubicBezTo>
                      <a:pt x="9443" y="4423"/>
                      <a:pt x="9626" y="4294"/>
                      <a:pt x="9811" y="4167"/>
                    </a:cubicBezTo>
                    <a:lnTo>
                      <a:pt x="9556" y="3793"/>
                    </a:lnTo>
                    <a:close/>
                    <a:moveTo>
                      <a:pt x="34698" y="4157"/>
                    </a:moveTo>
                    <a:lnTo>
                      <a:pt x="34432" y="4523"/>
                    </a:lnTo>
                    <a:cubicBezTo>
                      <a:pt x="34614" y="4656"/>
                      <a:pt x="34794" y="4789"/>
                      <a:pt x="34970" y="4926"/>
                    </a:cubicBezTo>
                    <a:lnTo>
                      <a:pt x="35248" y="4570"/>
                    </a:lnTo>
                    <a:cubicBezTo>
                      <a:pt x="35066" y="4429"/>
                      <a:pt x="34883" y="4290"/>
                      <a:pt x="34698" y="4157"/>
                    </a:cubicBezTo>
                    <a:close/>
                    <a:moveTo>
                      <a:pt x="6883" y="5943"/>
                    </a:moveTo>
                    <a:cubicBezTo>
                      <a:pt x="6717" y="6099"/>
                      <a:pt x="6551" y="6260"/>
                      <a:pt x="6391" y="6422"/>
                    </a:cubicBezTo>
                    <a:lnTo>
                      <a:pt x="6710" y="6740"/>
                    </a:lnTo>
                    <a:cubicBezTo>
                      <a:pt x="6869" y="6582"/>
                      <a:pt x="7029" y="6425"/>
                      <a:pt x="7192" y="6271"/>
                    </a:cubicBezTo>
                    <a:lnTo>
                      <a:pt x="6883" y="5943"/>
                    </a:lnTo>
                    <a:close/>
                    <a:moveTo>
                      <a:pt x="37310" y="6382"/>
                    </a:moveTo>
                    <a:lnTo>
                      <a:pt x="36989" y="6702"/>
                    </a:lnTo>
                    <a:cubicBezTo>
                      <a:pt x="37148" y="6861"/>
                      <a:pt x="37305" y="7021"/>
                      <a:pt x="37458" y="7185"/>
                    </a:cubicBezTo>
                    <a:lnTo>
                      <a:pt x="37787" y="6874"/>
                    </a:lnTo>
                    <a:cubicBezTo>
                      <a:pt x="37630" y="6707"/>
                      <a:pt x="37472" y="6544"/>
                      <a:pt x="37310" y="6382"/>
                    </a:cubicBezTo>
                    <a:close/>
                    <a:moveTo>
                      <a:pt x="4575" y="8482"/>
                    </a:moveTo>
                    <a:cubicBezTo>
                      <a:pt x="4435" y="8662"/>
                      <a:pt x="4298" y="8845"/>
                      <a:pt x="4162" y="9032"/>
                    </a:cubicBezTo>
                    <a:lnTo>
                      <a:pt x="4529" y="9296"/>
                    </a:lnTo>
                    <a:lnTo>
                      <a:pt x="4529" y="9298"/>
                    </a:lnTo>
                    <a:cubicBezTo>
                      <a:pt x="4661" y="9116"/>
                      <a:pt x="4795" y="8936"/>
                      <a:pt x="4932" y="8759"/>
                    </a:cubicBezTo>
                    <a:lnTo>
                      <a:pt x="4575" y="8482"/>
                    </a:lnTo>
                    <a:close/>
                    <a:moveTo>
                      <a:pt x="39542" y="8986"/>
                    </a:moveTo>
                    <a:lnTo>
                      <a:pt x="39177" y="9253"/>
                    </a:lnTo>
                    <a:cubicBezTo>
                      <a:pt x="39309" y="9433"/>
                      <a:pt x="39438" y="9617"/>
                      <a:pt x="39565" y="9802"/>
                    </a:cubicBezTo>
                    <a:lnTo>
                      <a:pt x="39938" y="9547"/>
                    </a:lnTo>
                    <a:cubicBezTo>
                      <a:pt x="39809" y="9357"/>
                      <a:pt x="39677" y="9171"/>
                      <a:pt x="39542" y="8986"/>
                    </a:cubicBezTo>
                    <a:close/>
                    <a:moveTo>
                      <a:pt x="2692" y="11350"/>
                    </a:moveTo>
                    <a:cubicBezTo>
                      <a:pt x="2581" y="11551"/>
                      <a:pt x="2474" y="11755"/>
                      <a:pt x="2370" y="11958"/>
                    </a:cubicBezTo>
                    <a:lnTo>
                      <a:pt x="2773" y="12164"/>
                    </a:lnTo>
                    <a:cubicBezTo>
                      <a:pt x="2875" y="11963"/>
                      <a:pt x="2980" y="11764"/>
                      <a:pt x="3089" y="11568"/>
                    </a:cubicBezTo>
                    <a:lnTo>
                      <a:pt x="2692" y="11350"/>
                    </a:lnTo>
                    <a:close/>
                    <a:moveTo>
                      <a:pt x="41341" y="11905"/>
                    </a:moveTo>
                    <a:lnTo>
                      <a:pt x="40938" y="12111"/>
                    </a:lnTo>
                    <a:cubicBezTo>
                      <a:pt x="41040" y="12311"/>
                      <a:pt x="41139" y="12511"/>
                      <a:pt x="41235" y="12714"/>
                    </a:cubicBezTo>
                    <a:lnTo>
                      <a:pt x="41643" y="12519"/>
                    </a:lnTo>
                    <a:cubicBezTo>
                      <a:pt x="41546" y="12313"/>
                      <a:pt x="41445" y="12108"/>
                      <a:pt x="41341" y="11905"/>
                    </a:cubicBezTo>
                    <a:close/>
                    <a:moveTo>
                      <a:pt x="1280" y="14480"/>
                    </a:moveTo>
                    <a:cubicBezTo>
                      <a:pt x="1202" y="14697"/>
                      <a:pt x="1129" y="14913"/>
                      <a:pt x="1058" y="15133"/>
                    </a:cubicBezTo>
                    <a:lnTo>
                      <a:pt x="1488" y="15272"/>
                    </a:lnTo>
                    <a:cubicBezTo>
                      <a:pt x="1557" y="15057"/>
                      <a:pt x="1630" y="14844"/>
                      <a:pt x="1706" y="14632"/>
                    </a:cubicBezTo>
                    <a:lnTo>
                      <a:pt x="1280" y="14480"/>
                    </a:lnTo>
                    <a:close/>
                    <a:moveTo>
                      <a:pt x="42661" y="15070"/>
                    </a:moveTo>
                    <a:lnTo>
                      <a:pt x="42230" y="15211"/>
                    </a:lnTo>
                    <a:cubicBezTo>
                      <a:pt x="42299" y="15424"/>
                      <a:pt x="42365" y="15639"/>
                      <a:pt x="42430" y="15853"/>
                    </a:cubicBezTo>
                    <a:lnTo>
                      <a:pt x="42862" y="15728"/>
                    </a:lnTo>
                    <a:cubicBezTo>
                      <a:pt x="42800" y="15506"/>
                      <a:pt x="42732" y="15288"/>
                      <a:pt x="42661" y="15070"/>
                    </a:cubicBezTo>
                    <a:close/>
                    <a:moveTo>
                      <a:pt x="379" y="17793"/>
                    </a:moveTo>
                    <a:cubicBezTo>
                      <a:pt x="338" y="18018"/>
                      <a:pt x="298" y="18244"/>
                      <a:pt x="264" y="18470"/>
                    </a:cubicBezTo>
                    <a:lnTo>
                      <a:pt x="710" y="18540"/>
                    </a:lnTo>
                    <a:cubicBezTo>
                      <a:pt x="744" y="18318"/>
                      <a:pt x="782" y="18097"/>
                      <a:pt x="824" y="17877"/>
                    </a:cubicBezTo>
                    <a:lnTo>
                      <a:pt x="379" y="17793"/>
                    </a:lnTo>
                    <a:close/>
                    <a:moveTo>
                      <a:pt x="43465" y="18406"/>
                    </a:moveTo>
                    <a:lnTo>
                      <a:pt x="43018" y="18477"/>
                    </a:lnTo>
                    <a:cubicBezTo>
                      <a:pt x="43052" y="18698"/>
                      <a:pt x="43085" y="18920"/>
                      <a:pt x="43114" y="19143"/>
                    </a:cubicBezTo>
                    <a:lnTo>
                      <a:pt x="43561" y="19086"/>
                    </a:lnTo>
                    <a:cubicBezTo>
                      <a:pt x="43533" y="18858"/>
                      <a:pt x="43500" y="18632"/>
                      <a:pt x="43465" y="18406"/>
                    </a:cubicBezTo>
                    <a:close/>
                    <a:moveTo>
                      <a:pt x="11" y="21203"/>
                    </a:moveTo>
                    <a:cubicBezTo>
                      <a:pt x="4" y="21424"/>
                      <a:pt x="1" y="21646"/>
                      <a:pt x="1" y="21869"/>
                    </a:cubicBezTo>
                    <a:lnTo>
                      <a:pt x="1" y="21890"/>
                    </a:lnTo>
                    <a:lnTo>
                      <a:pt x="454" y="21869"/>
                    </a:lnTo>
                    <a:cubicBezTo>
                      <a:pt x="454" y="21650"/>
                      <a:pt x="457" y="21432"/>
                      <a:pt x="462" y="21218"/>
                    </a:cubicBezTo>
                    <a:lnTo>
                      <a:pt x="11" y="21203"/>
                    </a:lnTo>
                    <a:close/>
                    <a:moveTo>
                      <a:pt x="43285" y="21826"/>
                    </a:moveTo>
                    <a:lnTo>
                      <a:pt x="43285" y="21869"/>
                    </a:lnTo>
                    <a:cubicBezTo>
                      <a:pt x="43285" y="22093"/>
                      <a:pt x="43282" y="22318"/>
                      <a:pt x="43274" y="22541"/>
                    </a:cubicBezTo>
                    <a:lnTo>
                      <a:pt x="43726" y="22556"/>
                    </a:lnTo>
                    <a:cubicBezTo>
                      <a:pt x="43733" y="22328"/>
                      <a:pt x="43736" y="22098"/>
                      <a:pt x="43736" y="21867"/>
                    </a:cubicBezTo>
                    <a:lnTo>
                      <a:pt x="43736" y="21826"/>
                    </a:lnTo>
                    <a:close/>
                    <a:moveTo>
                      <a:pt x="622" y="24573"/>
                    </a:moveTo>
                    <a:lnTo>
                      <a:pt x="173" y="24631"/>
                    </a:lnTo>
                    <a:cubicBezTo>
                      <a:pt x="202" y="24857"/>
                      <a:pt x="234" y="25085"/>
                      <a:pt x="270" y="25310"/>
                    </a:cubicBezTo>
                    <a:lnTo>
                      <a:pt x="716" y="25239"/>
                    </a:lnTo>
                    <a:cubicBezTo>
                      <a:pt x="682" y="25019"/>
                      <a:pt x="650" y="24796"/>
                      <a:pt x="622" y="24573"/>
                    </a:cubicBezTo>
                    <a:close/>
                    <a:moveTo>
                      <a:pt x="43024" y="25219"/>
                    </a:moveTo>
                    <a:cubicBezTo>
                      <a:pt x="42990" y="25440"/>
                      <a:pt x="42952" y="25662"/>
                      <a:pt x="42910" y="25881"/>
                    </a:cubicBezTo>
                    <a:lnTo>
                      <a:pt x="43355" y="25966"/>
                    </a:lnTo>
                    <a:cubicBezTo>
                      <a:pt x="43396" y="25741"/>
                      <a:pt x="43436" y="25515"/>
                      <a:pt x="43472" y="25288"/>
                    </a:cubicBezTo>
                    <a:lnTo>
                      <a:pt x="43024" y="25219"/>
                    </a:lnTo>
                    <a:close/>
                    <a:moveTo>
                      <a:pt x="1303" y="27864"/>
                    </a:moveTo>
                    <a:lnTo>
                      <a:pt x="868" y="27989"/>
                    </a:lnTo>
                    <a:cubicBezTo>
                      <a:pt x="933" y="28209"/>
                      <a:pt x="1000" y="28429"/>
                      <a:pt x="1071" y="28645"/>
                    </a:cubicBezTo>
                    <a:lnTo>
                      <a:pt x="1501" y="28507"/>
                    </a:lnTo>
                    <a:cubicBezTo>
                      <a:pt x="1432" y="28293"/>
                      <a:pt x="1365" y="28079"/>
                      <a:pt x="1303" y="27864"/>
                    </a:cubicBezTo>
                    <a:close/>
                    <a:moveTo>
                      <a:pt x="42243" y="28487"/>
                    </a:moveTo>
                    <a:cubicBezTo>
                      <a:pt x="42173" y="28700"/>
                      <a:pt x="42101" y="28913"/>
                      <a:pt x="42025" y="29124"/>
                    </a:cubicBezTo>
                    <a:lnTo>
                      <a:pt x="42451" y="29278"/>
                    </a:lnTo>
                    <a:cubicBezTo>
                      <a:pt x="42527" y="29062"/>
                      <a:pt x="42601" y="28844"/>
                      <a:pt x="42672" y="28626"/>
                    </a:cubicBezTo>
                    <a:lnTo>
                      <a:pt x="42243" y="28487"/>
                    </a:lnTo>
                    <a:close/>
                    <a:moveTo>
                      <a:pt x="2494" y="31005"/>
                    </a:moveTo>
                    <a:lnTo>
                      <a:pt x="2084" y="31198"/>
                    </a:lnTo>
                    <a:cubicBezTo>
                      <a:pt x="2182" y="31404"/>
                      <a:pt x="2282" y="31609"/>
                      <a:pt x="2386" y="31812"/>
                    </a:cubicBezTo>
                    <a:lnTo>
                      <a:pt x="2790" y="31608"/>
                    </a:lnTo>
                    <a:cubicBezTo>
                      <a:pt x="2687" y="31408"/>
                      <a:pt x="2590" y="31208"/>
                      <a:pt x="2494" y="31005"/>
                    </a:cubicBezTo>
                    <a:close/>
                    <a:moveTo>
                      <a:pt x="40956" y="31593"/>
                    </a:moveTo>
                    <a:cubicBezTo>
                      <a:pt x="40853" y="31793"/>
                      <a:pt x="40748" y="31991"/>
                      <a:pt x="40639" y="32189"/>
                    </a:cubicBezTo>
                    <a:lnTo>
                      <a:pt x="41035" y="32405"/>
                    </a:lnTo>
                    <a:cubicBezTo>
                      <a:pt x="41146" y="32206"/>
                      <a:pt x="41253" y="32002"/>
                      <a:pt x="41357" y="31798"/>
                    </a:cubicBezTo>
                    <a:lnTo>
                      <a:pt x="40956" y="31593"/>
                    </a:lnTo>
                    <a:close/>
                    <a:moveTo>
                      <a:pt x="4161" y="33917"/>
                    </a:moveTo>
                    <a:lnTo>
                      <a:pt x="3787" y="34173"/>
                    </a:lnTo>
                    <a:cubicBezTo>
                      <a:pt x="3916" y="34362"/>
                      <a:pt x="4048" y="34548"/>
                      <a:pt x="4182" y="34733"/>
                    </a:cubicBezTo>
                    <a:lnTo>
                      <a:pt x="4549" y="34467"/>
                    </a:lnTo>
                    <a:cubicBezTo>
                      <a:pt x="4417" y="34286"/>
                      <a:pt x="4288" y="34102"/>
                      <a:pt x="4161" y="33917"/>
                    </a:cubicBezTo>
                    <a:close/>
                    <a:moveTo>
                      <a:pt x="39196" y="34457"/>
                    </a:moveTo>
                    <a:cubicBezTo>
                      <a:pt x="39064" y="34639"/>
                      <a:pt x="38929" y="34818"/>
                      <a:pt x="38792" y="34996"/>
                    </a:cubicBezTo>
                    <a:lnTo>
                      <a:pt x="39149" y="35273"/>
                    </a:lnTo>
                    <a:lnTo>
                      <a:pt x="39149" y="35272"/>
                    </a:lnTo>
                    <a:cubicBezTo>
                      <a:pt x="39289" y="35092"/>
                      <a:pt x="39428" y="34908"/>
                      <a:pt x="39562" y="34723"/>
                    </a:cubicBezTo>
                    <a:lnTo>
                      <a:pt x="39196" y="34457"/>
                    </a:lnTo>
                    <a:close/>
                    <a:moveTo>
                      <a:pt x="6264" y="36537"/>
                    </a:moveTo>
                    <a:lnTo>
                      <a:pt x="5935" y="36846"/>
                    </a:lnTo>
                    <a:cubicBezTo>
                      <a:pt x="6092" y="37013"/>
                      <a:pt x="6251" y="37178"/>
                      <a:pt x="6413" y="37340"/>
                    </a:cubicBezTo>
                    <a:lnTo>
                      <a:pt x="6413" y="37339"/>
                    </a:lnTo>
                    <a:lnTo>
                      <a:pt x="6733" y="37020"/>
                    </a:lnTo>
                    <a:cubicBezTo>
                      <a:pt x="6574" y="36861"/>
                      <a:pt x="6418" y="36701"/>
                      <a:pt x="6264" y="36537"/>
                    </a:cubicBezTo>
                    <a:close/>
                    <a:moveTo>
                      <a:pt x="37012" y="37011"/>
                    </a:moveTo>
                    <a:cubicBezTo>
                      <a:pt x="36854" y="37170"/>
                      <a:pt x="36692" y="37327"/>
                      <a:pt x="36530" y="37481"/>
                    </a:cubicBezTo>
                    <a:lnTo>
                      <a:pt x="36839" y="37809"/>
                    </a:lnTo>
                    <a:cubicBezTo>
                      <a:pt x="37006" y="37652"/>
                      <a:pt x="37169" y="37494"/>
                      <a:pt x="37331" y="37332"/>
                    </a:cubicBezTo>
                    <a:lnTo>
                      <a:pt x="37012" y="37011"/>
                    </a:lnTo>
                    <a:close/>
                    <a:moveTo>
                      <a:pt x="8750" y="38797"/>
                    </a:moveTo>
                    <a:lnTo>
                      <a:pt x="8473" y="39154"/>
                    </a:lnTo>
                    <a:cubicBezTo>
                      <a:pt x="8654" y="39296"/>
                      <a:pt x="8838" y="39433"/>
                      <a:pt x="9023" y="39567"/>
                    </a:cubicBezTo>
                    <a:lnTo>
                      <a:pt x="9289" y="39202"/>
                    </a:lnTo>
                    <a:cubicBezTo>
                      <a:pt x="9107" y="39070"/>
                      <a:pt x="8927" y="38936"/>
                      <a:pt x="8750" y="38797"/>
                    </a:cubicBezTo>
                    <a:close/>
                    <a:moveTo>
                      <a:pt x="34458" y="39196"/>
                    </a:moveTo>
                    <a:cubicBezTo>
                      <a:pt x="34278" y="39328"/>
                      <a:pt x="34095" y="39457"/>
                      <a:pt x="33910" y="39582"/>
                    </a:cubicBezTo>
                    <a:lnTo>
                      <a:pt x="34164" y="39955"/>
                    </a:lnTo>
                    <a:cubicBezTo>
                      <a:pt x="34353" y="39827"/>
                      <a:pt x="34539" y="39694"/>
                      <a:pt x="34724" y="39561"/>
                    </a:cubicBezTo>
                    <a:lnTo>
                      <a:pt x="34458" y="39196"/>
                    </a:lnTo>
                    <a:close/>
                    <a:moveTo>
                      <a:pt x="11559" y="40644"/>
                    </a:moveTo>
                    <a:lnTo>
                      <a:pt x="11341" y="41041"/>
                    </a:lnTo>
                    <a:cubicBezTo>
                      <a:pt x="11542" y="41152"/>
                      <a:pt x="11744" y="41259"/>
                      <a:pt x="11949" y="41363"/>
                    </a:cubicBezTo>
                    <a:lnTo>
                      <a:pt x="12155" y="40960"/>
                    </a:lnTo>
                    <a:cubicBezTo>
                      <a:pt x="11954" y="40858"/>
                      <a:pt x="11755" y="40753"/>
                      <a:pt x="11559" y="40644"/>
                    </a:cubicBezTo>
                    <a:close/>
                    <a:moveTo>
                      <a:pt x="31597" y="40952"/>
                    </a:moveTo>
                    <a:cubicBezTo>
                      <a:pt x="31399" y="41054"/>
                      <a:pt x="31197" y="41153"/>
                      <a:pt x="30996" y="41249"/>
                    </a:cubicBezTo>
                    <a:lnTo>
                      <a:pt x="31189" y="41657"/>
                    </a:lnTo>
                    <a:cubicBezTo>
                      <a:pt x="31395" y="41560"/>
                      <a:pt x="31600" y="41459"/>
                      <a:pt x="31803" y="41355"/>
                    </a:cubicBezTo>
                    <a:lnTo>
                      <a:pt x="31597" y="40952"/>
                    </a:lnTo>
                    <a:close/>
                    <a:moveTo>
                      <a:pt x="14623" y="42027"/>
                    </a:moveTo>
                    <a:lnTo>
                      <a:pt x="14470" y="42453"/>
                    </a:lnTo>
                    <a:cubicBezTo>
                      <a:pt x="14686" y="42531"/>
                      <a:pt x="14904" y="42605"/>
                      <a:pt x="15122" y="42676"/>
                    </a:cubicBezTo>
                    <a:lnTo>
                      <a:pt x="15261" y="42245"/>
                    </a:lnTo>
                    <a:cubicBezTo>
                      <a:pt x="15048" y="42176"/>
                      <a:pt x="14835" y="42103"/>
                      <a:pt x="14623" y="42027"/>
                    </a:cubicBezTo>
                    <a:close/>
                    <a:moveTo>
                      <a:pt x="28496" y="42240"/>
                    </a:moveTo>
                    <a:cubicBezTo>
                      <a:pt x="28283" y="42310"/>
                      <a:pt x="28070" y="42374"/>
                      <a:pt x="27853" y="42437"/>
                    </a:cubicBezTo>
                    <a:lnTo>
                      <a:pt x="27979" y="42871"/>
                    </a:lnTo>
                    <a:cubicBezTo>
                      <a:pt x="28200" y="42807"/>
                      <a:pt x="28418" y="42741"/>
                      <a:pt x="28636" y="42670"/>
                    </a:cubicBezTo>
                    <a:lnTo>
                      <a:pt x="28496" y="42240"/>
                    </a:lnTo>
                    <a:close/>
                    <a:moveTo>
                      <a:pt x="17866" y="42911"/>
                    </a:moveTo>
                    <a:lnTo>
                      <a:pt x="17782" y="43355"/>
                    </a:lnTo>
                    <a:cubicBezTo>
                      <a:pt x="18007" y="43398"/>
                      <a:pt x="18233" y="43436"/>
                      <a:pt x="18460" y="43473"/>
                    </a:cubicBezTo>
                    <a:lnTo>
                      <a:pt x="18529" y="43025"/>
                    </a:lnTo>
                    <a:cubicBezTo>
                      <a:pt x="18308" y="42990"/>
                      <a:pt x="18086" y="42952"/>
                      <a:pt x="17866" y="42911"/>
                    </a:cubicBezTo>
                    <a:close/>
                    <a:moveTo>
                      <a:pt x="25230" y="43022"/>
                    </a:moveTo>
                    <a:cubicBezTo>
                      <a:pt x="25008" y="43056"/>
                      <a:pt x="24787" y="43088"/>
                      <a:pt x="24562" y="43116"/>
                    </a:cubicBezTo>
                    <a:lnTo>
                      <a:pt x="24620" y="43565"/>
                    </a:lnTo>
                    <a:cubicBezTo>
                      <a:pt x="24848" y="43537"/>
                      <a:pt x="25074" y="43504"/>
                      <a:pt x="25299" y="43469"/>
                    </a:cubicBezTo>
                    <a:lnTo>
                      <a:pt x="25230" y="43022"/>
                    </a:lnTo>
                    <a:close/>
                    <a:moveTo>
                      <a:pt x="21207" y="43274"/>
                    </a:moveTo>
                    <a:lnTo>
                      <a:pt x="21194" y="43727"/>
                    </a:lnTo>
                    <a:cubicBezTo>
                      <a:pt x="21410" y="43734"/>
                      <a:pt x="21628" y="43737"/>
                      <a:pt x="21856" y="43737"/>
                    </a:cubicBezTo>
                    <a:lnTo>
                      <a:pt x="21856" y="43735"/>
                    </a:lnTo>
                    <a:lnTo>
                      <a:pt x="21878" y="43735"/>
                    </a:lnTo>
                    <a:lnTo>
                      <a:pt x="21878" y="43674"/>
                    </a:lnTo>
                    <a:lnTo>
                      <a:pt x="21869" y="43284"/>
                    </a:lnTo>
                    <a:cubicBezTo>
                      <a:pt x="21648" y="43284"/>
                      <a:pt x="21427" y="43281"/>
                      <a:pt x="21207" y="432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7"/>
              <p:cNvSpPr/>
              <p:nvPr/>
            </p:nvSpPr>
            <p:spPr>
              <a:xfrm>
                <a:off x="4015100" y="1891050"/>
                <a:ext cx="314250" cy="635550"/>
              </a:xfrm>
              <a:custGeom>
                <a:avLst/>
                <a:gdLst/>
                <a:ahLst/>
                <a:cxnLst/>
                <a:rect l="l" t="t" r="r" b="b"/>
                <a:pathLst>
                  <a:path w="12570" h="25422" extrusionOk="0">
                    <a:moveTo>
                      <a:pt x="11291" y="1"/>
                    </a:moveTo>
                    <a:lnTo>
                      <a:pt x="10868" y="161"/>
                    </a:lnTo>
                    <a:cubicBezTo>
                      <a:pt x="11697" y="2351"/>
                      <a:pt x="12117" y="4659"/>
                      <a:pt x="12117" y="7024"/>
                    </a:cubicBezTo>
                    <a:cubicBezTo>
                      <a:pt x="12117" y="14965"/>
                      <a:pt x="7360" y="22023"/>
                      <a:pt x="0" y="25003"/>
                    </a:cubicBezTo>
                    <a:lnTo>
                      <a:pt x="169" y="25421"/>
                    </a:lnTo>
                    <a:cubicBezTo>
                      <a:pt x="7702" y="22373"/>
                      <a:pt x="12569" y="15150"/>
                      <a:pt x="12569" y="7024"/>
                    </a:cubicBezTo>
                    <a:cubicBezTo>
                      <a:pt x="12569" y="4605"/>
                      <a:pt x="12140" y="2242"/>
                      <a:pt x="11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7"/>
              <p:cNvSpPr/>
              <p:nvPr/>
            </p:nvSpPr>
            <p:spPr>
              <a:xfrm>
                <a:off x="3650025" y="1570625"/>
                <a:ext cx="518400" cy="138650"/>
              </a:xfrm>
              <a:custGeom>
                <a:avLst/>
                <a:gdLst/>
                <a:ahLst/>
                <a:cxnLst/>
                <a:rect l="l" t="t" r="r" b="b"/>
                <a:pathLst>
                  <a:path w="20736" h="5546" extrusionOk="0">
                    <a:moveTo>
                      <a:pt x="7332" y="1"/>
                    </a:moveTo>
                    <a:cubicBezTo>
                      <a:pt x="4800" y="1"/>
                      <a:pt x="2333" y="470"/>
                      <a:pt x="1" y="1398"/>
                    </a:cubicBezTo>
                    <a:lnTo>
                      <a:pt x="167" y="1818"/>
                    </a:lnTo>
                    <a:cubicBezTo>
                      <a:pt x="2447" y="913"/>
                      <a:pt x="4858" y="452"/>
                      <a:pt x="7332" y="452"/>
                    </a:cubicBezTo>
                    <a:cubicBezTo>
                      <a:pt x="12196" y="452"/>
                      <a:pt x="16847" y="2261"/>
                      <a:pt x="20430" y="5545"/>
                    </a:cubicBezTo>
                    <a:lnTo>
                      <a:pt x="20736" y="5211"/>
                    </a:lnTo>
                    <a:cubicBezTo>
                      <a:pt x="17070" y="1851"/>
                      <a:pt x="12310" y="1"/>
                      <a:pt x="73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7"/>
              <p:cNvSpPr/>
              <p:nvPr/>
            </p:nvSpPr>
            <p:spPr>
              <a:xfrm>
                <a:off x="3337275" y="1724525"/>
                <a:ext cx="376225" cy="822850"/>
              </a:xfrm>
              <a:custGeom>
                <a:avLst/>
                <a:gdLst/>
                <a:ahLst/>
                <a:cxnLst/>
                <a:rect l="l" t="t" r="r" b="b"/>
                <a:pathLst>
                  <a:path w="15049" h="32914" extrusionOk="0">
                    <a:moveTo>
                      <a:pt x="5476" y="0"/>
                    </a:moveTo>
                    <a:cubicBezTo>
                      <a:pt x="1945" y="3704"/>
                      <a:pt x="1" y="8565"/>
                      <a:pt x="1" y="13685"/>
                    </a:cubicBezTo>
                    <a:cubicBezTo>
                      <a:pt x="1" y="22769"/>
                      <a:pt x="6143" y="30676"/>
                      <a:pt x="14936" y="32913"/>
                    </a:cubicBezTo>
                    <a:lnTo>
                      <a:pt x="15048" y="32475"/>
                    </a:lnTo>
                    <a:cubicBezTo>
                      <a:pt x="6456" y="30290"/>
                      <a:pt x="454" y="22563"/>
                      <a:pt x="454" y="13685"/>
                    </a:cubicBezTo>
                    <a:cubicBezTo>
                      <a:pt x="454" y="8682"/>
                      <a:pt x="2354" y="3932"/>
                      <a:pt x="5803" y="313"/>
                    </a:cubicBezTo>
                    <a:lnTo>
                      <a:pt x="54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7"/>
              <p:cNvSpPr/>
              <p:nvPr/>
            </p:nvSpPr>
            <p:spPr>
              <a:xfrm>
                <a:off x="3383450" y="1683375"/>
                <a:ext cx="279575" cy="790175"/>
              </a:xfrm>
              <a:custGeom>
                <a:avLst/>
                <a:gdLst/>
                <a:ahLst/>
                <a:cxnLst/>
                <a:rect l="l" t="t" r="r" b="b"/>
                <a:pathLst>
                  <a:path w="11183" h="31607" extrusionOk="0">
                    <a:moveTo>
                      <a:pt x="8567" y="1"/>
                    </a:moveTo>
                    <a:cubicBezTo>
                      <a:pt x="3203" y="3307"/>
                      <a:pt x="1" y="9038"/>
                      <a:pt x="1" y="15331"/>
                    </a:cubicBezTo>
                    <a:cubicBezTo>
                      <a:pt x="1" y="22256"/>
                      <a:pt x="4049" y="28645"/>
                      <a:pt x="10313" y="31607"/>
                    </a:cubicBezTo>
                    <a:lnTo>
                      <a:pt x="11182" y="29766"/>
                    </a:lnTo>
                    <a:cubicBezTo>
                      <a:pt x="5626" y="27140"/>
                      <a:pt x="2036" y="21473"/>
                      <a:pt x="2036" y="15331"/>
                    </a:cubicBezTo>
                    <a:cubicBezTo>
                      <a:pt x="2036" y="9750"/>
                      <a:pt x="4876" y="4666"/>
                      <a:pt x="9634" y="1734"/>
                    </a:cubicBezTo>
                    <a:lnTo>
                      <a:pt x="85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7"/>
              <p:cNvSpPr/>
              <p:nvPr/>
            </p:nvSpPr>
            <p:spPr>
              <a:xfrm>
                <a:off x="3833325" y="1616775"/>
                <a:ext cx="449850" cy="843600"/>
              </a:xfrm>
              <a:custGeom>
                <a:avLst/>
                <a:gdLst/>
                <a:ahLst/>
                <a:cxnLst/>
                <a:rect l="l" t="t" r="r" b="b"/>
                <a:pathLst>
                  <a:path w="17994" h="33744" extrusionOk="0">
                    <a:moveTo>
                      <a:pt x="0" y="0"/>
                    </a:moveTo>
                    <a:lnTo>
                      <a:pt x="0" y="2035"/>
                    </a:lnTo>
                    <a:cubicBezTo>
                      <a:pt x="8799" y="2035"/>
                      <a:pt x="15960" y="9196"/>
                      <a:pt x="15960" y="17995"/>
                    </a:cubicBezTo>
                    <a:cubicBezTo>
                      <a:pt x="15960" y="23797"/>
                      <a:pt x="12802" y="29149"/>
                      <a:pt x="7722" y="31965"/>
                    </a:cubicBezTo>
                    <a:lnTo>
                      <a:pt x="8707" y="33744"/>
                    </a:lnTo>
                    <a:cubicBezTo>
                      <a:pt x="14436" y="30572"/>
                      <a:pt x="17993" y="24537"/>
                      <a:pt x="17993" y="17995"/>
                    </a:cubicBezTo>
                    <a:cubicBezTo>
                      <a:pt x="17993" y="8072"/>
                      <a:pt x="992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7"/>
              <p:cNvSpPr/>
              <p:nvPr/>
            </p:nvSpPr>
            <p:spPr>
              <a:xfrm>
                <a:off x="3473875" y="1707175"/>
                <a:ext cx="718925" cy="718925"/>
              </a:xfrm>
              <a:custGeom>
                <a:avLst/>
                <a:gdLst/>
                <a:ahLst/>
                <a:cxnLst/>
                <a:rect l="l" t="t" r="r" b="b"/>
                <a:pathLst>
                  <a:path w="28757" h="28757" extrusionOk="0">
                    <a:moveTo>
                      <a:pt x="14342" y="1"/>
                    </a:moveTo>
                    <a:lnTo>
                      <a:pt x="14342" y="452"/>
                    </a:lnTo>
                    <a:lnTo>
                      <a:pt x="14378" y="452"/>
                    </a:lnTo>
                    <a:cubicBezTo>
                      <a:pt x="14950" y="452"/>
                      <a:pt x="15525" y="488"/>
                      <a:pt x="16088" y="556"/>
                    </a:cubicBezTo>
                    <a:lnTo>
                      <a:pt x="16143" y="108"/>
                    </a:lnTo>
                    <a:cubicBezTo>
                      <a:pt x="15563" y="37"/>
                      <a:pt x="14970" y="1"/>
                      <a:pt x="14375" y="1"/>
                    </a:cubicBezTo>
                    <a:close/>
                    <a:moveTo>
                      <a:pt x="11649" y="258"/>
                    </a:moveTo>
                    <a:cubicBezTo>
                      <a:pt x="11059" y="372"/>
                      <a:pt x="10471" y="524"/>
                      <a:pt x="9901" y="711"/>
                    </a:cubicBezTo>
                    <a:lnTo>
                      <a:pt x="10042" y="1140"/>
                    </a:lnTo>
                    <a:cubicBezTo>
                      <a:pt x="10594" y="960"/>
                      <a:pt x="11163" y="813"/>
                      <a:pt x="11735" y="703"/>
                    </a:cubicBezTo>
                    <a:lnTo>
                      <a:pt x="11649" y="258"/>
                    </a:lnTo>
                    <a:close/>
                    <a:moveTo>
                      <a:pt x="18785" y="688"/>
                    </a:moveTo>
                    <a:lnTo>
                      <a:pt x="18646" y="1119"/>
                    </a:lnTo>
                    <a:cubicBezTo>
                      <a:pt x="19199" y="1296"/>
                      <a:pt x="19748" y="1512"/>
                      <a:pt x="20273" y="1758"/>
                    </a:cubicBezTo>
                    <a:lnTo>
                      <a:pt x="20465" y="1349"/>
                    </a:lnTo>
                    <a:cubicBezTo>
                      <a:pt x="19921" y="1094"/>
                      <a:pt x="19356" y="871"/>
                      <a:pt x="18785" y="688"/>
                    </a:cubicBezTo>
                    <a:close/>
                    <a:moveTo>
                      <a:pt x="7422" y="1791"/>
                    </a:moveTo>
                    <a:cubicBezTo>
                      <a:pt x="6898" y="2082"/>
                      <a:pt x="6386" y="2409"/>
                      <a:pt x="5902" y="2763"/>
                    </a:cubicBezTo>
                    <a:lnTo>
                      <a:pt x="6168" y="3128"/>
                    </a:lnTo>
                    <a:cubicBezTo>
                      <a:pt x="6637" y="2786"/>
                      <a:pt x="7132" y="2469"/>
                      <a:pt x="7641" y="2188"/>
                    </a:cubicBezTo>
                    <a:lnTo>
                      <a:pt x="7422" y="1791"/>
                    </a:lnTo>
                    <a:close/>
                    <a:moveTo>
                      <a:pt x="22797" y="2721"/>
                    </a:moveTo>
                    <a:lnTo>
                      <a:pt x="22531" y="3088"/>
                    </a:lnTo>
                    <a:cubicBezTo>
                      <a:pt x="23002" y="3429"/>
                      <a:pt x="23457" y="3802"/>
                      <a:pt x="23881" y="4198"/>
                    </a:cubicBezTo>
                    <a:lnTo>
                      <a:pt x="24190" y="3868"/>
                    </a:lnTo>
                    <a:cubicBezTo>
                      <a:pt x="23752" y="3458"/>
                      <a:pt x="23283" y="3072"/>
                      <a:pt x="22797" y="2721"/>
                    </a:cubicBezTo>
                    <a:close/>
                    <a:moveTo>
                      <a:pt x="3876" y="4557"/>
                    </a:moveTo>
                    <a:cubicBezTo>
                      <a:pt x="3466" y="4996"/>
                      <a:pt x="3080" y="5464"/>
                      <a:pt x="2728" y="5950"/>
                    </a:cubicBezTo>
                    <a:lnTo>
                      <a:pt x="3095" y="6216"/>
                    </a:lnTo>
                    <a:cubicBezTo>
                      <a:pt x="3435" y="5745"/>
                      <a:pt x="3810" y="5290"/>
                      <a:pt x="4207" y="4866"/>
                    </a:cubicBezTo>
                    <a:lnTo>
                      <a:pt x="3876" y="4557"/>
                    </a:lnTo>
                    <a:close/>
                    <a:moveTo>
                      <a:pt x="25986" y="5892"/>
                    </a:moveTo>
                    <a:lnTo>
                      <a:pt x="25621" y="6159"/>
                    </a:lnTo>
                    <a:cubicBezTo>
                      <a:pt x="25964" y="6629"/>
                      <a:pt x="26282" y="7123"/>
                      <a:pt x="26563" y="7631"/>
                    </a:cubicBezTo>
                    <a:lnTo>
                      <a:pt x="26959" y="7412"/>
                    </a:lnTo>
                    <a:cubicBezTo>
                      <a:pt x="26668" y="6886"/>
                      <a:pt x="26341" y="6376"/>
                      <a:pt x="25986" y="5892"/>
                    </a:cubicBezTo>
                    <a:close/>
                    <a:moveTo>
                      <a:pt x="1353" y="8281"/>
                    </a:moveTo>
                    <a:cubicBezTo>
                      <a:pt x="1097" y="8824"/>
                      <a:pt x="876" y="9389"/>
                      <a:pt x="691" y="9961"/>
                    </a:cubicBezTo>
                    <a:lnTo>
                      <a:pt x="1122" y="10100"/>
                    </a:lnTo>
                    <a:cubicBezTo>
                      <a:pt x="1301" y="9546"/>
                      <a:pt x="1515" y="8999"/>
                      <a:pt x="1763" y="8472"/>
                    </a:cubicBezTo>
                    <a:lnTo>
                      <a:pt x="1353" y="8281"/>
                    </a:lnTo>
                    <a:close/>
                    <a:moveTo>
                      <a:pt x="28043" y="9890"/>
                    </a:moveTo>
                    <a:lnTo>
                      <a:pt x="27612" y="10030"/>
                    </a:lnTo>
                    <a:cubicBezTo>
                      <a:pt x="27793" y="10584"/>
                      <a:pt x="27942" y="11152"/>
                      <a:pt x="28051" y="11722"/>
                    </a:cubicBezTo>
                    <a:lnTo>
                      <a:pt x="28495" y="11638"/>
                    </a:lnTo>
                    <a:cubicBezTo>
                      <a:pt x="28381" y="11048"/>
                      <a:pt x="28229" y="10460"/>
                      <a:pt x="28043" y="9890"/>
                    </a:cubicBezTo>
                    <a:close/>
                    <a:moveTo>
                      <a:pt x="108" y="12601"/>
                    </a:moveTo>
                    <a:cubicBezTo>
                      <a:pt x="37" y="13186"/>
                      <a:pt x="0" y="13784"/>
                      <a:pt x="0" y="14379"/>
                    </a:cubicBezTo>
                    <a:lnTo>
                      <a:pt x="0" y="14402"/>
                    </a:lnTo>
                    <a:lnTo>
                      <a:pt x="451" y="14402"/>
                    </a:lnTo>
                    <a:lnTo>
                      <a:pt x="451" y="14379"/>
                    </a:lnTo>
                    <a:cubicBezTo>
                      <a:pt x="451" y="13802"/>
                      <a:pt x="488" y="13224"/>
                      <a:pt x="557" y="12657"/>
                    </a:cubicBezTo>
                    <a:lnTo>
                      <a:pt x="108" y="12601"/>
                    </a:lnTo>
                    <a:close/>
                    <a:moveTo>
                      <a:pt x="28304" y="14329"/>
                    </a:moveTo>
                    <a:lnTo>
                      <a:pt x="28304" y="14379"/>
                    </a:lnTo>
                    <a:cubicBezTo>
                      <a:pt x="28304" y="14962"/>
                      <a:pt x="28267" y="15548"/>
                      <a:pt x="28196" y="16123"/>
                    </a:cubicBezTo>
                    <a:lnTo>
                      <a:pt x="28644" y="16179"/>
                    </a:lnTo>
                    <a:cubicBezTo>
                      <a:pt x="28718" y="15586"/>
                      <a:pt x="28756" y="14980"/>
                      <a:pt x="28756" y="14379"/>
                    </a:cubicBezTo>
                    <a:lnTo>
                      <a:pt x="28756" y="14329"/>
                    </a:lnTo>
                    <a:close/>
                    <a:moveTo>
                      <a:pt x="701" y="17010"/>
                    </a:moveTo>
                    <a:lnTo>
                      <a:pt x="256" y="17095"/>
                    </a:lnTo>
                    <a:cubicBezTo>
                      <a:pt x="369" y="17684"/>
                      <a:pt x="521" y="18272"/>
                      <a:pt x="706" y="18842"/>
                    </a:cubicBezTo>
                    <a:lnTo>
                      <a:pt x="1137" y="18702"/>
                    </a:lnTo>
                    <a:cubicBezTo>
                      <a:pt x="957" y="18150"/>
                      <a:pt x="810" y="17580"/>
                      <a:pt x="701" y="17010"/>
                    </a:cubicBezTo>
                    <a:close/>
                    <a:moveTo>
                      <a:pt x="27626" y="18681"/>
                    </a:moveTo>
                    <a:cubicBezTo>
                      <a:pt x="27448" y="19234"/>
                      <a:pt x="27232" y="19781"/>
                      <a:pt x="26984" y="20306"/>
                    </a:cubicBezTo>
                    <a:lnTo>
                      <a:pt x="27392" y="20499"/>
                    </a:lnTo>
                    <a:cubicBezTo>
                      <a:pt x="27648" y="19956"/>
                      <a:pt x="27871" y="19391"/>
                      <a:pt x="28058" y="18819"/>
                    </a:cubicBezTo>
                    <a:lnTo>
                      <a:pt x="27626" y="18681"/>
                    </a:lnTo>
                    <a:close/>
                    <a:moveTo>
                      <a:pt x="2181" y="21106"/>
                    </a:moveTo>
                    <a:lnTo>
                      <a:pt x="1786" y="21324"/>
                    </a:lnTo>
                    <a:cubicBezTo>
                      <a:pt x="2075" y="21848"/>
                      <a:pt x="2403" y="22360"/>
                      <a:pt x="2756" y="22845"/>
                    </a:cubicBezTo>
                    <a:lnTo>
                      <a:pt x="3121" y="22578"/>
                    </a:lnTo>
                    <a:cubicBezTo>
                      <a:pt x="2778" y="22109"/>
                      <a:pt x="2462" y="21613"/>
                      <a:pt x="2181" y="21106"/>
                    </a:cubicBezTo>
                    <a:close/>
                    <a:moveTo>
                      <a:pt x="25647" y="22561"/>
                    </a:moveTo>
                    <a:cubicBezTo>
                      <a:pt x="25307" y="23030"/>
                      <a:pt x="24932" y="23483"/>
                      <a:pt x="24534" y="23908"/>
                    </a:cubicBezTo>
                    <a:lnTo>
                      <a:pt x="24863" y="24217"/>
                    </a:lnTo>
                    <a:cubicBezTo>
                      <a:pt x="25274" y="23781"/>
                      <a:pt x="25660" y="23311"/>
                      <a:pt x="26014" y="22827"/>
                    </a:cubicBezTo>
                    <a:lnTo>
                      <a:pt x="25647" y="22561"/>
                    </a:lnTo>
                    <a:close/>
                    <a:moveTo>
                      <a:pt x="4858" y="24542"/>
                    </a:moveTo>
                    <a:lnTo>
                      <a:pt x="4549" y="24871"/>
                    </a:lnTo>
                    <a:cubicBezTo>
                      <a:pt x="4985" y="25282"/>
                      <a:pt x="5454" y="25669"/>
                      <a:pt x="5940" y="26021"/>
                    </a:cubicBezTo>
                    <a:lnTo>
                      <a:pt x="6206" y="25656"/>
                    </a:lnTo>
                    <a:cubicBezTo>
                      <a:pt x="5735" y="25314"/>
                      <a:pt x="5280" y="24939"/>
                      <a:pt x="4858" y="24542"/>
                    </a:cubicBezTo>
                    <a:close/>
                    <a:moveTo>
                      <a:pt x="22569" y="25642"/>
                    </a:moveTo>
                    <a:cubicBezTo>
                      <a:pt x="22099" y="25984"/>
                      <a:pt x="21603" y="26302"/>
                      <a:pt x="21094" y="26581"/>
                    </a:cubicBezTo>
                    <a:lnTo>
                      <a:pt x="21314" y="26977"/>
                    </a:lnTo>
                    <a:cubicBezTo>
                      <a:pt x="21838" y="26688"/>
                      <a:pt x="22350" y="26363"/>
                      <a:pt x="22835" y="26008"/>
                    </a:cubicBezTo>
                    <a:lnTo>
                      <a:pt x="22569" y="25642"/>
                    </a:lnTo>
                    <a:close/>
                    <a:moveTo>
                      <a:pt x="8461" y="26989"/>
                    </a:moveTo>
                    <a:lnTo>
                      <a:pt x="8269" y="27397"/>
                    </a:lnTo>
                    <a:cubicBezTo>
                      <a:pt x="8813" y="27653"/>
                      <a:pt x="9378" y="27876"/>
                      <a:pt x="9948" y="28061"/>
                    </a:cubicBezTo>
                    <a:lnTo>
                      <a:pt x="10088" y="27631"/>
                    </a:lnTo>
                    <a:cubicBezTo>
                      <a:pt x="9535" y="27451"/>
                      <a:pt x="8988" y="27237"/>
                      <a:pt x="8461" y="26989"/>
                    </a:cubicBezTo>
                    <a:close/>
                    <a:moveTo>
                      <a:pt x="18692" y="27623"/>
                    </a:moveTo>
                    <a:cubicBezTo>
                      <a:pt x="18139" y="27803"/>
                      <a:pt x="17569" y="27950"/>
                      <a:pt x="16999" y="28058"/>
                    </a:cubicBezTo>
                    <a:lnTo>
                      <a:pt x="17083" y="28502"/>
                    </a:lnTo>
                    <a:cubicBezTo>
                      <a:pt x="17673" y="28390"/>
                      <a:pt x="18261" y="28239"/>
                      <a:pt x="18831" y="28054"/>
                    </a:cubicBezTo>
                    <a:lnTo>
                      <a:pt x="18692" y="27623"/>
                    </a:lnTo>
                    <a:close/>
                    <a:moveTo>
                      <a:pt x="12645" y="28198"/>
                    </a:moveTo>
                    <a:lnTo>
                      <a:pt x="12589" y="28646"/>
                    </a:lnTo>
                    <a:cubicBezTo>
                      <a:pt x="13179" y="28720"/>
                      <a:pt x="13780" y="28757"/>
                      <a:pt x="14378" y="28757"/>
                    </a:cubicBezTo>
                    <a:lnTo>
                      <a:pt x="14390" y="28757"/>
                    </a:lnTo>
                    <a:lnTo>
                      <a:pt x="14378" y="28304"/>
                    </a:lnTo>
                    <a:cubicBezTo>
                      <a:pt x="13799" y="28304"/>
                      <a:pt x="13215" y="28268"/>
                      <a:pt x="12645" y="281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7"/>
              <p:cNvSpPr/>
              <p:nvPr/>
            </p:nvSpPr>
            <p:spPr>
              <a:xfrm>
                <a:off x="3733550" y="1966850"/>
                <a:ext cx="199550" cy="199550"/>
              </a:xfrm>
              <a:custGeom>
                <a:avLst/>
                <a:gdLst/>
                <a:ahLst/>
                <a:cxnLst/>
                <a:rect l="l" t="t" r="r" b="b"/>
                <a:pathLst>
                  <a:path w="7982" h="7982" extrusionOk="0">
                    <a:moveTo>
                      <a:pt x="3991" y="795"/>
                    </a:moveTo>
                    <a:cubicBezTo>
                      <a:pt x="5754" y="795"/>
                      <a:pt x="7188" y="2229"/>
                      <a:pt x="7188" y="3992"/>
                    </a:cubicBezTo>
                    <a:cubicBezTo>
                      <a:pt x="7188" y="5754"/>
                      <a:pt x="5754" y="7188"/>
                      <a:pt x="3991" y="7188"/>
                    </a:cubicBezTo>
                    <a:cubicBezTo>
                      <a:pt x="2229" y="7188"/>
                      <a:pt x="795" y="5754"/>
                      <a:pt x="795" y="3992"/>
                    </a:cubicBezTo>
                    <a:cubicBezTo>
                      <a:pt x="795" y="2229"/>
                      <a:pt x="2229" y="795"/>
                      <a:pt x="3991" y="795"/>
                    </a:cubicBezTo>
                    <a:close/>
                    <a:moveTo>
                      <a:pt x="3991" y="0"/>
                    </a:moveTo>
                    <a:cubicBezTo>
                      <a:pt x="1791" y="0"/>
                      <a:pt x="0" y="1791"/>
                      <a:pt x="0" y="3992"/>
                    </a:cubicBezTo>
                    <a:cubicBezTo>
                      <a:pt x="0" y="6192"/>
                      <a:pt x="1791" y="7981"/>
                      <a:pt x="3991" y="7981"/>
                    </a:cubicBezTo>
                    <a:cubicBezTo>
                      <a:pt x="6192" y="7981"/>
                      <a:pt x="7981" y="6192"/>
                      <a:pt x="7981" y="3992"/>
                    </a:cubicBezTo>
                    <a:cubicBezTo>
                      <a:pt x="7981" y="1791"/>
                      <a:pt x="6192" y="0"/>
                      <a:pt x="3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7"/>
              <p:cNvSpPr/>
              <p:nvPr/>
            </p:nvSpPr>
            <p:spPr>
              <a:xfrm>
                <a:off x="3643825" y="1877125"/>
                <a:ext cx="379025" cy="379025"/>
              </a:xfrm>
              <a:custGeom>
                <a:avLst/>
                <a:gdLst/>
                <a:ahLst/>
                <a:cxnLst/>
                <a:rect l="l" t="t" r="r" b="b"/>
                <a:pathLst>
                  <a:path w="15161" h="15161" extrusionOk="0">
                    <a:moveTo>
                      <a:pt x="8940" y="503"/>
                    </a:moveTo>
                    <a:cubicBezTo>
                      <a:pt x="9011" y="503"/>
                      <a:pt x="9069" y="561"/>
                      <a:pt x="9069" y="632"/>
                    </a:cubicBezTo>
                    <a:lnTo>
                      <a:pt x="9069" y="1678"/>
                    </a:lnTo>
                    <a:cubicBezTo>
                      <a:pt x="9069" y="1944"/>
                      <a:pt x="9236" y="2182"/>
                      <a:pt x="9485" y="2272"/>
                    </a:cubicBezTo>
                    <a:cubicBezTo>
                      <a:pt x="9655" y="2332"/>
                      <a:pt x="9822" y="2403"/>
                      <a:pt x="9986" y="2479"/>
                    </a:cubicBezTo>
                    <a:cubicBezTo>
                      <a:pt x="10071" y="2520"/>
                      <a:pt x="10163" y="2539"/>
                      <a:pt x="10254" y="2539"/>
                    </a:cubicBezTo>
                    <a:cubicBezTo>
                      <a:pt x="10418" y="2539"/>
                      <a:pt x="10580" y="2475"/>
                      <a:pt x="10701" y="2355"/>
                    </a:cubicBezTo>
                    <a:lnTo>
                      <a:pt x="11441" y="1615"/>
                    </a:lnTo>
                    <a:cubicBezTo>
                      <a:pt x="11466" y="1590"/>
                      <a:pt x="11499" y="1578"/>
                      <a:pt x="11532" y="1578"/>
                    </a:cubicBezTo>
                    <a:cubicBezTo>
                      <a:pt x="11565" y="1578"/>
                      <a:pt x="11598" y="1590"/>
                      <a:pt x="11623" y="1615"/>
                    </a:cubicBezTo>
                    <a:lnTo>
                      <a:pt x="13546" y="3536"/>
                    </a:lnTo>
                    <a:cubicBezTo>
                      <a:pt x="13571" y="3561"/>
                      <a:pt x="13584" y="3592"/>
                      <a:pt x="13584" y="3629"/>
                    </a:cubicBezTo>
                    <a:cubicBezTo>
                      <a:pt x="13584" y="3663"/>
                      <a:pt x="13571" y="3695"/>
                      <a:pt x="13546" y="3720"/>
                    </a:cubicBezTo>
                    <a:lnTo>
                      <a:pt x="12806" y="4460"/>
                    </a:lnTo>
                    <a:cubicBezTo>
                      <a:pt x="12618" y="4648"/>
                      <a:pt x="12568" y="4936"/>
                      <a:pt x="12682" y="5175"/>
                    </a:cubicBezTo>
                    <a:cubicBezTo>
                      <a:pt x="12758" y="5339"/>
                      <a:pt x="12827" y="5506"/>
                      <a:pt x="12889" y="5674"/>
                    </a:cubicBezTo>
                    <a:cubicBezTo>
                      <a:pt x="12978" y="5924"/>
                      <a:pt x="13217" y="6092"/>
                      <a:pt x="13482" y="6092"/>
                    </a:cubicBezTo>
                    <a:lnTo>
                      <a:pt x="14529" y="6092"/>
                    </a:lnTo>
                    <a:cubicBezTo>
                      <a:pt x="14600" y="6092"/>
                      <a:pt x="14658" y="6150"/>
                      <a:pt x="14658" y="6221"/>
                    </a:cubicBezTo>
                    <a:lnTo>
                      <a:pt x="14658" y="8940"/>
                    </a:lnTo>
                    <a:cubicBezTo>
                      <a:pt x="14658" y="9011"/>
                      <a:pt x="14600" y="9069"/>
                      <a:pt x="14529" y="9069"/>
                    </a:cubicBezTo>
                    <a:lnTo>
                      <a:pt x="13482" y="9069"/>
                    </a:lnTo>
                    <a:cubicBezTo>
                      <a:pt x="13217" y="9069"/>
                      <a:pt x="12978" y="9236"/>
                      <a:pt x="12889" y="9487"/>
                    </a:cubicBezTo>
                    <a:lnTo>
                      <a:pt x="12889" y="9485"/>
                    </a:lnTo>
                    <a:cubicBezTo>
                      <a:pt x="12829" y="9654"/>
                      <a:pt x="12758" y="9822"/>
                      <a:pt x="12682" y="9986"/>
                    </a:cubicBezTo>
                    <a:cubicBezTo>
                      <a:pt x="12568" y="10226"/>
                      <a:pt x="12618" y="10513"/>
                      <a:pt x="12806" y="10701"/>
                    </a:cubicBezTo>
                    <a:lnTo>
                      <a:pt x="13546" y="11441"/>
                    </a:lnTo>
                    <a:cubicBezTo>
                      <a:pt x="13571" y="11466"/>
                      <a:pt x="13584" y="11498"/>
                      <a:pt x="13584" y="11532"/>
                    </a:cubicBezTo>
                    <a:cubicBezTo>
                      <a:pt x="13584" y="11567"/>
                      <a:pt x="13571" y="11598"/>
                      <a:pt x="13546" y="11623"/>
                    </a:cubicBezTo>
                    <a:lnTo>
                      <a:pt x="11625" y="13546"/>
                    </a:lnTo>
                    <a:cubicBezTo>
                      <a:pt x="11600" y="13571"/>
                      <a:pt x="11566" y="13583"/>
                      <a:pt x="11533" y="13583"/>
                    </a:cubicBezTo>
                    <a:cubicBezTo>
                      <a:pt x="11500" y="13583"/>
                      <a:pt x="11466" y="13571"/>
                      <a:pt x="11441" y="13546"/>
                    </a:cubicBezTo>
                    <a:lnTo>
                      <a:pt x="10701" y="12806"/>
                    </a:lnTo>
                    <a:cubicBezTo>
                      <a:pt x="10580" y="12685"/>
                      <a:pt x="10419" y="12621"/>
                      <a:pt x="10255" y="12621"/>
                    </a:cubicBezTo>
                    <a:cubicBezTo>
                      <a:pt x="10164" y="12621"/>
                      <a:pt x="10072" y="12641"/>
                      <a:pt x="9986" y="12682"/>
                    </a:cubicBezTo>
                    <a:cubicBezTo>
                      <a:pt x="9822" y="12758"/>
                      <a:pt x="9655" y="12828"/>
                      <a:pt x="9485" y="12889"/>
                    </a:cubicBezTo>
                    <a:cubicBezTo>
                      <a:pt x="9236" y="12978"/>
                      <a:pt x="9069" y="13217"/>
                      <a:pt x="9069" y="13483"/>
                    </a:cubicBezTo>
                    <a:lnTo>
                      <a:pt x="9069" y="14529"/>
                    </a:lnTo>
                    <a:cubicBezTo>
                      <a:pt x="9069" y="14600"/>
                      <a:pt x="9011" y="14658"/>
                      <a:pt x="8940" y="14658"/>
                    </a:cubicBezTo>
                    <a:lnTo>
                      <a:pt x="6221" y="14658"/>
                    </a:lnTo>
                    <a:cubicBezTo>
                      <a:pt x="6150" y="14658"/>
                      <a:pt x="6092" y="14600"/>
                      <a:pt x="6092" y="14529"/>
                    </a:cubicBezTo>
                    <a:lnTo>
                      <a:pt x="6092" y="13483"/>
                    </a:lnTo>
                    <a:cubicBezTo>
                      <a:pt x="6092" y="13217"/>
                      <a:pt x="5923" y="12980"/>
                      <a:pt x="5674" y="12889"/>
                    </a:cubicBezTo>
                    <a:cubicBezTo>
                      <a:pt x="5505" y="12828"/>
                      <a:pt x="5337" y="12758"/>
                      <a:pt x="5175" y="12682"/>
                    </a:cubicBezTo>
                    <a:cubicBezTo>
                      <a:pt x="5091" y="12643"/>
                      <a:pt x="5000" y="12621"/>
                      <a:pt x="4906" y="12621"/>
                    </a:cubicBezTo>
                    <a:cubicBezTo>
                      <a:pt x="4739" y="12621"/>
                      <a:pt x="4577" y="12689"/>
                      <a:pt x="4460" y="12806"/>
                    </a:cubicBezTo>
                    <a:lnTo>
                      <a:pt x="3720" y="13546"/>
                    </a:lnTo>
                    <a:cubicBezTo>
                      <a:pt x="3695" y="13571"/>
                      <a:pt x="3661" y="13583"/>
                      <a:pt x="3628" y="13583"/>
                    </a:cubicBezTo>
                    <a:cubicBezTo>
                      <a:pt x="3594" y="13583"/>
                      <a:pt x="3561" y="13571"/>
                      <a:pt x="3536" y="13546"/>
                    </a:cubicBezTo>
                    <a:lnTo>
                      <a:pt x="1615" y="11623"/>
                    </a:lnTo>
                    <a:cubicBezTo>
                      <a:pt x="1590" y="11598"/>
                      <a:pt x="1577" y="11567"/>
                      <a:pt x="1577" y="11532"/>
                    </a:cubicBezTo>
                    <a:cubicBezTo>
                      <a:pt x="1577" y="11498"/>
                      <a:pt x="1590" y="11466"/>
                      <a:pt x="1615" y="11441"/>
                    </a:cubicBezTo>
                    <a:lnTo>
                      <a:pt x="2355" y="10701"/>
                    </a:lnTo>
                    <a:cubicBezTo>
                      <a:pt x="2543" y="10513"/>
                      <a:pt x="2593" y="10226"/>
                      <a:pt x="2479" y="9986"/>
                    </a:cubicBezTo>
                    <a:cubicBezTo>
                      <a:pt x="2401" y="9822"/>
                      <a:pt x="2332" y="9654"/>
                      <a:pt x="2272" y="9485"/>
                    </a:cubicBezTo>
                    <a:cubicBezTo>
                      <a:pt x="2181" y="9236"/>
                      <a:pt x="1944" y="9069"/>
                      <a:pt x="1678" y="9069"/>
                    </a:cubicBezTo>
                    <a:lnTo>
                      <a:pt x="632" y="9069"/>
                    </a:lnTo>
                    <a:cubicBezTo>
                      <a:pt x="561" y="9069"/>
                      <a:pt x="503" y="9011"/>
                      <a:pt x="503" y="8940"/>
                    </a:cubicBezTo>
                    <a:lnTo>
                      <a:pt x="503" y="6221"/>
                    </a:lnTo>
                    <a:cubicBezTo>
                      <a:pt x="503" y="6150"/>
                      <a:pt x="561" y="6092"/>
                      <a:pt x="632" y="6092"/>
                    </a:cubicBezTo>
                    <a:lnTo>
                      <a:pt x="1678" y="6092"/>
                    </a:lnTo>
                    <a:cubicBezTo>
                      <a:pt x="1944" y="6092"/>
                      <a:pt x="2181" y="5924"/>
                      <a:pt x="2272" y="5674"/>
                    </a:cubicBezTo>
                    <a:cubicBezTo>
                      <a:pt x="2332" y="5506"/>
                      <a:pt x="2401" y="5339"/>
                      <a:pt x="2479" y="5175"/>
                    </a:cubicBezTo>
                    <a:cubicBezTo>
                      <a:pt x="2593" y="4936"/>
                      <a:pt x="2542" y="4648"/>
                      <a:pt x="2355" y="4460"/>
                    </a:cubicBezTo>
                    <a:lnTo>
                      <a:pt x="1615" y="3720"/>
                    </a:lnTo>
                    <a:cubicBezTo>
                      <a:pt x="1590" y="3695"/>
                      <a:pt x="1577" y="3663"/>
                      <a:pt x="1577" y="3629"/>
                    </a:cubicBezTo>
                    <a:cubicBezTo>
                      <a:pt x="1577" y="3592"/>
                      <a:pt x="1590" y="3561"/>
                      <a:pt x="1615" y="3536"/>
                    </a:cubicBezTo>
                    <a:lnTo>
                      <a:pt x="3536" y="1615"/>
                    </a:lnTo>
                    <a:cubicBezTo>
                      <a:pt x="3561" y="1590"/>
                      <a:pt x="3594" y="1578"/>
                      <a:pt x="3628" y="1578"/>
                    </a:cubicBezTo>
                    <a:cubicBezTo>
                      <a:pt x="3661" y="1578"/>
                      <a:pt x="3695" y="1590"/>
                      <a:pt x="3720" y="1615"/>
                    </a:cubicBezTo>
                    <a:lnTo>
                      <a:pt x="4460" y="2355"/>
                    </a:lnTo>
                    <a:cubicBezTo>
                      <a:pt x="4581" y="2475"/>
                      <a:pt x="4743" y="2539"/>
                      <a:pt x="4907" y="2539"/>
                    </a:cubicBezTo>
                    <a:cubicBezTo>
                      <a:pt x="4998" y="2539"/>
                      <a:pt x="5090" y="2520"/>
                      <a:pt x="5175" y="2479"/>
                    </a:cubicBezTo>
                    <a:cubicBezTo>
                      <a:pt x="5337" y="2401"/>
                      <a:pt x="5505" y="2332"/>
                      <a:pt x="5674" y="2272"/>
                    </a:cubicBezTo>
                    <a:cubicBezTo>
                      <a:pt x="5923" y="2182"/>
                      <a:pt x="6092" y="1944"/>
                      <a:pt x="6092" y="1678"/>
                    </a:cubicBezTo>
                    <a:lnTo>
                      <a:pt x="6092" y="632"/>
                    </a:lnTo>
                    <a:cubicBezTo>
                      <a:pt x="6092" y="561"/>
                      <a:pt x="6150" y="503"/>
                      <a:pt x="6221" y="503"/>
                    </a:cubicBezTo>
                    <a:close/>
                    <a:moveTo>
                      <a:pt x="6221" y="1"/>
                    </a:moveTo>
                    <a:cubicBezTo>
                      <a:pt x="5872" y="1"/>
                      <a:pt x="5590" y="283"/>
                      <a:pt x="5590" y="632"/>
                    </a:cubicBezTo>
                    <a:lnTo>
                      <a:pt x="5590" y="1678"/>
                    </a:lnTo>
                    <a:cubicBezTo>
                      <a:pt x="5590" y="1732"/>
                      <a:pt x="5555" y="1782"/>
                      <a:pt x="5504" y="1800"/>
                    </a:cubicBezTo>
                    <a:cubicBezTo>
                      <a:pt x="5320" y="1866"/>
                      <a:pt x="5137" y="1942"/>
                      <a:pt x="4960" y="2025"/>
                    </a:cubicBezTo>
                    <a:cubicBezTo>
                      <a:pt x="4942" y="2033"/>
                      <a:pt x="4924" y="2037"/>
                      <a:pt x="4905" y="2037"/>
                    </a:cubicBezTo>
                    <a:cubicBezTo>
                      <a:pt x="4872" y="2037"/>
                      <a:pt x="4839" y="2024"/>
                      <a:pt x="4815" y="2000"/>
                    </a:cubicBezTo>
                    <a:lnTo>
                      <a:pt x="4075" y="1260"/>
                    </a:lnTo>
                    <a:cubicBezTo>
                      <a:pt x="3956" y="1141"/>
                      <a:pt x="3797" y="1075"/>
                      <a:pt x="3627" y="1075"/>
                    </a:cubicBezTo>
                    <a:cubicBezTo>
                      <a:pt x="3458" y="1075"/>
                      <a:pt x="3300" y="1141"/>
                      <a:pt x="3181" y="1260"/>
                    </a:cubicBezTo>
                    <a:lnTo>
                      <a:pt x="1260" y="3181"/>
                    </a:lnTo>
                    <a:cubicBezTo>
                      <a:pt x="1141" y="3302"/>
                      <a:pt x="1075" y="3460"/>
                      <a:pt x="1075" y="3629"/>
                    </a:cubicBezTo>
                    <a:cubicBezTo>
                      <a:pt x="1075" y="3797"/>
                      <a:pt x="1141" y="3956"/>
                      <a:pt x="1260" y="4075"/>
                    </a:cubicBezTo>
                    <a:lnTo>
                      <a:pt x="2000" y="4815"/>
                    </a:lnTo>
                    <a:cubicBezTo>
                      <a:pt x="2038" y="4853"/>
                      <a:pt x="2048" y="4911"/>
                      <a:pt x="2024" y="4960"/>
                    </a:cubicBezTo>
                    <a:cubicBezTo>
                      <a:pt x="1940" y="5139"/>
                      <a:pt x="1864" y="5322"/>
                      <a:pt x="1798" y="5506"/>
                    </a:cubicBezTo>
                    <a:cubicBezTo>
                      <a:pt x="1780" y="5555"/>
                      <a:pt x="1732" y="5590"/>
                      <a:pt x="1678" y="5590"/>
                    </a:cubicBezTo>
                    <a:lnTo>
                      <a:pt x="632" y="5590"/>
                    </a:lnTo>
                    <a:cubicBezTo>
                      <a:pt x="283" y="5590"/>
                      <a:pt x="1" y="5874"/>
                      <a:pt x="1" y="6221"/>
                    </a:cubicBezTo>
                    <a:lnTo>
                      <a:pt x="1" y="8940"/>
                    </a:lnTo>
                    <a:cubicBezTo>
                      <a:pt x="1" y="9287"/>
                      <a:pt x="283" y="9571"/>
                      <a:pt x="632" y="9571"/>
                    </a:cubicBezTo>
                    <a:lnTo>
                      <a:pt x="1678" y="9571"/>
                    </a:lnTo>
                    <a:cubicBezTo>
                      <a:pt x="1732" y="9571"/>
                      <a:pt x="1780" y="9606"/>
                      <a:pt x="1798" y="9656"/>
                    </a:cubicBezTo>
                    <a:cubicBezTo>
                      <a:pt x="1864" y="9839"/>
                      <a:pt x="1940" y="10022"/>
                      <a:pt x="2024" y="10201"/>
                    </a:cubicBezTo>
                    <a:cubicBezTo>
                      <a:pt x="2048" y="10249"/>
                      <a:pt x="2038" y="10308"/>
                      <a:pt x="2000" y="10346"/>
                    </a:cubicBezTo>
                    <a:lnTo>
                      <a:pt x="1260" y="11086"/>
                    </a:lnTo>
                    <a:cubicBezTo>
                      <a:pt x="1139" y="11205"/>
                      <a:pt x="1075" y="11364"/>
                      <a:pt x="1075" y="11532"/>
                    </a:cubicBezTo>
                    <a:cubicBezTo>
                      <a:pt x="1075" y="11701"/>
                      <a:pt x="1139" y="11859"/>
                      <a:pt x="1260" y="11978"/>
                    </a:cubicBezTo>
                    <a:lnTo>
                      <a:pt x="3181" y="13901"/>
                    </a:lnTo>
                    <a:cubicBezTo>
                      <a:pt x="3300" y="14020"/>
                      <a:pt x="3458" y="14086"/>
                      <a:pt x="3627" y="14086"/>
                    </a:cubicBezTo>
                    <a:cubicBezTo>
                      <a:pt x="3797" y="14086"/>
                      <a:pt x="3954" y="14020"/>
                      <a:pt x="4075" y="13901"/>
                    </a:cubicBezTo>
                    <a:lnTo>
                      <a:pt x="4813" y="13161"/>
                    </a:lnTo>
                    <a:cubicBezTo>
                      <a:pt x="4839" y="13136"/>
                      <a:pt x="4873" y="13123"/>
                      <a:pt x="4907" y="13123"/>
                    </a:cubicBezTo>
                    <a:cubicBezTo>
                      <a:pt x="4925" y="13123"/>
                      <a:pt x="4943" y="13127"/>
                      <a:pt x="4960" y="13135"/>
                    </a:cubicBezTo>
                    <a:cubicBezTo>
                      <a:pt x="5137" y="13219"/>
                      <a:pt x="5320" y="13295"/>
                      <a:pt x="5504" y="13361"/>
                    </a:cubicBezTo>
                    <a:cubicBezTo>
                      <a:pt x="5555" y="13379"/>
                      <a:pt x="5590" y="13429"/>
                      <a:pt x="5590" y="13483"/>
                    </a:cubicBezTo>
                    <a:lnTo>
                      <a:pt x="5590" y="14529"/>
                    </a:lnTo>
                    <a:cubicBezTo>
                      <a:pt x="5590" y="14876"/>
                      <a:pt x="5872" y="15160"/>
                      <a:pt x="6221" y="15160"/>
                    </a:cubicBezTo>
                    <a:lnTo>
                      <a:pt x="8938" y="15160"/>
                    </a:lnTo>
                    <a:cubicBezTo>
                      <a:pt x="9287" y="15160"/>
                      <a:pt x="9571" y="14876"/>
                      <a:pt x="9571" y="14529"/>
                    </a:cubicBezTo>
                    <a:lnTo>
                      <a:pt x="9571" y="13483"/>
                    </a:lnTo>
                    <a:cubicBezTo>
                      <a:pt x="9571" y="13429"/>
                      <a:pt x="9604" y="13379"/>
                      <a:pt x="9655" y="13361"/>
                    </a:cubicBezTo>
                    <a:cubicBezTo>
                      <a:pt x="9840" y="13295"/>
                      <a:pt x="10022" y="13219"/>
                      <a:pt x="10199" y="13136"/>
                    </a:cubicBezTo>
                    <a:cubicBezTo>
                      <a:pt x="10217" y="13128"/>
                      <a:pt x="10236" y="13124"/>
                      <a:pt x="10255" y="13124"/>
                    </a:cubicBezTo>
                    <a:cubicBezTo>
                      <a:pt x="10289" y="13124"/>
                      <a:pt x="10322" y="13137"/>
                      <a:pt x="10346" y="13161"/>
                    </a:cubicBezTo>
                    <a:lnTo>
                      <a:pt x="11086" y="13901"/>
                    </a:lnTo>
                    <a:cubicBezTo>
                      <a:pt x="11205" y="14020"/>
                      <a:pt x="11364" y="14086"/>
                      <a:pt x="11532" y="14086"/>
                    </a:cubicBezTo>
                    <a:cubicBezTo>
                      <a:pt x="11701" y="14086"/>
                      <a:pt x="11859" y="14020"/>
                      <a:pt x="11978" y="13901"/>
                    </a:cubicBezTo>
                    <a:lnTo>
                      <a:pt x="13901" y="11978"/>
                    </a:lnTo>
                    <a:cubicBezTo>
                      <a:pt x="14020" y="11859"/>
                      <a:pt x="14086" y="11701"/>
                      <a:pt x="14086" y="11532"/>
                    </a:cubicBezTo>
                    <a:cubicBezTo>
                      <a:pt x="14086" y="11364"/>
                      <a:pt x="14020" y="11205"/>
                      <a:pt x="13901" y="11086"/>
                    </a:cubicBezTo>
                    <a:lnTo>
                      <a:pt x="13161" y="10346"/>
                    </a:lnTo>
                    <a:cubicBezTo>
                      <a:pt x="13123" y="10308"/>
                      <a:pt x="13112" y="10249"/>
                      <a:pt x="13135" y="10201"/>
                    </a:cubicBezTo>
                    <a:cubicBezTo>
                      <a:pt x="13219" y="10022"/>
                      <a:pt x="13295" y="9839"/>
                      <a:pt x="13361" y="9656"/>
                    </a:cubicBezTo>
                    <a:cubicBezTo>
                      <a:pt x="13379" y="9604"/>
                      <a:pt x="13429" y="9571"/>
                      <a:pt x="13482" y="9571"/>
                    </a:cubicBezTo>
                    <a:lnTo>
                      <a:pt x="14529" y="9571"/>
                    </a:lnTo>
                    <a:cubicBezTo>
                      <a:pt x="14876" y="9571"/>
                      <a:pt x="15160" y="9287"/>
                      <a:pt x="15160" y="8940"/>
                    </a:cubicBezTo>
                    <a:lnTo>
                      <a:pt x="15160" y="6221"/>
                    </a:lnTo>
                    <a:cubicBezTo>
                      <a:pt x="15160" y="5872"/>
                      <a:pt x="14876" y="5590"/>
                      <a:pt x="14529" y="5590"/>
                    </a:cubicBezTo>
                    <a:lnTo>
                      <a:pt x="13483" y="5590"/>
                    </a:lnTo>
                    <a:cubicBezTo>
                      <a:pt x="13429" y="5590"/>
                      <a:pt x="13379" y="5555"/>
                      <a:pt x="13361" y="5504"/>
                    </a:cubicBezTo>
                    <a:cubicBezTo>
                      <a:pt x="13295" y="5321"/>
                      <a:pt x="13219" y="5137"/>
                      <a:pt x="13136" y="4960"/>
                    </a:cubicBezTo>
                    <a:cubicBezTo>
                      <a:pt x="13113" y="4911"/>
                      <a:pt x="13123" y="4853"/>
                      <a:pt x="13161" y="4813"/>
                    </a:cubicBezTo>
                    <a:lnTo>
                      <a:pt x="13901" y="4075"/>
                    </a:lnTo>
                    <a:cubicBezTo>
                      <a:pt x="14020" y="3954"/>
                      <a:pt x="14086" y="3796"/>
                      <a:pt x="14086" y="3627"/>
                    </a:cubicBezTo>
                    <a:cubicBezTo>
                      <a:pt x="14086" y="3459"/>
                      <a:pt x="14020" y="3300"/>
                      <a:pt x="13901" y="3181"/>
                    </a:cubicBezTo>
                    <a:lnTo>
                      <a:pt x="11978" y="1260"/>
                    </a:lnTo>
                    <a:cubicBezTo>
                      <a:pt x="11859" y="1141"/>
                      <a:pt x="11701" y="1075"/>
                      <a:pt x="11532" y="1075"/>
                    </a:cubicBezTo>
                    <a:cubicBezTo>
                      <a:pt x="11364" y="1075"/>
                      <a:pt x="11205" y="1141"/>
                      <a:pt x="11086" y="1260"/>
                    </a:cubicBezTo>
                    <a:lnTo>
                      <a:pt x="10346" y="2000"/>
                    </a:lnTo>
                    <a:cubicBezTo>
                      <a:pt x="10322" y="2024"/>
                      <a:pt x="10289" y="2037"/>
                      <a:pt x="10255" y="2037"/>
                    </a:cubicBezTo>
                    <a:cubicBezTo>
                      <a:pt x="10237" y="2037"/>
                      <a:pt x="10218" y="2033"/>
                      <a:pt x="10201" y="2025"/>
                    </a:cubicBezTo>
                    <a:cubicBezTo>
                      <a:pt x="10024" y="1942"/>
                      <a:pt x="9840" y="1866"/>
                      <a:pt x="9655" y="1800"/>
                    </a:cubicBezTo>
                    <a:cubicBezTo>
                      <a:pt x="9604" y="1780"/>
                      <a:pt x="9571" y="1732"/>
                      <a:pt x="9571" y="1678"/>
                    </a:cubicBezTo>
                    <a:lnTo>
                      <a:pt x="9571" y="632"/>
                    </a:lnTo>
                    <a:cubicBezTo>
                      <a:pt x="9571" y="283"/>
                      <a:pt x="9287" y="1"/>
                      <a:pt x="8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 name="Google Shape;616;p37"/>
            <p:cNvSpPr/>
            <p:nvPr/>
          </p:nvSpPr>
          <p:spPr>
            <a:xfrm>
              <a:off x="8699646" y="3050687"/>
              <a:ext cx="96300" cy="960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7" name="Google Shape;617;p37"/>
            <p:cNvGrpSpPr/>
            <p:nvPr/>
          </p:nvGrpSpPr>
          <p:grpSpPr>
            <a:xfrm>
              <a:off x="7165942" y="4077859"/>
              <a:ext cx="1388271" cy="1388226"/>
              <a:chOff x="5708875" y="1687175"/>
              <a:chExt cx="758950" cy="758925"/>
            </a:xfrm>
          </p:grpSpPr>
          <p:sp>
            <p:nvSpPr>
              <p:cNvPr id="618" name="Google Shape;618;p37"/>
              <p:cNvSpPr/>
              <p:nvPr/>
            </p:nvSpPr>
            <p:spPr>
              <a:xfrm>
                <a:off x="5708875" y="1687175"/>
                <a:ext cx="758950" cy="758925"/>
              </a:xfrm>
              <a:custGeom>
                <a:avLst/>
                <a:gdLst/>
                <a:ahLst/>
                <a:cxnLst/>
                <a:rect l="l" t="t" r="r" b="b"/>
                <a:pathLst>
                  <a:path w="30358" h="30357" extrusionOk="0">
                    <a:moveTo>
                      <a:pt x="15157" y="1"/>
                    </a:moveTo>
                    <a:lnTo>
                      <a:pt x="15157" y="315"/>
                    </a:lnTo>
                    <a:lnTo>
                      <a:pt x="15179" y="315"/>
                    </a:lnTo>
                    <a:cubicBezTo>
                      <a:pt x="15329" y="315"/>
                      <a:pt x="15476" y="316"/>
                      <a:pt x="15625" y="321"/>
                    </a:cubicBezTo>
                    <a:lnTo>
                      <a:pt x="15633" y="8"/>
                    </a:lnTo>
                    <a:cubicBezTo>
                      <a:pt x="15483" y="3"/>
                      <a:pt x="15331" y="1"/>
                      <a:pt x="15179" y="1"/>
                    </a:cubicBezTo>
                    <a:close/>
                    <a:moveTo>
                      <a:pt x="13256" y="120"/>
                    </a:moveTo>
                    <a:cubicBezTo>
                      <a:pt x="13097" y="141"/>
                      <a:pt x="12940" y="163"/>
                      <a:pt x="12783" y="188"/>
                    </a:cubicBezTo>
                    <a:lnTo>
                      <a:pt x="12833" y="498"/>
                    </a:lnTo>
                    <a:cubicBezTo>
                      <a:pt x="12986" y="473"/>
                      <a:pt x="13140" y="452"/>
                      <a:pt x="13295" y="432"/>
                    </a:cubicBezTo>
                    <a:lnTo>
                      <a:pt x="13256" y="120"/>
                    </a:lnTo>
                    <a:close/>
                    <a:moveTo>
                      <a:pt x="17531" y="181"/>
                    </a:moveTo>
                    <a:lnTo>
                      <a:pt x="17483" y="492"/>
                    </a:lnTo>
                    <a:cubicBezTo>
                      <a:pt x="17637" y="515"/>
                      <a:pt x="17791" y="541"/>
                      <a:pt x="17943" y="571"/>
                    </a:cubicBezTo>
                    <a:lnTo>
                      <a:pt x="18000" y="262"/>
                    </a:lnTo>
                    <a:cubicBezTo>
                      <a:pt x="17845" y="232"/>
                      <a:pt x="17688" y="206"/>
                      <a:pt x="17531" y="181"/>
                    </a:cubicBezTo>
                    <a:close/>
                    <a:moveTo>
                      <a:pt x="10924" y="606"/>
                    </a:moveTo>
                    <a:cubicBezTo>
                      <a:pt x="10771" y="649"/>
                      <a:pt x="10619" y="696"/>
                      <a:pt x="10469" y="746"/>
                    </a:cubicBezTo>
                    <a:lnTo>
                      <a:pt x="10566" y="1043"/>
                    </a:lnTo>
                    <a:cubicBezTo>
                      <a:pt x="10713" y="995"/>
                      <a:pt x="10862" y="949"/>
                      <a:pt x="11012" y="906"/>
                    </a:cubicBezTo>
                    <a:lnTo>
                      <a:pt x="10924" y="606"/>
                    </a:lnTo>
                    <a:close/>
                    <a:moveTo>
                      <a:pt x="19847" y="731"/>
                    </a:moveTo>
                    <a:lnTo>
                      <a:pt x="19752" y="1030"/>
                    </a:lnTo>
                    <a:cubicBezTo>
                      <a:pt x="19900" y="1078"/>
                      <a:pt x="20047" y="1129"/>
                      <a:pt x="20194" y="1180"/>
                    </a:cubicBezTo>
                    <a:lnTo>
                      <a:pt x="20300" y="886"/>
                    </a:lnTo>
                    <a:cubicBezTo>
                      <a:pt x="20150" y="832"/>
                      <a:pt x="19999" y="781"/>
                      <a:pt x="19847" y="731"/>
                    </a:cubicBezTo>
                    <a:close/>
                    <a:moveTo>
                      <a:pt x="8697" y="1450"/>
                    </a:moveTo>
                    <a:cubicBezTo>
                      <a:pt x="8554" y="1518"/>
                      <a:pt x="8412" y="1587"/>
                      <a:pt x="8271" y="1660"/>
                    </a:cubicBezTo>
                    <a:lnTo>
                      <a:pt x="8413" y="1939"/>
                    </a:lnTo>
                    <a:cubicBezTo>
                      <a:pt x="8552" y="1868"/>
                      <a:pt x="8691" y="1800"/>
                      <a:pt x="8831" y="1734"/>
                    </a:cubicBezTo>
                    <a:lnTo>
                      <a:pt x="8697" y="1450"/>
                    </a:lnTo>
                    <a:close/>
                    <a:moveTo>
                      <a:pt x="22051" y="1641"/>
                    </a:moveTo>
                    <a:lnTo>
                      <a:pt x="21909" y="1921"/>
                    </a:lnTo>
                    <a:cubicBezTo>
                      <a:pt x="22048" y="1992"/>
                      <a:pt x="22185" y="2064"/>
                      <a:pt x="22322" y="2140"/>
                    </a:cubicBezTo>
                    <a:lnTo>
                      <a:pt x="22473" y="1864"/>
                    </a:lnTo>
                    <a:cubicBezTo>
                      <a:pt x="22334" y="1788"/>
                      <a:pt x="22193" y="1714"/>
                      <a:pt x="22051" y="1641"/>
                    </a:cubicBezTo>
                    <a:close/>
                    <a:moveTo>
                      <a:pt x="6632" y="2633"/>
                    </a:moveTo>
                    <a:cubicBezTo>
                      <a:pt x="6502" y="2722"/>
                      <a:pt x="6371" y="2814"/>
                      <a:pt x="6244" y="2907"/>
                    </a:cubicBezTo>
                    <a:lnTo>
                      <a:pt x="6429" y="3161"/>
                    </a:lnTo>
                    <a:cubicBezTo>
                      <a:pt x="6555" y="3069"/>
                      <a:pt x="6682" y="2980"/>
                      <a:pt x="6809" y="2892"/>
                    </a:cubicBezTo>
                    <a:lnTo>
                      <a:pt x="6632" y="2633"/>
                    </a:lnTo>
                    <a:close/>
                    <a:moveTo>
                      <a:pt x="24083" y="2885"/>
                    </a:moveTo>
                    <a:lnTo>
                      <a:pt x="23898" y="3138"/>
                    </a:lnTo>
                    <a:cubicBezTo>
                      <a:pt x="24025" y="3231"/>
                      <a:pt x="24149" y="3323"/>
                      <a:pt x="24273" y="3419"/>
                    </a:cubicBezTo>
                    <a:lnTo>
                      <a:pt x="24465" y="3171"/>
                    </a:lnTo>
                    <a:cubicBezTo>
                      <a:pt x="24339" y="3074"/>
                      <a:pt x="24212" y="2978"/>
                      <a:pt x="24083" y="2885"/>
                    </a:cubicBezTo>
                    <a:close/>
                    <a:moveTo>
                      <a:pt x="4779" y="4124"/>
                    </a:moveTo>
                    <a:cubicBezTo>
                      <a:pt x="4663" y="4234"/>
                      <a:pt x="4549" y="4344"/>
                      <a:pt x="4437" y="4457"/>
                    </a:cubicBezTo>
                    <a:lnTo>
                      <a:pt x="4658" y="4678"/>
                    </a:lnTo>
                    <a:cubicBezTo>
                      <a:pt x="4769" y="4569"/>
                      <a:pt x="4880" y="4460"/>
                      <a:pt x="4994" y="4352"/>
                    </a:cubicBezTo>
                    <a:lnTo>
                      <a:pt x="4779" y="4124"/>
                    </a:lnTo>
                    <a:close/>
                    <a:moveTo>
                      <a:pt x="25896" y="4430"/>
                    </a:moveTo>
                    <a:lnTo>
                      <a:pt x="25674" y="4652"/>
                    </a:lnTo>
                    <a:cubicBezTo>
                      <a:pt x="25785" y="4762"/>
                      <a:pt x="25892" y="4873"/>
                      <a:pt x="26000" y="4987"/>
                    </a:cubicBezTo>
                    <a:lnTo>
                      <a:pt x="26228" y="4772"/>
                    </a:lnTo>
                    <a:cubicBezTo>
                      <a:pt x="26119" y="4656"/>
                      <a:pt x="26008" y="4542"/>
                      <a:pt x="25896" y="4430"/>
                    </a:cubicBezTo>
                    <a:close/>
                    <a:moveTo>
                      <a:pt x="3176" y="5887"/>
                    </a:moveTo>
                    <a:cubicBezTo>
                      <a:pt x="3079" y="6013"/>
                      <a:pt x="2985" y="6140"/>
                      <a:pt x="2890" y="6267"/>
                    </a:cubicBezTo>
                    <a:lnTo>
                      <a:pt x="3145" y="6452"/>
                    </a:lnTo>
                    <a:cubicBezTo>
                      <a:pt x="3236" y="6327"/>
                      <a:pt x="3330" y="6203"/>
                      <a:pt x="3424" y="6079"/>
                    </a:cubicBezTo>
                    <a:lnTo>
                      <a:pt x="3176" y="5887"/>
                    </a:lnTo>
                    <a:close/>
                    <a:moveTo>
                      <a:pt x="27445" y="6238"/>
                    </a:moveTo>
                    <a:lnTo>
                      <a:pt x="27192" y="6423"/>
                    </a:lnTo>
                    <a:cubicBezTo>
                      <a:pt x="27283" y="6548"/>
                      <a:pt x="27373" y="6674"/>
                      <a:pt x="27462" y="6803"/>
                    </a:cubicBezTo>
                    <a:lnTo>
                      <a:pt x="27720" y="6626"/>
                    </a:lnTo>
                    <a:cubicBezTo>
                      <a:pt x="27630" y="6495"/>
                      <a:pt x="27539" y="6365"/>
                      <a:pt x="27445" y="6238"/>
                    </a:cubicBezTo>
                    <a:close/>
                    <a:moveTo>
                      <a:pt x="1869" y="7878"/>
                    </a:moveTo>
                    <a:cubicBezTo>
                      <a:pt x="1792" y="8017"/>
                      <a:pt x="1717" y="8157"/>
                      <a:pt x="1646" y="8299"/>
                    </a:cubicBezTo>
                    <a:lnTo>
                      <a:pt x="1926" y="8441"/>
                    </a:lnTo>
                    <a:cubicBezTo>
                      <a:pt x="1997" y="8303"/>
                      <a:pt x="2069" y="8165"/>
                      <a:pt x="2144" y="8028"/>
                    </a:cubicBezTo>
                    <a:lnTo>
                      <a:pt x="1869" y="7878"/>
                    </a:lnTo>
                    <a:close/>
                    <a:moveTo>
                      <a:pt x="28694" y="8263"/>
                    </a:moveTo>
                    <a:lnTo>
                      <a:pt x="28415" y="8407"/>
                    </a:lnTo>
                    <a:cubicBezTo>
                      <a:pt x="28486" y="8544"/>
                      <a:pt x="28554" y="8684"/>
                      <a:pt x="28620" y="8825"/>
                    </a:cubicBezTo>
                    <a:lnTo>
                      <a:pt x="28904" y="8689"/>
                    </a:lnTo>
                    <a:cubicBezTo>
                      <a:pt x="28836" y="8545"/>
                      <a:pt x="28765" y="8403"/>
                      <a:pt x="28694" y="8263"/>
                    </a:cubicBezTo>
                    <a:close/>
                    <a:moveTo>
                      <a:pt x="890" y="10050"/>
                    </a:moveTo>
                    <a:cubicBezTo>
                      <a:pt x="835" y="10199"/>
                      <a:pt x="784" y="10351"/>
                      <a:pt x="734" y="10503"/>
                    </a:cubicBezTo>
                    <a:lnTo>
                      <a:pt x="1033" y="10599"/>
                    </a:lnTo>
                    <a:cubicBezTo>
                      <a:pt x="1081" y="10450"/>
                      <a:pt x="1133" y="10303"/>
                      <a:pt x="1184" y="10156"/>
                    </a:cubicBezTo>
                    <a:lnTo>
                      <a:pt x="890" y="10050"/>
                    </a:lnTo>
                    <a:close/>
                    <a:moveTo>
                      <a:pt x="29609" y="10460"/>
                    </a:moveTo>
                    <a:lnTo>
                      <a:pt x="29310" y="10558"/>
                    </a:lnTo>
                    <a:cubicBezTo>
                      <a:pt x="29360" y="10705"/>
                      <a:pt x="29405" y="10853"/>
                      <a:pt x="29449" y="11004"/>
                    </a:cubicBezTo>
                    <a:lnTo>
                      <a:pt x="29750" y="10916"/>
                    </a:lnTo>
                    <a:cubicBezTo>
                      <a:pt x="29705" y="10763"/>
                      <a:pt x="29659" y="10611"/>
                      <a:pt x="29609" y="10460"/>
                    </a:cubicBezTo>
                    <a:close/>
                    <a:moveTo>
                      <a:pt x="264" y="12350"/>
                    </a:moveTo>
                    <a:cubicBezTo>
                      <a:pt x="236" y="12505"/>
                      <a:pt x="207" y="12662"/>
                      <a:pt x="183" y="12819"/>
                    </a:cubicBezTo>
                    <a:lnTo>
                      <a:pt x="493" y="12867"/>
                    </a:lnTo>
                    <a:cubicBezTo>
                      <a:pt x="518" y="12714"/>
                      <a:pt x="544" y="12560"/>
                      <a:pt x="573" y="12408"/>
                    </a:cubicBezTo>
                    <a:lnTo>
                      <a:pt x="264" y="12350"/>
                    </a:lnTo>
                    <a:close/>
                    <a:moveTo>
                      <a:pt x="30168" y="12775"/>
                    </a:moveTo>
                    <a:lnTo>
                      <a:pt x="29857" y="12824"/>
                    </a:lnTo>
                    <a:cubicBezTo>
                      <a:pt x="29882" y="12978"/>
                      <a:pt x="29904" y="13132"/>
                      <a:pt x="29923" y="13287"/>
                    </a:cubicBezTo>
                    <a:lnTo>
                      <a:pt x="30236" y="13247"/>
                    </a:lnTo>
                    <a:cubicBezTo>
                      <a:pt x="30216" y="13089"/>
                      <a:pt x="30193" y="12932"/>
                      <a:pt x="30168" y="12775"/>
                    </a:cubicBezTo>
                    <a:close/>
                    <a:moveTo>
                      <a:pt x="8" y="14716"/>
                    </a:moveTo>
                    <a:cubicBezTo>
                      <a:pt x="3" y="14870"/>
                      <a:pt x="1" y="15023"/>
                      <a:pt x="1" y="15179"/>
                    </a:cubicBezTo>
                    <a:lnTo>
                      <a:pt x="1" y="15193"/>
                    </a:lnTo>
                    <a:lnTo>
                      <a:pt x="315" y="15179"/>
                    </a:lnTo>
                    <a:cubicBezTo>
                      <a:pt x="315" y="15027"/>
                      <a:pt x="316" y="14876"/>
                      <a:pt x="321" y="14726"/>
                    </a:cubicBezTo>
                    <a:lnTo>
                      <a:pt x="8" y="14716"/>
                    </a:lnTo>
                    <a:close/>
                    <a:moveTo>
                      <a:pt x="30044" y="15149"/>
                    </a:moveTo>
                    <a:lnTo>
                      <a:pt x="30044" y="15179"/>
                    </a:lnTo>
                    <a:cubicBezTo>
                      <a:pt x="30044" y="15334"/>
                      <a:pt x="30041" y="15491"/>
                      <a:pt x="30036" y="15644"/>
                    </a:cubicBezTo>
                    <a:lnTo>
                      <a:pt x="30350" y="15654"/>
                    </a:lnTo>
                    <a:cubicBezTo>
                      <a:pt x="30355" y="15497"/>
                      <a:pt x="30358" y="15337"/>
                      <a:pt x="30358" y="15177"/>
                    </a:cubicBezTo>
                    <a:lnTo>
                      <a:pt x="30358" y="15149"/>
                    </a:lnTo>
                    <a:close/>
                    <a:moveTo>
                      <a:pt x="432" y="17055"/>
                    </a:moveTo>
                    <a:lnTo>
                      <a:pt x="122" y="17095"/>
                    </a:lnTo>
                    <a:cubicBezTo>
                      <a:pt x="141" y="17254"/>
                      <a:pt x="163" y="17410"/>
                      <a:pt x="188" y="17567"/>
                    </a:cubicBezTo>
                    <a:lnTo>
                      <a:pt x="188" y="17566"/>
                    </a:lnTo>
                    <a:lnTo>
                      <a:pt x="498" y="17518"/>
                    </a:lnTo>
                    <a:cubicBezTo>
                      <a:pt x="473" y="17364"/>
                      <a:pt x="452" y="17211"/>
                      <a:pt x="432" y="17055"/>
                    </a:cubicBezTo>
                    <a:close/>
                    <a:moveTo>
                      <a:pt x="29862" y="17503"/>
                    </a:moveTo>
                    <a:cubicBezTo>
                      <a:pt x="29839" y="17657"/>
                      <a:pt x="29813" y="17810"/>
                      <a:pt x="29783" y="17964"/>
                    </a:cubicBezTo>
                    <a:lnTo>
                      <a:pt x="30092" y="18022"/>
                    </a:lnTo>
                    <a:cubicBezTo>
                      <a:pt x="30122" y="17866"/>
                      <a:pt x="30148" y="17710"/>
                      <a:pt x="30173" y="17553"/>
                    </a:cubicBezTo>
                    <a:lnTo>
                      <a:pt x="29862" y="17503"/>
                    </a:lnTo>
                    <a:close/>
                    <a:moveTo>
                      <a:pt x="905" y="19338"/>
                    </a:moveTo>
                    <a:lnTo>
                      <a:pt x="604" y="19426"/>
                    </a:lnTo>
                    <a:cubicBezTo>
                      <a:pt x="649" y="19580"/>
                      <a:pt x="695" y="19732"/>
                      <a:pt x="744" y="19882"/>
                    </a:cubicBezTo>
                    <a:lnTo>
                      <a:pt x="1043" y="19785"/>
                    </a:lnTo>
                    <a:cubicBezTo>
                      <a:pt x="995" y="19637"/>
                      <a:pt x="949" y="19489"/>
                      <a:pt x="905" y="19338"/>
                    </a:cubicBezTo>
                    <a:close/>
                    <a:moveTo>
                      <a:pt x="29320" y="19771"/>
                    </a:moveTo>
                    <a:cubicBezTo>
                      <a:pt x="29272" y="19920"/>
                      <a:pt x="29221" y="20067"/>
                      <a:pt x="29168" y="20214"/>
                    </a:cubicBezTo>
                    <a:lnTo>
                      <a:pt x="29464" y="20321"/>
                    </a:lnTo>
                    <a:cubicBezTo>
                      <a:pt x="29519" y="20171"/>
                      <a:pt x="29570" y="20019"/>
                      <a:pt x="29619" y="19869"/>
                    </a:cubicBezTo>
                    <a:lnTo>
                      <a:pt x="29320" y="19771"/>
                    </a:lnTo>
                    <a:close/>
                    <a:moveTo>
                      <a:pt x="1732" y="21519"/>
                    </a:moveTo>
                    <a:lnTo>
                      <a:pt x="1448" y="21653"/>
                    </a:lnTo>
                    <a:cubicBezTo>
                      <a:pt x="1516" y="21797"/>
                      <a:pt x="1585" y="21939"/>
                      <a:pt x="1658" y="22081"/>
                    </a:cubicBezTo>
                    <a:lnTo>
                      <a:pt x="1937" y="21937"/>
                    </a:lnTo>
                    <a:cubicBezTo>
                      <a:pt x="1866" y="21798"/>
                      <a:pt x="1798" y="21660"/>
                      <a:pt x="1732" y="21519"/>
                    </a:cubicBezTo>
                    <a:close/>
                    <a:moveTo>
                      <a:pt x="28427" y="21927"/>
                    </a:moveTo>
                    <a:cubicBezTo>
                      <a:pt x="28356" y="22066"/>
                      <a:pt x="28283" y="22205"/>
                      <a:pt x="28207" y="22340"/>
                    </a:cubicBezTo>
                    <a:lnTo>
                      <a:pt x="28483" y="22492"/>
                    </a:lnTo>
                    <a:cubicBezTo>
                      <a:pt x="28559" y="22352"/>
                      <a:pt x="28633" y="22211"/>
                      <a:pt x="28706" y="22069"/>
                    </a:cubicBezTo>
                    <a:lnTo>
                      <a:pt x="28427" y="21927"/>
                    </a:lnTo>
                    <a:close/>
                    <a:moveTo>
                      <a:pt x="2889" y="23541"/>
                    </a:moveTo>
                    <a:lnTo>
                      <a:pt x="2629" y="23718"/>
                    </a:lnTo>
                    <a:cubicBezTo>
                      <a:pt x="2720" y="23849"/>
                      <a:pt x="2811" y="23979"/>
                      <a:pt x="2904" y="24108"/>
                    </a:cubicBezTo>
                    <a:lnTo>
                      <a:pt x="2905" y="24108"/>
                    </a:lnTo>
                    <a:lnTo>
                      <a:pt x="3158" y="23923"/>
                    </a:lnTo>
                    <a:cubicBezTo>
                      <a:pt x="3067" y="23797"/>
                      <a:pt x="2976" y="23670"/>
                      <a:pt x="2889" y="23541"/>
                    </a:cubicBezTo>
                    <a:close/>
                    <a:moveTo>
                      <a:pt x="27206" y="23916"/>
                    </a:moveTo>
                    <a:cubicBezTo>
                      <a:pt x="27113" y="24042"/>
                      <a:pt x="27021" y="24166"/>
                      <a:pt x="26925" y="24290"/>
                    </a:cubicBezTo>
                    <a:lnTo>
                      <a:pt x="27173" y="24481"/>
                    </a:lnTo>
                    <a:cubicBezTo>
                      <a:pt x="27270" y="24356"/>
                      <a:pt x="27366" y="24229"/>
                      <a:pt x="27460" y="24100"/>
                    </a:cubicBezTo>
                    <a:lnTo>
                      <a:pt x="27206" y="23916"/>
                    </a:lnTo>
                    <a:close/>
                    <a:moveTo>
                      <a:pt x="4349" y="25359"/>
                    </a:moveTo>
                    <a:lnTo>
                      <a:pt x="4121" y="25573"/>
                    </a:lnTo>
                    <a:cubicBezTo>
                      <a:pt x="4229" y="25691"/>
                      <a:pt x="4339" y="25805"/>
                      <a:pt x="4452" y="25917"/>
                    </a:cubicBezTo>
                    <a:lnTo>
                      <a:pt x="4675" y="25694"/>
                    </a:lnTo>
                    <a:cubicBezTo>
                      <a:pt x="4564" y="25583"/>
                      <a:pt x="4457" y="25473"/>
                      <a:pt x="4349" y="25359"/>
                    </a:cubicBezTo>
                    <a:close/>
                    <a:moveTo>
                      <a:pt x="25691" y="25689"/>
                    </a:moveTo>
                    <a:cubicBezTo>
                      <a:pt x="25580" y="25798"/>
                      <a:pt x="25468" y="25907"/>
                      <a:pt x="25355" y="26015"/>
                    </a:cubicBezTo>
                    <a:lnTo>
                      <a:pt x="25570" y="26242"/>
                    </a:lnTo>
                    <a:cubicBezTo>
                      <a:pt x="25686" y="26133"/>
                      <a:pt x="25800" y="26023"/>
                      <a:pt x="25912" y="25910"/>
                    </a:cubicBezTo>
                    <a:lnTo>
                      <a:pt x="25691" y="25689"/>
                    </a:lnTo>
                    <a:close/>
                    <a:moveTo>
                      <a:pt x="6074" y="26928"/>
                    </a:moveTo>
                    <a:lnTo>
                      <a:pt x="5882" y="27176"/>
                    </a:lnTo>
                    <a:cubicBezTo>
                      <a:pt x="6008" y="27273"/>
                      <a:pt x="6135" y="27369"/>
                      <a:pt x="6264" y="27463"/>
                    </a:cubicBezTo>
                    <a:lnTo>
                      <a:pt x="6447" y="27209"/>
                    </a:lnTo>
                    <a:cubicBezTo>
                      <a:pt x="6322" y="27118"/>
                      <a:pt x="6198" y="27024"/>
                      <a:pt x="6074" y="26928"/>
                    </a:cubicBezTo>
                    <a:close/>
                    <a:moveTo>
                      <a:pt x="23918" y="27204"/>
                    </a:moveTo>
                    <a:cubicBezTo>
                      <a:pt x="23793" y="27295"/>
                      <a:pt x="23665" y="27384"/>
                      <a:pt x="23536" y="27473"/>
                    </a:cubicBezTo>
                    <a:lnTo>
                      <a:pt x="23713" y="27733"/>
                    </a:lnTo>
                    <a:cubicBezTo>
                      <a:pt x="23845" y="27642"/>
                      <a:pt x="23974" y="27551"/>
                      <a:pt x="24103" y="27458"/>
                    </a:cubicBezTo>
                    <a:lnTo>
                      <a:pt x="23918" y="27204"/>
                    </a:lnTo>
                    <a:close/>
                    <a:moveTo>
                      <a:pt x="8023" y="28210"/>
                    </a:moveTo>
                    <a:lnTo>
                      <a:pt x="7873" y="28484"/>
                    </a:lnTo>
                    <a:cubicBezTo>
                      <a:pt x="8012" y="28562"/>
                      <a:pt x="8152" y="28636"/>
                      <a:pt x="8294" y="28709"/>
                    </a:cubicBezTo>
                    <a:lnTo>
                      <a:pt x="8436" y="28430"/>
                    </a:lnTo>
                    <a:cubicBezTo>
                      <a:pt x="8298" y="28359"/>
                      <a:pt x="8161" y="28284"/>
                      <a:pt x="8023" y="28210"/>
                    </a:cubicBezTo>
                    <a:close/>
                    <a:moveTo>
                      <a:pt x="21932" y="28423"/>
                    </a:moveTo>
                    <a:cubicBezTo>
                      <a:pt x="21794" y="28494"/>
                      <a:pt x="21655" y="28564"/>
                      <a:pt x="21514" y="28630"/>
                    </a:cubicBezTo>
                    <a:lnTo>
                      <a:pt x="21648" y="28912"/>
                    </a:lnTo>
                    <a:cubicBezTo>
                      <a:pt x="21792" y="28845"/>
                      <a:pt x="21934" y="28775"/>
                      <a:pt x="22074" y="28704"/>
                    </a:cubicBezTo>
                    <a:lnTo>
                      <a:pt x="21932" y="28423"/>
                    </a:lnTo>
                    <a:close/>
                    <a:moveTo>
                      <a:pt x="10151" y="29170"/>
                    </a:moveTo>
                    <a:lnTo>
                      <a:pt x="10044" y="29466"/>
                    </a:lnTo>
                    <a:cubicBezTo>
                      <a:pt x="10194" y="29520"/>
                      <a:pt x="10345" y="29571"/>
                      <a:pt x="10497" y="29621"/>
                    </a:cubicBezTo>
                    <a:lnTo>
                      <a:pt x="10594" y="29322"/>
                    </a:lnTo>
                    <a:cubicBezTo>
                      <a:pt x="10445" y="29274"/>
                      <a:pt x="10297" y="29223"/>
                      <a:pt x="10151" y="29170"/>
                    </a:cubicBezTo>
                    <a:close/>
                    <a:moveTo>
                      <a:pt x="19780" y="29317"/>
                    </a:moveTo>
                    <a:cubicBezTo>
                      <a:pt x="19631" y="29365"/>
                      <a:pt x="19482" y="29411"/>
                      <a:pt x="19334" y="29454"/>
                    </a:cubicBezTo>
                    <a:lnTo>
                      <a:pt x="19421" y="29756"/>
                    </a:lnTo>
                    <a:cubicBezTo>
                      <a:pt x="19573" y="29712"/>
                      <a:pt x="19725" y="29666"/>
                      <a:pt x="19877" y="29616"/>
                    </a:cubicBezTo>
                    <a:lnTo>
                      <a:pt x="19780" y="29317"/>
                    </a:lnTo>
                    <a:close/>
                    <a:moveTo>
                      <a:pt x="12401" y="29783"/>
                    </a:moveTo>
                    <a:lnTo>
                      <a:pt x="12344" y="30092"/>
                    </a:lnTo>
                    <a:cubicBezTo>
                      <a:pt x="12499" y="30122"/>
                      <a:pt x="12656" y="30148"/>
                      <a:pt x="12813" y="30173"/>
                    </a:cubicBezTo>
                    <a:lnTo>
                      <a:pt x="12862" y="29862"/>
                    </a:lnTo>
                    <a:cubicBezTo>
                      <a:pt x="12707" y="29839"/>
                      <a:pt x="12555" y="29813"/>
                      <a:pt x="12401" y="29783"/>
                    </a:cubicBezTo>
                    <a:close/>
                    <a:moveTo>
                      <a:pt x="17511" y="29861"/>
                    </a:moveTo>
                    <a:cubicBezTo>
                      <a:pt x="17358" y="29885"/>
                      <a:pt x="17204" y="29907"/>
                      <a:pt x="17049" y="29927"/>
                    </a:cubicBezTo>
                    <a:lnTo>
                      <a:pt x="17088" y="30237"/>
                    </a:lnTo>
                    <a:cubicBezTo>
                      <a:pt x="17247" y="30217"/>
                      <a:pt x="17404" y="30196"/>
                      <a:pt x="17561" y="30171"/>
                    </a:cubicBezTo>
                    <a:lnTo>
                      <a:pt x="17511" y="29861"/>
                    </a:lnTo>
                    <a:close/>
                    <a:moveTo>
                      <a:pt x="14719" y="30036"/>
                    </a:moveTo>
                    <a:lnTo>
                      <a:pt x="14711" y="30350"/>
                    </a:lnTo>
                    <a:cubicBezTo>
                      <a:pt x="14861" y="30355"/>
                      <a:pt x="15013" y="30356"/>
                      <a:pt x="15170" y="30356"/>
                    </a:cubicBezTo>
                    <a:lnTo>
                      <a:pt x="15185" y="30356"/>
                    </a:lnTo>
                    <a:lnTo>
                      <a:pt x="15187" y="30313"/>
                    </a:lnTo>
                    <a:lnTo>
                      <a:pt x="15180" y="30042"/>
                    </a:lnTo>
                    <a:cubicBezTo>
                      <a:pt x="15025" y="30042"/>
                      <a:pt x="14873" y="30041"/>
                      <a:pt x="14719" y="30036"/>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7"/>
              <p:cNvSpPr/>
              <p:nvPr/>
            </p:nvSpPr>
            <p:spPr>
              <a:xfrm>
                <a:off x="5909150" y="1887425"/>
                <a:ext cx="358400" cy="358425"/>
              </a:xfrm>
              <a:custGeom>
                <a:avLst/>
                <a:gdLst/>
                <a:ahLst/>
                <a:cxnLst/>
                <a:rect l="l" t="t" r="r" b="b"/>
                <a:pathLst>
                  <a:path w="14336" h="14337" extrusionOk="0">
                    <a:moveTo>
                      <a:pt x="7070" y="0"/>
                    </a:moveTo>
                    <a:lnTo>
                      <a:pt x="7093" y="1694"/>
                    </a:lnTo>
                    <a:lnTo>
                      <a:pt x="7169" y="1694"/>
                    </a:lnTo>
                    <a:cubicBezTo>
                      <a:pt x="10188" y="1694"/>
                      <a:pt x="12644" y="4149"/>
                      <a:pt x="12644" y="7169"/>
                    </a:cubicBezTo>
                    <a:cubicBezTo>
                      <a:pt x="12644" y="10187"/>
                      <a:pt x="10188" y="12644"/>
                      <a:pt x="7169" y="12644"/>
                    </a:cubicBezTo>
                    <a:cubicBezTo>
                      <a:pt x="4149" y="12644"/>
                      <a:pt x="1693" y="10187"/>
                      <a:pt x="1693" y="7169"/>
                    </a:cubicBezTo>
                    <a:cubicBezTo>
                      <a:pt x="1693" y="7142"/>
                      <a:pt x="1693" y="7117"/>
                      <a:pt x="1694" y="7093"/>
                    </a:cubicBezTo>
                    <a:lnTo>
                      <a:pt x="1" y="7069"/>
                    </a:lnTo>
                    <a:cubicBezTo>
                      <a:pt x="1" y="7102"/>
                      <a:pt x="1" y="7136"/>
                      <a:pt x="1" y="7169"/>
                    </a:cubicBezTo>
                    <a:cubicBezTo>
                      <a:pt x="1" y="11120"/>
                      <a:pt x="3216" y="14337"/>
                      <a:pt x="7169" y="14337"/>
                    </a:cubicBezTo>
                    <a:cubicBezTo>
                      <a:pt x="11121" y="14337"/>
                      <a:pt x="14336" y="11120"/>
                      <a:pt x="14336" y="7169"/>
                    </a:cubicBezTo>
                    <a:cubicBezTo>
                      <a:pt x="14336" y="3215"/>
                      <a:pt x="11121" y="0"/>
                      <a:pt x="716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7"/>
              <p:cNvSpPr/>
              <p:nvPr/>
            </p:nvSpPr>
            <p:spPr>
              <a:xfrm>
                <a:off x="6011600" y="1902525"/>
                <a:ext cx="21700" cy="40375"/>
              </a:xfrm>
              <a:custGeom>
                <a:avLst/>
                <a:gdLst/>
                <a:ahLst/>
                <a:cxnLst/>
                <a:rect l="l" t="t" r="r" b="b"/>
                <a:pathLst>
                  <a:path w="868" h="1615" extrusionOk="0">
                    <a:moveTo>
                      <a:pt x="185" y="1"/>
                    </a:moveTo>
                    <a:cubicBezTo>
                      <a:pt x="122" y="29"/>
                      <a:pt x="61" y="57"/>
                      <a:pt x="0" y="85"/>
                    </a:cubicBezTo>
                    <a:lnTo>
                      <a:pt x="725" y="1615"/>
                    </a:lnTo>
                    <a:cubicBezTo>
                      <a:pt x="772" y="1593"/>
                      <a:pt x="819" y="1570"/>
                      <a:pt x="867" y="1549"/>
                    </a:cubicBezTo>
                    <a:lnTo>
                      <a:pt x="18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37"/>
              <p:cNvSpPr/>
              <p:nvPr/>
            </p:nvSpPr>
            <p:spPr>
              <a:xfrm>
                <a:off x="5989325" y="1914475"/>
                <a:ext cx="26700" cy="38050"/>
              </a:xfrm>
              <a:custGeom>
                <a:avLst/>
                <a:gdLst/>
                <a:ahLst/>
                <a:cxnLst/>
                <a:rect l="l" t="t" r="r" b="b"/>
                <a:pathLst>
                  <a:path w="1068" h="1522" extrusionOk="0">
                    <a:moveTo>
                      <a:pt x="172" y="0"/>
                    </a:moveTo>
                    <a:cubicBezTo>
                      <a:pt x="115" y="37"/>
                      <a:pt x="57" y="73"/>
                      <a:pt x="1" y="111"/>
                    </a:cubicBezTo>
                    <a:lnTo>
                      <a:pt x="937" y="1522"/>
                    </a:lnTo>
                    <a:cubicBezTo>
                      <a:pt x="980" y="1492"/>
                      <a:pt x="1023" y="1464"/>
                      <a:pt x="1068" y="1436"/>
                    </a:cubicBezTo>
                    <a:lnTo>
                      <a:pt x="17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37"/>
              <p:cNvSpPr/>
              <p:nvPr/>
            </p:nvSpPr>
            <p:spPr>
              <a:xfrm>
                <a:off x="6035425" y="1893950"/>
                <a:ext cx="16250" cy="41850"/>
              </a:xfrm>
              <a:custGeom>
                <a:avLst/>
                <a:gdLst/>
                <a:ahLst/>
                <a:cxnLst/>
                <a:rect l="l" t="t" r="r" b="b"/>
                <a:pathLst>
                  <a:path w="650" h="1674" extrusionOk="0">
                    <a:moveTo>
                      <a:pt x="197" y="0"/>
                    </a:moveTo>
                    <a:cubicBezTo>
                      <a:pt x="131" y="18"/>
                      <a:pt x="65" y="37"/>
                      <a:pt x="0" y="56"/>
                    </a:cubicBezTo>
                    <a:lnTo>
                      <a:pt x="499" y="1674"/>
                    </a:lnTo>
                    <a:cubicBezTo>
                      <a:pt x="549" y="1659"/>
                      <a:pt x="600" y="1644"/>
                      <a:pt x="650" y="1631"/>
                    </a:cubicBezTo>
                    <a:lnTo>
                      <a:pt x="19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7"/>
              <p:cNvSpPr/>
              <p:nvPr/>
            </p:nvSpPr>
            <p:spPr>
              <a:xfrm>
                <a:off x="6060375" y="1888875"/>
                <a:ext cx="10475" cy="42550"/>
              </a:xfrm>
              <a:custGeom>
                <a:avLst/>
                <a:gdLst/>
                <a:ahLst/>
                <a:cxnLst/>
                <a:rect l="l" t="t" r="r" b="b"/>
                <a:pathLst>
                  <a:path w="419" h="1702" extrusionOk="0">
                    <a:moveTo>
                      <a:pt x="202" y="0"/>
                    </a:moveTo>
                    <a:cubicBezTo>
                      <a:pt x="134" y="10"/>
                      <a:pt x="66" y="18"/>
                      <a:pt x="0" y="30"/>
                    </a:cubicBezTo>
                    <a:lnTo>
                      <a:pt x="261" y="1702"/>
                    </a:lnTo>
                    <a:cubicBezTo>
                      <a:pt x="312" y="1693"/>
                      <a:pt x="365" y="1687"/>
                      <a:pt x="418" y="1680"/>
                    </a:cubicBezTo>
                    <a:lnTo>
                      <a:pt x="2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7"/>
              <p:cNvSpPr/>
              <p:nvPr/>
            </p:nvSpPr>
            <p:spPr>
              <a:xfrm>
                <a:off x="5969100" y="1929500"/>
                <a:ext cx="31125" cy="34975"/>
              </a:xfrm>
              <a:custGeom>
                <a:avLst/>
                <a:gdLst/>
                <a:ahLst/>
                <a:cxnLst/>
                <a:rect l="l" t="t" r="r" b="b"/>
                <a:pathLst>
                  <a:path w="1245" h="1399" extrusionOk="0">
                    <a:moveTo>
                      <a:pt x="155" y="1"/>
                    </a:moveTo>
                    <a:cubicBezTo>
                      <a:pt x="102" y="45"/>
                      <a:pt x="51" y="90"/>
                      <a:pt x="0" y="134"/>
                    </a:cubicBezTo>
                    <a:lnTo>
                      <a:pt x="1127" y="1398"/>
                    </a:lnTo>
                    <a:cubicBezTo>
                      <a:pt x="1166" y="1364"/>
                      <a:pt x="1204" y="1329"/>
                      <a:pt x="1244" y="1296"/>
                    </a:cubicBezTo>
                    <a:lnTo>
                      <a:pt x="15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7"/>
              <p:cNvSpPr/>
              <p:nvPr/>
            </p:nvSpPr>
            <p:spPr>
              <a:xfrm>
                <a:off x="5915650" y="2013725"/>
                <a:ext cx="41900" cy="16250"/>
              </a:xfrm>
              <a:custGeom>
                <a:avLst/>
                <a:gdLst/>
                <a:ahLst/>
                <a:cxnLst/>
                <a:rect l="l" t="t" r="r" b="b"/>
                <a:pathLst>
                  <a:path w="1676" h="650" extrusionOk="0">
                    <a:moveTo>
                      <a:pt x="58" y="0"/>
                    </a:moveTo>
                    <a:cubicBezTo>
                      <a:pt x="38" y="66"/>
                      <a:pt x="18" y="131"/>
                      <a:pt x="0" y="197"/>
                    </a:cubicBezTo>
                    <a:lnTo>
                      <a:pt x="1631" y="649"/>
                    </a:lnTo>
                    <a:cubicBezTo>
                      <a:pt x="1646" y="598"/>
                      <a:pt x="1661" y="549"/>
                      <a:pt x="1675" y="499"/>
                    </a:cubicBezTo>
                    <a:lnTo>
                      <a:pt x="5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7"/>
              <p:cNvSpPr/>
              <p:nvPr/>
            </p:nvSpPr>
            <p:spPr>
              <a:xfrm>
                <a:off x="5910600" y="2038675"/>
                <a:ext cx="42525" cy="10475"/>
              </a:xfrm>
              <a:custGeom>
                <a:avLst/>
                <a:gdLst/>
                <a:ahLst/>
                <a:cxnLst/>
                <a:rect l="l" t="t" r="r" b="b"/>
                <a:pathLst>
                  <a:path w="1701" h="419" extrusionOk="0">
                    <a:moveTo>
                      <a:pt x="29" y="0"/>
                    </a:moveTo>
                    <a:cubicBezTo>
                      <a:pt x="19" y="68"/>
                      <a:pt x="9" y="136"/>
                      <a:pt x="1" y="203"/>
                    </a:cubicBezTo>
                    <a:lnTo>
                      <a:pt x="1679" y="418"/>
                    </a:lnTo>
                    <a:cubicBezTo>
                      <a:pt x="1686" y="365"/>
                      <a:pt x="1694" y="314"/>
                      <a:pt x="1701" y="263"/>
                    </a:cubicBezTo>
                    <a:lnTo>
                      <a:pt x="2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7"/>
              <p:cNvSpPr/>
              <p:nvPr/>
            </p:nvSpPr>
            <p:spPr>
              <a:xfrm>
                <a:off x="5951250" y="1947300"/>
                <a:ext cx="34950" cy="31175"/>
              </a:xfrm>
              <a:custGeom>
                <a:avLst/>
                <a:gdLst/>
                <a:ahLst/>
                <a:cxnLst/>
                <a:rect l="l" t="t" r="r" b="b"/>
                <a:pathLst>
                  <a:path w="1398" h="1247" extrusionOk="0">
                    <a:moveTo>
                      <a:pt x="136" y="1"/>
                    </a:moveTo>
                    <a:cubicBezTo>
                      <a:pt x="90" y="52"/>
                      <a:pt x="45" y="103"/>
                      <a:pt x="0" y="156"/>
                    </a:cubicBezTo>
                    <a:lnTo>
                      <a:pt x="1296" y="1246"/>
                    </a:lnTo>
                    <a:cubicBezTo>
                      <a:pt x="1329" y="1207"/>
                      <a:pt x="1363" y="1167"/>
                      <a:pt x="1398" y="1129"/>
                    </a:cubicBezTo>
                    <a:lnTo>
                      <a:pt x="1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7"/>
              <p:cNvSpPr/>
              <p:nvPr/>
            </p:nvSpPr>
            <p:spPr>
              <a:xfrm>
                <a:off x="5936200" y="1967550"/>
                <a:ext cx="38075" cy="26750"/>
              </a:xfrm>
              <a:custGeom>
                <a:avLst/>
                <a:gdLst/>
                <a:ahLst/>
                <a:cxnLst/>
                <a:rect l="l" t="t" r="r" b="b"/>
                <a:pathLst>
                  <a:path w="1523" h="1070" extrusionOk="0">
                    <a:moveTo>
                      <a:pt x="112" y="0"/>
                    </a:moveTo>
                    <a:cubicBezTo>
                      <a:pt x="74" y="58"/>
                      <a:pt x="37" y="116"/>
                      <a:pt x="1" y="174"/>
                    </a:cubicBezTo>
                    <a:lnTo>
                      <a:pt x="1437" y="1069"/>
                    </a:lnTo>
                    <a:cubicBezTo>
                      <a:pt x="1465" y="1024"/>
                      <a:pt x="1493" y="982"/>
                      <a:pt x="1523" y="939"/>
                    </a:cubicBezTo>
                    <a:lnTo>
                      <a:pt x="1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7"/>
              <p:cNvSpPr/>
              <p:nvPr/>
            </p:nvSpPr>
            <p:spPr>
              <a:xfrm>
                <a:off x="5924225" y="1989850"/>
                <a:ext cx="40375" cy="21700"/>
              </a:xfrm>
              <a:custGeom>
                <a:avLst/>
                <a:gdLst/>
                <a:ahLst/>
                <a:cxnLst/>
                <a:rect l="l" t="t" r="r" b="b"/>
                <a:pathLst>
                  <a:path w="1615" h="868" extrusionOk="0">
                    <a:moveTo>
                      <a:pt x="87" y="0"/>
                    </a:moveTo>
                    <a:cubicBezTo>
                      <a:pt x="57" y="61"/>
                      <a:pt x="29" y="124"/>
                      <a:pt x="1" y="187"/>
                    </a:cubicBezTo>
                    <a:lnTo>
                      <a:pt x="1551" y="868"/>
                    </a:lnTo>
                    <a:cubicBezTo>
                      <a:pt x="1572" y="821"/>
                      <a:pt x="1593" y="774"/>
                      <a:pt x="1615" y="727"/>
                    </a:cubicBezTo>
                    <a:lnTo>
                      <a:pt x="8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0" name="Google Shape;630;p37"/>
            <p:cNvSpPr/>
            <p:nvPr/>
          </p:nvSpPr>
          <p:spPr>
            <a:xfrm>
              <a:off x="7817732" y="4729687"/>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31" name="Google Shape;631;p37"/>
            <p:cNvCxnSpPr>
              <a:stCxn id="605" idx="5"/>
              <a:endCxn id="630" idx="1"/>
            </p:cNvCxnSpPr>
            <p:nvPr/>
          </p:nvCxnSpPr>
          <p:spPr>
            <a:xfrm>
              <a:off x="7167773" y="3510231"/>
              <a:ext cx="662400" cy="1231800"/>
            </a:xfrm>
            <a:prstGeom prst="straightConnector1">
              <a:avLst/>
            </a:prstGeom>
            <a:noFill/>
            <a:ln w="19050" cap="flat" cmpd="sng">
              <a:solidFill>
                <a:schemeClr val="dk1"/>
              </a:solidFill>
              <a:prstDash val="solid"/>
              <a:round/>
              <a:headEnd type="none" w="med" len="med"/>
              <a:tailEnd type="none" w="med" len="med"/>
            </a:ln>
          </p:spPr>
        </p:cxnSp>
        <p:cxnSp>
          <p:nvCxnSpPr>
            <p:cNvPr id="632" name="Google Shape;632;p37"/>
            <p:cNvCxnSpPr>
              <a:stCxn id="605" idx="6"/>
              <a:endCxn id="616" idx="2"/>
            </p:cNvCxnSpPr>
            <p:nvPr/>
          </p:nvCxnSpPr>
          <p:spPr>
            <a:xfrm rot="10800000" flipH="1">
              <a:off x="7187719" y="3098777"/>
              <a:ext cx="1512000" cy="363300"/>
            </a:xfrm>
            <a:prstGeom prst="straightConnector1">
              <a:avLst/>
            </a:prstGeom>
            <a:noFill/>
            <a:ln w="19050" cap="flat" cmpd="sng">
              <a:solidFill>
                <a:schemeClr val="dk1"/>
              </a:solidFill>
              <a:prstDash val="solid"/>
              <a:round/>
              <a:headEnd type="none" w="med" len="med"/>
              <a:tailEnd type="none" w="med" len="med"/>
            </a:ln>
          </p:spPr>
        </p:cxnSp>
        <p:cxnSp>
          <p:nvCxnSpPr>
            <p:cNvPr id="633" name="Google Shape;633;p37"/>
            <p:cNvCxnSpPr>
              <a:stCxn id="616" idx="4"/>
              <a:endCxn id="630" idx="7"/>
            </p:cNvCxnSpPr>
            <p:nvPr/>
          </p:nvCxnSpPr>
          <p:spPr>
            <a:xfrm flipH="1">
              <a:off x="7890096" y="3146687"/>
              <a:ext cx="857700" cy="1595400"/>
            </a:xfrm>
            <a:prstGeom prst="straightConnector1">
              <a:avLst/>
            </a:prstGeom>
            <a:noFill/>
            <a:ln w="19050" cap="flat" cmpd="sng">
              <a:solidFill>
                <a:schemeClr val="dk1"/>
              </a:solidFill>
              <a:prstDash val="solid"/>
              <a:round/>
              <a:headEnd type="none" w="med" len="med"/>
              <a:tailEnd type="none" w="med" len="med"/>
            </a:ln>
          </p:spPr>
        </p:cxnSp>
        <p:cxnSp>
          <p:nvCxnSpPr>
            <p:cNvPr id="634" name="Google Shape;634;p37"/>
            <p:cNvCxnSpPr>
              <a:stCxn id="605" idx="3"/>
            </p:cNvCxnSpPr>
            <p:nvPr/>
          </p:nvCxnSpPr>
          <p:spPr>
            <a:xfrm flipH="1">
              <a:off x="6605565" y="3510231"/>
              <a:ext cx="465900" cy="1763100"/>
            </a:xfrm>
            <a:prstGeom prst="straightConnector1">
              <a:avLst/>
            </a:prstGeom>
            <a:noFill/>
            <a:ln w="19050" cap="flat" cmpd="sng">
              <a:solidFill>
                <a:schemeClr val="dk1"/>
              </a:solidFill>
              <a:prstDash val="solid"/>
              <a:round/>
              <a:headEnd type="none" w="med" len="med"/>
              <a:tailEnd type="none" w="med" len="med"/>
            </a:ln>
          </p:spPr>
        </p:cxnSp>
        <p:cxnSp>
          <p:nvCxnSpPr>
            <p:cNvPr id="635" name="Google Shape;635;p37"/>
            <p:cNvCxnSpPr>
              <a:stCxn id="630" idx="6"/>
            </p:cNvCxnSpPr>
            <p:nvPr/>
          </p:nvCxnSpPr>
          <p:spPr>
            <a:xfrm>
              <a:off x="7902632" y="4771987"/>
              <a:ext cx="1285800" cy="237300"/>
            </a:xfrm>
            <a:prstGeom prst="straightConnector1">
              <a:avLst/>
            </a:prstGeom>
            <a:noFill/>
            <a:ln w="19050" cap="flat" cmpd="sng">
              <a:solidFill>
                <a:schemeClr val="dk1"/>
              </a:solidFill>
              <a:prstDash val="solid"/>
              <a:round/>
              <a:headEnd type="none" w="med" len="med"/>
              <a:tailEnd type="none" w="med" len="med"/>
            </a:ln>
          </p:spPr>
        </p:cxnSp>
      </p:grpSp>
      <p:sp>
        <p:nvSpPr>
          <p:cNvPr id="4" name="TextBox 3">
            <a:extLst>
              <a:ext uri="{FF2B5EF4-FFF2-40B4-BE49-F238E27FC236}">
                <a16:creationId xmlns:a16="http://schemas.microsoft.com/office/drawing/2014/main" id="{012E8868-3AB6-D7F2-53D1-C7B282001FF8}"/>
              </a:ext>
            </a:extLst>
          </p:cNvPr>
          <p:cNvSpPr txBox="1"/>
          <p:nvPr/>
        </p:nvSpPr>
        <p:spPr>
          <a:xfrm>
            <a:off x="591772" y="3146687"/>
            <a:ext cx="5917485" cy="1169551"/>
          </a:xfrm>
          <a:prstGeom prst="rect">
            <a:avLst/>
          </a:prstGeom>
          <a:noFill/>
        </p:spPr>
        <p:txBody>
          <a:bodyPr wrap="square">
            <a:spAutoFit/>
          </a:bodyPr>
          <a:lstStyle/>
          <a:p>
            <a:pPr marL="0" lvl="0" indent="0" eaLnBrk="0" fontAlgn="base" hangingPunct="0">
              <a:lnSpc>
                <a:spcPct val="100000"/>
              </a:lnSpc>
              <a:spcBef>
                <a:spcPct val="0"/>
              </a:spcBef>
              <a:spcAft>
                <a:spcPct val="0"/>
              </a:spcAft>
              <a:buClrTx/>
              <a:buSzTx/>
            </a:pPr>
            <a:r>
              <a:rPr lang="en-US" altLang="en-US" sz="1400" dirty="0">
                <a:solidFill>
                  <a:schemeClr val="tx1"/>
                </a:solidFill>
                <a:latin typeface="Kantumruy Pro Medium" panose="020B0604020202020204" charset="0"/>
                <a:cs typeface="Kantumruy Pro Medium" panose="020B0604020202020204" charset="0"/>
              </a:rPr>
              <a:t>The requirement is too general and unrealistic, because such a system would require massive data, advanced AI, legal approvals, and is far too expensive.</a:t>
            </a:r>
            <a:br>
              <a:rPr lang="en-US" altLang="en-US" sz="1400" dirty="0">
                <a:solidFill>
                  <a:schemeClr val="tx1"/>
                </a:solidFill>
                <a:latin typeface="Kantumruy Pro Medium" panose="020B0604020202020204" charset="0"/>
                <a:cs typeface="Kantumruy Pro Medium" panose="020B0604020202020204" charset="0"/>
              </a:rPr>
            </a:br>
            <a:r>
              <a:rPr lang="en-US" altLang="en-US" sz="1400" dirty="0">
                <a:solidFill>
                  <a:schemeClr val="tx1"/>
                </a:solidFill>
                <a:latin typeface="Kantumruy Pro Medium" panose="020B0604020202020204" charset="0"/>
                <a:cs typeface="Kantumruy Pro Medium" panose="020B0604020202020204" charset="0"/>
              </a:rPr>
              <a:t>The requirements engineer must refine this into realistic modules (e.g., AI-assisted diagnosis for specific symptoms).</a:t>
            </a:r>
            <a:endParaRPr lang="en-US" sz="1400" dirty="0">
              <a:latin typeface="Kantumruy Pro Medium" panose="020B0604020202020204" charset="0"/>
              <a:cs typeface="Kantumruy Pro Medium" panose="020B060402020202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39"/>
        <p:cNvGrpSpPr/>
        <p:nvPr/>
      </p:nvGrpSpPr>
      <p:grpSpPr>
        <a:xfrm>
          <a:off x="0" y="0"/>
          <a:ext cx="0" cy="0"/>
          <a:chOff x="0" y="0"/>
          <a:chExt cx="0" cy="0"/>
        </a:xfrm>
      </p:grpSpPr>
      <p:sp>
        <p:nvSpPr>
          <p:cNvPr id="640" name="Google Shape;640;p38"/>
          <p:cNvSpPr txBox="1">
            <a:spLocks noGrp="1"/>
          </p:cNvSpPr>
          <p:nvPr>
            <p:ph type="title"/>
          </p:nvPr>
        </p:nvSpPr>
        <p:spPr>
          <a:xfrm>
            <a:off x="757785" y="332803"/>
            <a:ext cx="5668254" cy="936300"/>
          </a:xfrm>
          <a:prstGeom prst="rect">
            <a:avLst/>
          </a:prstGeom>
        </p:spPr>
        <p:txBody>
          <a:bodyPr spcFirstLastPara="1" wrap="square" lIns="91425" tIns="91425" rIns="91425" bIns="91425" anchor="b" anchorCtr="0">
            <a:noAutofit/>
          </a:bodyPr>
          <a:lstStyle/>
          <a:p>
            <a:pPr lvl="0"/>
            <a:r>
              <a:rPr lang="en-US" sz="3000" dirty="0">
                <a:latin typeface="Kantumruy Pro Medium" panose="020B0604020202020204" charset="0"/>
                <a:cs typeface="Kantumruy Pro Medium" panose="020B0604020202020204" charset="0"/>
              </a:rPr>
              <a:t>Stakeholders use their own terms / implicit knowledge</a:t>
            </a:r>
            <a:endParaRPr sz="3000" dirty="0">
              <a:latin typeface="Kantumruy Pro Medium" panose="020B0604020202020204" charset="0"/>
              <a:cs typeface="Kantumruy Pro Medium" panose="020B0604020202020204" charset="0"/>
            </a:endParaRPr>
          </a:p>
        </p:txBody>
      </p:sp>
      <p:sp>
        <p:nvSpPr>
          <p:cNvPr id="641" name="Google Shape;641;p38"/>
          <p:cNvSpPr txBox="1">
            <a:spLocks noGrp="1"/>
          </p:cNvSpPr>
          <p:nvPr>
            <p:ph type="subTitle" idx="1"/>
          </p:nvPr>
        </p:nvSpPr>
        <p:spPr>
          <a:xfrm>
            <a:off x="767825" y="1507598"/>
            <a:ext cx="5878189" cy="1809344"/>
          </a:xfrm>
          <a:prstGeom prst="rect">
            <a:avLst/>
          </a:prstGeom>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pPr>
            <a:r>
              <a:rPr lang="en-US" altLang="en-US" b="1" dirty="0">
                <a:solidFill>
                  <a:schemeClr val="tx1"/>
                </a:solidFill>
                <a:latin typeface="Kantumruy Pro Medium" panose="020B0604020202020204" charset="0"/>
                <a:cs typeface="Kantumruy Pro Medium" panose="020B0604020202020204" charset="0"/>
              </a:rPr>
              <a:t>Reason</a:t>
            </a:r>
            <a:r>
              <a:rPr lang="en-US" altLang="en-US" dirty="0">
                <a:solidFill>
                  <a:schemeClr val="tx1"/>
                </a:solidFill>
                <a:latin typeface="Kantumruy Pro Medium" panose="020B0604020202020204" charset="0"/>
                <a:cs typeface="Kantumruy Pro Medium" panose="020B0604020202020204" charset="0"/>
              </a:rPr>
              <a:t>: </a:t>
            </a:r>
          </a:p>
          <a:p>
            <a:pPr marL="0" lvl="0" indent="0" eaLnBrk="0" fontAlgn="base" hangingPunct="0">
              <a:lnSpc>
                <a:spcPct val="100000"/>
              </a:lnSpc>
              <a:spcBef>
                <a:spcPct val="0"/>
              </a:spcBef>
              <a:spcAft>
                <a:spcPct val="0"/>
              </a:spcAft>
              <a:buClrTx/>
              <a:buSzTx/>
            </a:pPr>
            <a:r>
              <a:rPr lang="en-US" altLang="en-US" dirty="0">
                <a:solidFill>
                  <a:schemeClr val="tx1"/>
                </a:solidFill>
                <a:latin typeface="Kantumruy Pro Medium" panose="020B0604020202020204" charset="0"/>
                <a:cs typeface="Kantumruy Pro Medium" panose="020B0604020202020204" charset="0"/>
              </a:rPr>
              <a:t>	Users describe requirements in </a:t>
            </a:r>
            <a:r>
              <a:rPr lang="en-US" altLang="en-US" b="1" dirty="0">
                <a:solidFill>
                  <a:schemeClr val="tx1"/>
                </a:solidFill>
                <a:latin typeface="Kantumruy Pro Medium" panose="020B0604020202020204" charset="0"/>
                <a:cs typeface="Kantumruy Pro Medium" panose="020B0604020202020204" charset="0"/>
              </a:rPr>
              <a:t>domain-specific terms</a:t>
            </a:r>
            <a:r>
              <a:rPr lang="en-US" altLang="en-US" dirty="0">
                <a:solidFill>
                  <a:schemeClr val="tx1"/>
                </a:solidFill>
                <a:latin typeface="Kantumruy Pro Medium" panose="020B0604020202020204" charset="0"/>
                <a:cs typeface="Kantumruy Pro Medium" panose="020B0604020202020204" charset="0"/>
              </a:rPr>
              <a:t> 	that engineers don’t understand.</a:t>
            </a:r>
          </a:p>
          <a:p>
            <a:pPr marL="0" lvl="0" indent="0" eaLnBrk="0" fontAlgn="base" hangingPunct="0">
              <a:lnSpc>
                <a:spcPct val="100000"/>
              </a:lnSpc>
              <a:spcBef>
                <a:spcPct val="0"/>
              </a:spcBef>
              <a:spcAft>
                <a:spcPct val="0"/>
              </a:spcAft>
              <a:buClrTx/>
              <a:buSzTx/>
            </a:pPr>
            <a:r>
              <a:rPr lang="en-US" altLang="en-US" b="1" dirty="0">
                <a:solidFill>
                  <a:schemeClr val="tx1"/>
                </a:solidFill>
                <a:latin typeface="Kantumruy Pro Medium" panose="020B0604020202020204" charset="0"/>
                <a:cs typeface="Kantumruy Pro Medium" panose="020B0604020202020204" charset="0"/>
              </a:rPr>
              <a:t>Example</a:t>
            </a:r>
            <a:r>
              <a:rPr lang="en-US" altLang="en-US" dirty="0">
                <a:solidFill>
                  <a:schemeClr val="tx1"/>
                </a:solidFill>
                <a:latin typeface="Kantumruy Pro Medium" panose="020B0604020202020204" charset="0"/>
                <a:cs typeface="Kantumruy Pro Medium" panose="020B0604020202020204" charset="0"/>
              </a:rPr>
              <a:t>:</a:t>
            </a:r>
            <a:br>
              <a:rPr lang="en-US" altLang="en-US" dirty="0">
                <a:solidFill>
                  <a:schemeClr val="tx1"/>
                </a:solidFill>
                <a:latin typeface="Kantumruy Pro Medium" panose="020B0604020202020204" charset="0"/>
                <a:cs typeface="Kantumruy Pro Medium" panose="020B0604020202020204" charset="0"/>
              </a:rPr>
            </a:br>
            <a:r>
              <a:rPr lang="en-US" altLang="en-US" dirty="0">
                <a:solidFill>
                  <a:schemeClr val="tx1"/>
                </a:solidFill>
                <a:latin typeface="Kantumruy Pro Medium" panose="020B0604020202020204" charset="0"/>
                <a:cs typeface="Kantumruy Pro Medium" panose="020B0604020202020204" charset="0"/>
              </a:rPr>
              <a:t>	In a banking system, a loan officer says:</a:t>
            </a:r>
            <a:br>
              <a:rPr lang="en-US" altLang="en-US" dirty="0">
                <a:solidFill>
                  <a:schemeClr val="tx1"/>
                </a:solidFill>
                <a:latin typeface="Kantumruy Pro Medium" panose="020B0604020202020204" charset="0"/>
                <a:cs typeface="Kantumruy Pro Medium" panose="020B0604020202020204" charset="0"/>
              </a:rPr>
            </a:br>
            <a:r>
              <a:rPr lang="en-US" altLang="en-US" dirty="0">
                <a:solidFill>
                  <a:schemeClr val="tx1"/>
                </a:solidFill>
                <a:latin typeface="Kantumruy Pro Medium" panose="020B0604020202020204" charset="0"/>
                <a:cs typeface="Kantumruy Pro Medium" panose="020B0604020202020204" charset="0"/>
              </a:rPr>
              <a:t>	</a:t>
            </a:r>
            <a:r>
              <a:rPr lang="en-US" altLang="en-US" i="1" dirty="0">
                <a:solidFill>
                  <a:schemeClr val="tx1"/>
                </a:solidFill>
                <a:latin typeface="Kantumruy Pro Medium" panose="020B0604020202020204" charset="0"/>
                <a:cs typeface="Kantumruy Pro Medium" panose="020B0604020202020204" charset="0"/>
              </a:rPr>
              <a:t>We need to support floating EMI with step-up 	repayment and balloon payments.</a:t>
            </a:r>
            <a:br>
              <a:rPr lang="en-US" altLang="en-US" dirty="0">
                <a:solidFill>
                  <a:schemeClr val="tx1"/>
                </a:solidFill>
                <a:latin typeface="Kantumruy Pro Medium" panose="020B0604020202020204" charset="0"/>
                <a:cs typeface="Kantumruy Pro Medium" panose="020B0604020202020204" charset="0"/>
              </a:rPr>
            </a:br>
            <a:endParaRPr lang="en-US" altLang="en-US" dirty="0">
              <a:solidFill>
                <a:schemeClr val="tx1"/>
              </a:solidFill>
              <a:latin typeface="Kantumruy Pro Medium" panose="020B0604020202020204" charset="0"/>
              <a:cs typeface="Kantumruy Pro Medium" panose="020B0604020202020204" charset="0"/>
            </a:endParaRPr>
          </a:p>
        </p:txBody>
      </p:sp>
      <p:grpSp>
        <p:nvGrpSpPr>
          <p:cNvPr id="644" name="Google Shape;644;p38"/>
          <p:cNvGrpSpPr/>
          <p:nvPr/>
        </p:nvGrpSpPr>
        <p:grpSpPr>
          <a:xfrm>
            <a:off x="6503368" y="-65052"/>
            <a:ext cx="3021757" cy="2666049"/>
            <a:chOff x="6503368" y="-65052"/>
            <a:chExt cx="3021757" cy="2666049"/>
          </a:xfrm>
        </p:grpSpPr>
        <p:grpSp>
          <p:nvGrpSpPr>
            <p:cNvPr id="645" name="Google Shape;645;p38"/>
            <p:cNvGrpSpPr/>
            <p:nvPr/>
          </p:nvGrpSpPr>
          <p:grpSpPr>
            <a:xfrm>
              <a:off x="6503368" y="280516"/>
              <a:ext cx="802799" cy="802799"/>
              <a:chOff x="353675" y="3417700"/>
              <a:chExt cx="527775" cy="527775"/>
            </a:xfrm>
          </p:grpSpPr>
          <p:sp>
            <p:nvSpPr>
              <p:cNvPr id="646" name="Google Shape;646;p38"/>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8"/>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8"/>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8"/>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8"/>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8"/>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8"/>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8"/>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8"/>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8"/>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8"/>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8"/>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8"/>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8"/>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8"/>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8"/>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8"/>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8"/>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8"/>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8"/>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8"/>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8"/>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8"/>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8"/>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8"/>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8"/>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8"/>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8"/>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8"/>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8"/>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8"/>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8"/>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8"/>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8"/>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8"/>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93" name="Google Shape;693;p38"/>
            <p:cNvSpPr/>
            <p:nvPr/>
          </p:nvSpPr>
          <p:spPr>
            <a:xfrm>
              <a:off x="6836669" y="6140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8"/>
            <p:cNvSpPr/>
            <p:nvPr/>
          </p:nvSpPr>
          <p:spPr>
            <a:xfrm>
              <a:off x="8148125" y="165415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95" name="Google Shape;695;p38"/>
            <p:cNvGrpSpPr/>
            <p:nvPr/>
          </p:nvGrpSpPr>
          <p:grpSpPr>
            <a:xfrm rot="-767906">
              <a:off x="7434697" y="940340"/>
              <a:ext cx="1511972" cy="1511972"/>
              <a:chOff x="4529425" y="1609825"/>
              <a:chExt cx="913625" cy="913625"/>
            </a:xfrm>
          </p:grpSpPr>
          <p:sp>
            <p:nvSpPr>
              <p:cNvPr id="696" name="Google Shape;696;p38"/>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8"/>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8"/>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9" name="Google Shape;699;p38"/>
            <p:cNvCxnSpPr>
              <a:stCxn id="693" idx="7"/>
            </p:cNvCxnSpPr>
            <p:nvPr/>
          </p:nvCxnSpPr>
          <p:spPr>
            <a:xfrm rot="10800000" flipH="1">
              <a:off x="6952923" y="-65052"/>
              <a:ext cx="699000" cy="699000"/>
            </a:xfrm>
            <a:prstGeom prst="straightConnector1">
              <a:avLst/>
            </a:prstGeom>
            <a:noFill/>
            <a:ln w="19050" cap="flat" cmpd="sng">
              <a:solidFill>
                <a:schemeClr val="dk1"/>
              </a:solidFill>
              <a:prstDash val="solid"/>
              <a:round/>
              <a:headEnd type="none" w="med" len="med"/>
              <a:tailEnd type="none" w="med" len="med"/>
            </a:ln>
          </p:spPr>
        </p:cxnSp>
        <p:cxnSp>
          <p:nvCxnSpPr>
            <p:cNvPr id="700" name="Google Shape;700;p38"/>
            <p:cNvCxnSpPr>
              <a:stCxn id="693" idx="5"/>
              <a:endCxn id="694" idx="1"/>
            </p:cNvCxnSpPr>
            <p:nvPr/>
          </p:nvCxnSpPr>
          <p:spPr>
            <a:xfrm>
              <a:off x="6952923" y="730256"/>
              <a:ext cx="1207500" cy="936300"/>
            </a:xfrm>
            <a:prstGeom prst="straightConnector1">
              <a:avLst/>
            </a:prstGeom>
            <a:noFill/>
            <a:ln w="19050" cap="flat" cmpd="sng">
              <a:solidFill>
                <a:schemeClr val="dk1"/>
              </a:solidFill>
              <a:prstDash val="solid"/>
              <a:round/>
              <a:headEnd type="none" w="med" len="med"/>
              <a:tailEnd type="none" w="med" len="med"/>
            </a:ln>
          </p:spPr>
        </p:cxnSp>
        <p:cxnSp>
          <p:nvCxnSpPr>
            <p:cNvPr id="701" name="Google Shape;701;p38"/>
            <p:cNvCxnSpPr>
              <a:stCxn id="694" idx="0"/>
            </p:cNvCxnSpPr>
            <p:nvPr/>
          </p:nvCxnSpPr>
          <p:spPr>
            <a:xfrm rot="10800000">
              <a:off x="8190575" y="-52247"/>
              <a:ext cx="0" cy="1706400"/>
            </a:xfrm>
            <a:prstGeom prst="straightConnector1">
              <a:avLst/>
            </a:prstGeom>
            <a:noFill/>
            <a:ln w="19050" cap="flat" cmpd="sng">
              <a:solidFill>
                <a:schemeClr val="dk1"/>
              </a:solidFill>
              <a:prstDash val="solid"/>
              <a:round/>
              <a:headEnd type="none" w="med" len="med"/>
              <a:tailEnd type="none" w="med" len="med"/>
            </a:ln>
          </p:spPr>
        </p:cxnSp>
        <p:cxnSp>
          <p:nvCxnSpPr>
            <p:cNvPr id="702" name="Google Shape;702;p38"/>
            <p:cNvCxnSpPr>
              <a:stCxn id="694" idx="6"/>
            </p:cNvCxnSpPr>
            <p:nvPr/>
          </p:nvCxnSpPr>
          <p:spPr>
            <a:xfrm rot="10800000" flipH="1">
              <a:off x="8233025" y="1666453"/>
              <a:ext cx="1292100" cy="30000"/>
            </a:xfrm>
            <a:prstGeom prst="straightConnector1">
              <a:avLst/>
            </a:prstGeom>
            <a:noFill/>
            <a:ln w="19050" cap="flat" cmpd="sng">
              <a:solidFill>
                <a:schemeClr val="dk1"/>
              </a:solidFill>
              <a:prstDash val="solid"/>
              <a:round/>
              <a:headEnd type="none" w="med" len="med"/>
              <a:tailEnd type="none" w="med" len="med"/>
            </a:ln>
          </p:spPr>
        </p:cxnSp>
        <p:sp>
          <p:nvSpPr>
            <p:cNvPr id="703" name="Google Shape;703;p38"/>
            <p:cNvSpPr/>
            <p:nvPr/>
          </p:nvSpPr>
          <p:spPr>
            <a:xfrm rot="5135178">
              <a:off x="6577614" y="1974370"/>
              <a:ext cx="432823" cy="432823"/>
            </a:xfrm>
            <a:custGeom>
              <a:avLst/>
              <a:gdLst/>
              <a:ahLst/>
              <a:cxnLst/>
              <a:rect l="l" t="t" r="r" b="b"/>
              <a:pathLst>
                <a:path w="17371" h="17371" extrusionOk="0">
                  <a:moveTo>
                    <a:pt x="8685" y="5061"/>
                  </a:moveTo>
                  <a:cubicBezTo>
                    <a:pt x="10683" y="5061"/>
                    <a:pt x="12308" y="6687"/>
                    <a:pt x="12308" y="8686"/>
                  </a:cubicBezTo>
                  <a:cubicBezTo>
                    <a:pt x="12308" y="10683"/>
                    <a:pt x="10683" y="12309"/>
                    <a:pt x="8685" y="12309"/>
                  </a:cubicBezTo>
                  <a:cubicBezTo>
                    <a:pt x="6686" y="12309"/>
                    <a:pt x="5061" y="10683"/>
                    <a:pt x="5061" y="8686"/>
                  </a:cubicBezTo>
                  <a:cubicBezTo>
                    <a:pt x="5061" y="6687"/>
                    <a:pt x="6686" y="5061"/>
                    <a:pt x="8685" y="5061"/>
                  </a:cubicBezTo>
                  <a:close/>
                  <a:moveTo>
                    <a:pt x="8670" y="1"/>
                  </a:moveTo>
                  <a:lnTo>
                    <a:pt x="8669" y="1813"/>
                  </a:lnTo>
                  <a:lnTo>
                    <a:pt x="8669" y="3415"/>
                  </a:lnTo>
                  <a:cubicBezTo>
                    <a:pt x="8345" y="3415"/>
                    <a:pt x="8028" y="3447"/>
                    <a:pt x="7721" y="3505"/>
                  </a:cubicBezTo>
                  <a:lnTo>
                    <a:pt x="7101" y="144"/>
                  </a:lnTo>
                  <a:cubicBezTo>
                    <a:pt x="5365" y="465"/>
                    <a:pt x="3784" y="1299"/>
                    <a:pt x="2531" y="2556"/>
                  </a:cubicBezTo>
                  <a:lnTo>
                    <a:pt x="4952" y="4968"/>
                  </a:lnTo>
                  <a:cubicBezTo>
                    <a:pt x="4727" y="5193"/>
                    <a:pt x="4524" y="5439"/>
                    <a:pt x="4342" y="5702"/>
                  </a:cubicBezTo>
                  <a:lnTo>
                    <a:pt x="1529" y="3764"/>
                  </a:lnTo>
                  <a:cubicBezTo>
                    <a:pt x="529" y="5216"/>
                    <a:pt x="0" y="6918"/>
                    <a:pt x="0" y="8686"/>
                  </a:cubicBezTo>
                  <a:lnTo>
                    <a:pt x="0" y="8710"/>
                  </a:lnTo>
                  <a:lnTo>
                    <a:pt x="1552" y="8697"/>
                  </a:lnTo>
                  <a:lnTo>
                    <a:pt x="3415" y="8697"/>
                  </a:lnTo>
                  <a:cubicBezTo>
                    <a:pt x="3415" y="9021"/>
                    <a:pt x="3447" y="9336"/>
                    <a:pt x="3503" y="9645"/>
                  </a:cubicBezTo>
                  <a:lnTo>
                    <a:pt x="144" y="10262"/>
                  </a:lnTo>
                  <a:cubicBezTo>
                    <a:pt x="463" y="12000"/>
                    <a:pt x="1296" y="13581"/>
                    <a:pt x="2551" y="14833"/>
                  </a:cubicBezTo>
                  <a:lnTo>
                    <a:pt x="4965" y="12414"/>
                  </a:lnTo>
                  <a:cubicBezTo>
                    <a:pt x="5190" y="12639"/>
                    <a:pt x="5436" y="12844"/>
                    <a:pt x="5698" y="13026"/>
                  </a:cubicBezTo>
                  <a:lnTo>
                    <a:pt x="3759" y="15837"/>
                  </a:lnTo>
                  <a:cubicBezTo>
                    <a:pt x="5211" y="16840"/>
                    <a:pt x="6914" y="17371"/>
                    <a:pt x="8685" y="17371"/>
                  </a:cubicBezTo>
                  <a:lnTo>
                    <a:pt x="8690" y="17371"/>
                  </a:lnTo>
                  <a:lnTo>
                    <a:pt x="8685" y="13956"/>
                  </a:lnTo>
                  <a:cubicBezTo>
                    <a:pt x="9011" y="13956"/>
                    <a:pt x="9330" y="13924"/>
                    <a:pt x="9640" y="13868"/>
                  </a:cubicBezTo>
                  <a:lnTo>
                    <a:pt x="10255" y="17228"/>
                  </a:lnTo>
                  <a:cubicBezTo>
                    <a:pt x="11993" y="16910"/>
                    <a:pt x="13574" y="16079"/>
                    <a:pt x="14828" y="14823"/>
                  </a:cubicBezTo>
                  <a:lnTo>
                    <a:pt x="12412" y="12409"/>
                  </a:lnTo>
                  <a:cubicBezTo>
                    <a:pt x="12637" y="12183"/>
                    <a:pt x="12840" y="11938"/>
                    <a:pt x="13022" y="11676"/>
                  </a:cubicBezTo>
                  <a:lnTo>
                    <a:pt x="15834" y="13617"/>
                  </a:lnTo>
                  <a:lnTo>
                    <a:pt x="15834" y="13619"/>
                  </a:lnTo>
                  <a:cubicBezTo>
                    <a:pt x="16838" y="12163"/>
                    <a:pt x="17370" y="10458"/>
                    <a:pt x="17370" y="8686"/>
                  </a:cubicBezTo>
                  <a:lnTo>
                    <a:pt x="17370" y="8662"/>
                  </a:lnTo>
                  <a:lnTo>
                    <a:pt x="13955" y="8662"/>
                  </a:lnTo>
                  <a:cubicBezTo>
                    <a:pt x="13954" y="8340"/>
                    <a:pt x="13922" y="8023"/>
                    <a:pt x="13866" y="7717"/>
                  </a:cubicBezTo>
                  <a:lnTo>
                    <a:pt x="17225" y="7095"/>
                  </a:lnTo>
                  <a:cubicBezTo>
                    <a:pt x="16903" y="5357"/>
                    <a:pt x="16067" y="3777"/>
                    <a:pt x="14810" y="2527"/>
                  </a:cubicBezTo>
                  <a:lnTo>
                    <a:pt x="12399" y="4950"/>
                  </a:lnTo>
                  <a:cubicBezTo>
                    <a:pt x="12175" y="4726"/>
                    <a:pt x="11928" y="4521"/>
                    <a:pt x="11664" y="4341"/>
                  </a:cubicBezTo>
                  <a:lnTo>
                    <a:pt x="13600" y="1524"/>
                  </a:lnTo>
                  <a:cubicBezTo>
                    <a:pt x="12150" y="528"/>
                    <a:pt x="10450" y="1"/>
                    <a:pt x="8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8"/>
            <p:cNvSpPr/>
            <p:nvPr/>
          </p:nvSpPr>
          <p:spPr>
            <a:xfrm>
              <a:off x="6767682" y="2164499"/>
              <a:ext cx="528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05" name="Google Shape;705;p38"/>
            <p:cNvCxnSpPr>
              <a:stCxn id="704" idx="0"/>
              <a:endCxn id="693" idx="4"/>
            </p:cNvCxnSpPr>
            <p:nvPr/>
          </p:nvCxnSpPr>
          <p:spPr>
            <a:xfrm rot="10800000" flipH="1">
              <a:off x="6794082" y="750299"/>
              <a:ext cx="110700" cy="1414200"/>
            </a:xfrm>
            <a:prstGeom prst="straightConnector1">
              <a:avLst/>
            </a:prstGeom>
            <a:noFill/>
            <a:ln w="19050" cap="flat" cmpd="sng">
              <a:solidFill>
                <a:schemeClr val="dk1"/>
              </a:solidFill>
              <a:prstDash val="solid"/>
              <a:round/>
              <a:headEnd type="none" w="med" len="med"/>
              <a:tailEnd type="none" w="med" len="med"/>
            </a:ln>
          </p:spPr>
        </p:cxnSp>
        <p:cxnSp>
          <p:nvCxnSpPr>
            <p:cNvPr id="706" name="Google Shape;706;p38"/>
            <p:cNvCxnSpPr>
              <a:stCxn id="704" idx="7"/>
              <a:endCxn id="694" idx="3"/>
            </p:cNvCxnSpPr>
            <p:nvPr/>
          </p:nvCxnSpPr>
          <p:spPr>
            <a:xfrm rot="10800000" flipH="1">
              <a:off x="6812750" y="1726388"/>
              <a:ext cx="1347900" cy="445800"/>
            </a:xfrm>
            <a:prstGeom prst="straightConnector1">
              <a:avLst/>
            </a:prstGeom>
            <a:noFill/>
            <a:ln w="19050" cap="flat" cmpd="sng">
              <a:solidFill>
                <a:schemeClr val="dk1"/>
              </a:solidFill>
              <a:prstDash val="solid"/>
              <a:round/>
              <a:headEnd type="none" w="med" len="med"/>
              <a:tailEnd type="none" w="med" len="med"/>
            </a:ln>
          </p:spPr>
        </p:cxnSp>
      </p:grpSp>
      <p:sp>
        <p:nvSpPr>
          <p:cNvPr id="8" name="TextBox 7">
            <a:extLst>
              <a:ext uri="{FF2B5EF4-FFF2-40B4-BE49-F238E27FC236}">
                <a16:creationId xmlns:a16="http://schemas.microsoft.com/office/drawing/2014/main" id="{C7213853-1108-A625-4619-73676D330C7F}"/>
              </a:ext>
            </a:extLst>
          </p:cNvPr>
          <p:cNvSpPr txBox="1"/>
          <p:nvPr/>
        </p:nvSpPr>
        <p:spPr>
          <a:xfrm>
            <a:off x="757785" y="3838827"/>
            <a:ext cx="8027737" cy="523220"/>
          </a:xfrm>
          <a:prstGeom prst="rect">
            <a:avLst/>
          </a:prstGeom>
          <a:noFill/>
        </p:spPr>
        <p:txBody>
          <a:bodyPr wrap="square">
            <a:spAutoFit/>
          </a:bodyPr>
          <a:lstStyle/>
          <a:p>
            <a:r>
              <a:rPr lang="en-US" altLang="en-US" dirty="0">
                <a:solidFill>
                  <a:schemeClr val="tx1"/>
                </a:solidFill>
                <a:latin typeface="Kantumruy Pro Medium" panose="020B0604020202020204" charset="0"/>
                <a:cs typeface="Kantumruy Pro Medium" panose="020B0604020202020204" charset="0"/>
              </a:rPr>
              <a:t>The software engineer may not understand EMI, step-up repayment, or balloon payment.</a:t>
            </a:r>
            <a:br>
              <a:rPr lang="en-US" altLang="en-US" dirty="0">
                <a:solidFill>
                  <a:schemeClr val="tx1"/>
                </a:solidFill>
                <a:latin typeface="Kantumruy Pro Medium" panose="020B0604020202020204" charset="0"/>
                <a:cs typeface="Kantumruy Pro Medium" panose="020B0604020202020204" charset="0"/>
              </a:rPr>
            </a:br>
            <a:r>
              <a:rPr lang="en-US" altLang="en-US" dirty="0">
                <a:solidFill>
                  <a:schemeClr val="tx1"/>
                </a:solidFill>
                <a:latin typeface="Kantumruy Pro Medium" panose="020B0604020202020204" charset="0"/>
                <a:cs typeface="Kantumruy Pro Medium" panose="020B0604020202020204" charset="0"/>
              </a:rPr>
              <a:t>They must learn domain terms or ask clarifying questions to capture the real requirement.</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3">
          <a:extLst>
            <a:ext uri="{FF2B5EF4-FFF2-40B4-BE49-F238E27FC236}">
              <a16:creationId xmlns:a16="http://schemas.microsoft.com/office/drawing/2014/main" id="{DEE91258-37F6-44BE-631F-24A29386A31C}"/>
            </a:ext>
          </a:extLst>
        </p:cNvPr>
        <p:cNvGrpSpPr/>
        <p:nvPr/>
      </p:nvGrpSpPr>
      <p:grpSpPr>
        <a:xfrm>
          <a:off x="0" y="0"/>
          <a:ext cx="0" cy="0"/>
          <a:chOff x="0" y="0"/>
          <a:chExt cx="0" cy="0"/>
        </a:xfrm>
      </p:grpSpPr>
      <p:sp>
        <p:nvSpPr>
          <p:cNvPr id="724" name="Google Shape;724;p41">
            <a:extLst>
              <a:ext uri="{FF2B5EF4-FFF2-40B4-BE49-F238E27FC236}">
                <a16:creationId xmlns:a16="http://schemas.microsoft.com/office/drawing/2014/main" id="{4CD36017-D7B6-5704-0E50-038446563893}"/>
              </a:ext>
            </a:extLst>
          </p:cNvPr>
          <p:cNvSpPr txBox="1">
            <a:spLocks noGrp="1"/>
          </p:cNvSpPr>
          <p:nvPr>
            <p:ph type="title"/>
          </p:nvPr>
        </p:nvSpPr>
        <p:spPr>
          <a:xfrm>
            <a:off x="618847" y="304050"/>
            <a:ext cx="7137600" cy="1068908"/>
          </a:xfrm>
          <a:prstGeom prst="rect">
            <a:avLst/>
          </a:prstGeom>
        </p:spPr>
        <p:txBody>
          <a:bodyPr spcFirstLastPara="1" wrap="square" lIns="91425" tIns="91425" rIns="91425" bIns="91425" anchor="t" anchorCtr="0">
            <a:noAutofit/>
          </a:bodyPr>
          <a:lstStyle/>
          <a:p>
            <a:pPr lvl="0"/>
            <a:r>
              <a:rPr lang="en-IN" sz="3000" dirty="0">
                <a:latin typeface="Kantumruy Pro Medium" panose="020B0604020202020204" charset="0"/>
                <a:cs typeface="Kantumruy Pro Medium" panose="020B0604020202020204" charset="0"/>
              </a:rPr>
              <a:t>Different stakeholders, conflicting requirements</a:t>
            </a:r>
            <a:endParaRPr sz="3000" dirty="0">
              <a:latin typeface="Kantumruy Pro Medium" panose="020B0604020202020204" charset="0"/>
              <a:ea typeface="Kantumruy Pro SemiBold"/>
              <a:cs typeface="Kantumruy Pro Medium" panose="020B0604020202020204" charset="0"/>
              <a:sym typeface="Kantumruy Pro SemiBold"/>
            </a:endParaRPr>
          </a:p>
        </p:txBody>
      </p:sp>
      <p:grpSp>
        <p:nvGrpSpPr>
          <p:cNvPr id="725" name="Google Shape;725;p41">
            <a:extLst>
              <a:ext uri="{FF2B5EF4-FFF2-40B4-BE49-F238E27FC236}">
                <a16:creationId xmlns:a16="http://schemas.microsoft.com/office/drawing/2014/main" id="{7AB7A304-22C2-1C3D-A868-C33E9B0A5744}"/>
              </a:ext>
            </a:extLst>
          </p:cNvPr>
          <p:cNvGrpSpPr/>
          <p:nvPr/>
        </p:nvGrpSpPr>
        <p:grpSpPr>
          <a:xfrm>
            <a:off x="6379826" y="3092593"/>
            <a:ext cx="2811799" cy="2126931"/>
            <a:chOff x="6379826" y="3092593"/>
            <a:chExt cx="2811799" cy="2126931"/>
          </a:xfrm>
        </p:grpSpPr>
        <p:sp>
          <p:nvSpPr>
            <p:cNvPr id="726" name="Google Shape;726;p41">
              <a:extLst>
                <a:ext uri="{FF2B5EF4-FFF2-40B4-BE49-F238E27FC236}">
                  <a16:creationId xmlns:a16="http://schemas.microsoft.com/office/drawing/2014/main" id="{36F54B93-37F3-25E2-A82B-39DF9C19E758}"/>
                </a:ext>
              </a:extLst>
            </p:cNvPr>
            <p:cNvSpPr/>
            <p:nvPr/>
          </p:nvSpPr>
          <p:spPr>
            <a:xfrm>
              <a:off x="8364900" y="3092593"/>
              <a:ext cx="432798" cy="432798"/>
            </a:xfrm>
            <a:custGeom>
              <a:avLst/>
              <a:gdLst/>
              <a:ahLst/>
              <a:cxnLst/>
              <a:rect l="l" t="t" r="r" b="b"/>
              <a:pathLst>
                <a:path w="17371" h="17371" extrusionOk="0">
                  <a:moveTo>
                    <a:pt x="8685" y="5061"/>
                  </a:moveTo>
                  <a:cubicBezTo>
                    <a:pt x="10683" y="5061"/>
                    <a:pt x="12308" y="6687"/>
                    <a:pt x="12308" y="8686"/>
                  </a:cubicBezTo>
                  <a:cubicBezTo>
                    <a:pt x="12308" y="10683"/>
                    <a:pt x="10683" y="12309"/>
                    <a:pt x="8685" y="12309"/>
                  </a:cubicBezTo>
                  <a:cubicBezTo>
                    <a:pt x="6686" y="12309"/>
                    <a:pt x="5061" y="10683"/>
                    <a:pt x="5061" y="8686"/>
                  </a:cubicBezTo>
                  <a:cubicBezTo>
                    <a:pt x="5061" y="6687"/>
                    <a:pt x="6686" y="5061"/>
                    <a:pt x="8685" y="5061"/>
                  </a:cubicBezTo>
                  <a:close/>
                  <a:moveTo>
                    <a:pt x="8670" y="1"/>
                  </a:moveTo>
                  <a:lnTo>
                    <a:pt x="8669" y="1813"/>
                  </a:lnTo>
                  <a:lnTo>
                    <a:pt x="8669" y="3415"/>
                  </a:lnTo>
                  <a:cubicBezTo>
                    <a:pt x="8345" y="3415"/>
                    <a:pt x="8028" y="3447"/>
                    <a:pt x="7721" y="3505"/>
                  </a:cubicBezTo>
                  <a:lnTo>
                    <a:pt x="7101" y="144"/>
                  </a:lnTo>
                  <a:cubicBezTo>
                    <a:pt x="5365" y="465"/>
                    <a:pt x="3784" y="1299"/>
                    <a:pt x="2531" y="2556"/>
                  </a:cubicBezTo>
                  <a:lnTo>
                    <a:pt x="4952" y="4968"/>
                  </a:lnTo>
                  <a:cubicBezTo>
                    <a:pt x="4727" y="5193"/>
                    <a:pt x="4524" y="5439"/>
                    <a:pt x="4342" y="5702"/>
                  </a:cubicBezTo>
                  <a:lnTo>
                    <a:pt x="1529" y="3764"/>
                  </a:lnTo>
                  <a:cubicBezTo>
                    <a:pt x="529" y="5216"/>
                    <a:pt x="0" y="6918"/>
                    <a:pt x="0" y="8686"/>
                  </a:cubicBezTo>
                  <a:lnTo>
                    <a:pt x="0" y="8710"/>
                  </a:lnTo>
                  <a:lnTo>
                    <a:pt x="1552" y="8697"/>
                  </a:lnTo>
                  <a:lnTo>
                    <a:pt x="3415" y="8697"/>
                  </a:lnTo>
                  <a:cubicBezTo>
                    <a:pt x="3415" y="9021"/>
                    <a:pt x="3447" y="9336"/>
                    <a:pt x="3503" y="9645"/>
                  </a:cubicBezTo>
                  <a:lnTo>
                    <a:pt x="144" y="10262"/>
                  </a:lnTo>
                  <a:cubicBezTo>
                    <a:pt x="463" y="12000"/>
                    <a:pt x="1296" y="13581"/>
                    <a:pt x="2551" y="14833"/>
                  </a:cubicBezTo>
                  <a:lnTo>
                    <a:pt x="4965" y="12414"/>
                  </a:lnTo>
                  <a:cubicBezTo>
                    <a:pt x="5190" y="12639"/>
                    <a:pt x="5436" y="12844"/>
                    <a:pt x="5698" y="13026"/>
                  </a:cubicBezTo>
                  <a:lnTo>
                    <a:pt x="3759" y="15837"/>
                  </a:lnTo>
                  <a:cubicBezTo>
                    <a:pt x="5211" y="16840"/>
                    <a:pt x="6914" y="17371"/>
                    <a:pt x="8685" y="17371"/>
                  </a:cubicBezTo>
                  <a:lnTo>
                    <a:pt x="8690" y="17371"/>
                  </a:lnTo>
                  <a:lnTo>
                    <a:pt x="8685" y="13956"/>
                  </a:lnTo>
                  <a:cubicBezTo>
                    <a:pt x="9011" y="13956"/>
                    <a:pt x="9330" y="13924"/>
                    <a:pt x="9640" y="13868"/>
                  </a:cubicBezTo>
                  <a:lnTo>
                    <a:pt x="10255" y="17228"/>
                  </a:lnTo>
                  <a:cubicBezTo>
                    <a:pt x="11993" y="16910"/>
                    <a:pt x="13574" y="16079"/>
                    <a:pt x="14828" y="14823"/>
                  </a:cubicBezTo>
                  <a:lnTo>
                    <a:pt x="12412" y="12409"/>
                  </a:lnTo>
                  <a:cubicBezTo>
                    <a:pt x="12637" y="12183"/>
                    <a:pt x="12840" y="11938"/>
                    <a:pt x="13022" y="11676"/>
                  </a:cubicBezTo>
                  <a:lnTo>
                    <a:pt x="15834" y="13617"/>
                  </a:lnTo>
                  <a:lnTo>
                    <a:pt x="15834" y="13619"/>
                  </a:lnTo>
                  <a:cubicBezTo>
                    <a:pt x="16838" y="12163"/>
                    <a:pt x="17370" y="10458"/>
                    <a:pt x="17370" y="8686"/>
                  </a:cubicBezTo>
                  <a:lnTo>
                    <a:pt x="17370" y="8662"/>
                  </a:lnTo>
                  <a:lnTo>
                    <a:pt x="13955" y="8662"/>
                  </a:lnTo>
                  <a:cubicBezTo>
                    <a:pt x="13954" y="8340"/>
                    <a:pt x="13922" y="8023"/>
                    <a:pt x="13866" y="7717"/>
                  </a:cubicBezTo>
                  <a:lnTo>
                    <a:pt x="17225" y="7095"/>
                  </a:lnTo>
                  <a:cubicBezTo>
                    <a:pt x="16903" y="5357"/>
                    <a:pt x="16067" y="3777"/>
                    <a:pt x="14810" y="2527"/>
                  </a:cubicBezTo>
                  <a:lnTo>
                    <a:pt x="12399" y="4950"/>
                  </a:lnTo>
                  <a:cubicBezTo>
                    <a:pt x="12175" y="4726"/>
                    <a:pt x="11928" y="4521"/>
                    <a:pt x="11664" y="4341"/>
                  </a:cubicBezTo>
                  <a:lnTo>
                    <a:pt x="13600" y="1524"/>
                  </a:lnTo>
                  <a:cubicBezTo>
                    <a:pt x="12150" y="528"/>
                    <a:pt x="10450" y="1"/>
                    <a:pt x="8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a:extLst>
                <a:ext uri="{FF2B5EF4-FFF2-40B4-BE49-F238E27FC236}">
                  <a16:creationId xmlns:a16="http://schemas.microsoft.com/office/drawing/2014/main" id="{B3DB81FF-9CF5-33EA-6A1A-50DF1B586C25}"/>
                </a:ext>
              </a:extLst>
            </p:cNvPr>
            <p:cNvSpPr/>
            <p:nvPr/>
          </p:nvSpPr>
          <p:spPr>
            <a:xfrm>
              <a:off x="8554957" y="3282724"/>
              <a:ext cx="528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1">
              <a:extLst>
                <a:ext uri="{FF2B5EF4-FFF2-40B4-BE49-F238E27FC236}">
                  <a16:creationId xmlns:a16="http://schemas.microsoft.com/office/drawing/2014/main" id="{6BF7AF55-1DB3-CB18-FA05-A8099AE774C6}"/>
                </a:ext>
              </a:extLst>
            </p:cNvPr>
            <p:cNvSpPr/>
            <p:nvPr/>
          </p:nvSpPr>
          <p:spPr>
            <a:xfrm>
              <a:off x="7093325" y="41767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9" name="Google Shape;729;p41">
              <a:extLst>
                <a:ext uri="{FF2B5EF4-FFF2-40B4-BE49-F238E27FC236}">
                  <a16:creationId xmlns:a16="http://schemas.microsoft.com/office/drawing/2014/main" id="{E2CA19D4-F789-F335-4F84-990E6A15BBB0}"/>
                </a:ext>
              </a:extLst>
            </p:cNvPr>
            <p:cNvGrpSpPr/>
            <p:nvPr/>
          </p:nvGrpSpPr>
          <p:grpSpPr>
            <a:xfrm>
              <a:off x="6379826" y="3462865"/>
              <a:ext cx="1511958" cy="1511958"/>
              <a:chOff x="4529425" y="1609825"/>
              <a:chExt cx="913625" cy="913625"/>
            </a:xfrm>
          </p:grpSpPr>
          <p:sp>
            <p:nvSpPr>
              <p:cNvPr id="730" name="Google Shape;730;p41">
                <a:extLst>
                  <a:ext uri="{FF2B5EF4-FFF2-40B4-BE49-F238E27FC236}">
                    <a16:creationId xmlns:a16="http://schemas.microsoft.com/office/drawing/2014/main" id="{CF8ED459-0F8F-7905-AEBA-0A4B58F7F514}"/>
                  </a:ext>
                </a:extLst>
              </p:cNvPr>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a:extLst>
                  <a:ext uri="{FF2B5EF4-FFF2-40B4-BE49-F238E27FC236}">
                    <a16:creationId xmlns:a16="http://schemas.microsoft.com/office/drawing/2014/main" id="{88C19871-A22C-48D6-E851-957A765328B5}"/>
                  </a:ext>
                </a:extLst>
              </p:cNvPr>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1">
                <a:extLst>
                  <a:ext uri="{FF2B5EF4-FFF2-40B4-BE49-F238E27FC236}">
                    <a16:creationId xmlns:a16="http://schemas.microsoft.com/office/drawing/2014/main" id="{0623E379-D6D1-4A03-57C9-1ABB460F44CD}"/>
                  </a:ext>
                </a:extLst>
              </p:cNvPr>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33" name="Google Shape;733;p41">
              <a:extLst>
                <a:ext uri="{FF2B5EF4-FFF2-40B4-BE49-F238E27FC236}">
                  <a16:creationId xmlns:a16="http://schemas.microsoft.com/office/drawing/2014/main" id="{295A79B6-2723-91A2-015E-ADAA16DF1029}"/>
                </a:ext>
              </a:extLst>
            </p:cNvPr>
            <p:cNvCxnSpPr>
              <a:stCxn id="728" idx="7"/>
              <a:endCxn id="727" idx="3"/>
            </p:cNvCxnSpPr>
            <p:nvPr/>
          </p:nvCxnSpPr>
          <p:spPr>
            <a:xfrm rot="10800000" flipH="1">
              <a:off x="7165792" y="3327492"/>
              <a:ext cx="1396800" cy="861600"/>
            </a:xfrm>
            <a:prstGeom prst="straightConnector1">
              <a:avLst/>
            </a:prstGeom>
            <a:noFill/>
            <a:ln w="19050" cap="flat" cmpd="sng">
              <a:solidFill>
                <a:schemeClr val="dk1"/>
              </a:solidFill>
              <a:prstDash val="solid"/>
              <a:round/>
              <a:headEnd type="none" w="med" len="med"/>
              <a:tailEnd type="none" w="med" len="med"/>
            </a:ln>
          </p:spPr>
        </p:cxnSp>
        <p:cxnSp>
          <p:nvCxnSpPr>
            <p:cNvPr id="734" name="Google Shape;734;p41">
              <a:extLst>
                <a:ext uri="{FF2B5EF4-FFF2-40B4-BE49-F238E27FC236}">
                  <a16:creationId xmlns:a16="http://schemas.microsoft.com/office/drawing/2014/main" id="{5AF6CEA9-71F8-74C6-E68F-DBBF2A4BBF17}"/>
                </a:ext>
              </a:extLst>
            </p:cNvPr>
            <p:cNvCxnSpPr>
              <a:stCxn id="728" idx="5"/>
            </p:cNvCxnSpPr>
            <p:nvPr/>
          </p:nvCxnSpPr>
          <p:spPr>
            <a:xfrm>
              <a:off x="7165792" y="4248913"/>
              <a:ext cx="493200" cy="945300"/>
            </a:xfrm>
            <a:prstGeom prst="straightConnector1">
              <a:avLst/>
            </a:prstGeom>
            <a:noFill/>
            <a:ln w="19050" cap="flat" cmpd="sng">
              <a:solidFill>
                <a:schemeClr val="dk1"/>
              </a:solidFill>
              <a:prstDash val="solid"/>
              <a:round/>
              <a:headEnd type="none" w="med" len="med"/>
              <a:tailEnd type="none" w="med" len="med"/>
            </a:ln>
          </p:spPr>
        </p:cxnSp>
        <p:cxnSp>
          <p:nvCxnSpPr>
            <p:cNvPr id="735" name="Google Shape;735;p41">
              <a:extLst>
                <a:ext uri="{FF2B5EF4-FFF2-40B4-BE49-F238E27FC236}">
                  <a16:creationId xmlns:a16="http://schemas.microsoft.com/office/drawing/2014/main" id="{507F4D11-6797-EEA0-2551-7C8EA3627336}"/>
                </a:ext>
              </a:extLst>
            </p:cNvPr>
            <p:cNvCxnSpPr>
              <a:stCxn id="727" idx="4"/>
            </p:cNvCxnSpPr>
            <p:nvPr/>
          </p:nvCxnSpPr>
          <p:spPr>
            <a:xfrm flipH="1">
              <a:off x="8076457" y="3335224"/>
              <a:ext cx="504900" cy="1884300"/>
            </a:xfrm>
            <a:prstGeom prst="straightConnector1">
              <a:avLst/>
            </a:prstGeom>
            <a:noFill/>
            <a:ln w="19050" cap="flat" cmpd="sng">
              <a:solidFill>
                <a:schemeClr val="dk1"/>
              </a:solidFill>
              <a:prstDash val="solid"/>
              <a:round/>
              <a:headEnd type="none" w="med" len="med"/>
              <a:tailEnd type="none" w="med" len="med"/>
            </a:ln>
          </p:spPr>
        </p:cxnSp>
        <p:cxnSp>
          <p:nvCxnSpPr>
            <p:cNvPr id="736" name="Google Shape;736;p41">
              <a:extLst>
                <a:ext uri="{FF2B5EF4-FFF2-40B4-BE49-F238E27FC236}">
                  <a16:creationId xmlns:a16="http://schemas.microsoft.com/office/drawing/2014/main" id="{08087087-08E2-3AA5-8841-8AC86D3A9898}"/>
                </a:ext>
              </a:extLst>
            </p:cNvPr>
            <p:cNvCxnSpPr>
              <a:stCxn id="727" idx="5"/>
            </p:cNvCxnSpPr>
            <p:nvPr/>
          </p:nvCxnSpPr>
          <p:spPr>
            <a:xfrm>
              <a:off x="8600025" y="3327536"/>
              <a:ext cx="591600" cy="1260900"/>
            </a:xfrm>
            <a:prstGeom prst="straightConnector1">
              <a:avLst/>
            </a:prstGeom>
            <a:noFill/>
            <a:ln w="19050" cap="flat" cmpd="sng">
              <a:solidFill>
                <a:schemeClr val="dk1"/>
              </a:solidFill>
              <a:prstDash val="solid"/>
              <a:round/>
              <a:headEnd type="none" w="med" len="med"/>
              <a:tailEnd type="none" w="med" len="med"/>
            </a:ln>
          </p:spPr>
        </p:cxnSp>
      </p:grpSp>
      <p:sp>
        <p:nvSpPr>
          <p:cNvPr id="4" name="TextBox 3">
            <a:extLst>
              <a:ext uri="{FF2B5EF4-FFF2-40B4-BE49-F238E27FC236}">
                <a16:creationId xmlns:a16="http://schemas.microsoft.com/office/drawing/2014/main" id="{551D1D46-60A4-CFBB-5E29-17ADA5A445AF}"/>
              </a:ext>
            </a:extLst>
          </p:cNvPr>
          <p:cNvSpPr txBox="1"/>
          <p:nvPr/>
        </p:nvSpPr>
        <p:spPr>
          <a:xfrm>
            <a:off x="618846" y="1372958"/>
            <a:ext cx="8178851" cy="2246769"/>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Reason</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Kantumruy Pro Medium" panose="020B0604020202020204" charset="0"/>
                <a:cs typeface="Kantumruy Pro Medium" panose="020B0604020202020204" charset="0"/>
              </a:rPr>
              <a:t>	</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Multiple groups of stakeholders have different and sometimes contradictory 	needs.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Example</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a:t>
            </a:r>
            <a:b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For a </a:t>
            </a:r>
            <a: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t>university portal system</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a:t>
            </a:r>
          </a:p>
          <a:p>
            <a:pPr lvl="2" eaLnBrk="0" fontAlgn="base" hangingPunct="0">
              <a:spcBef>
                <a:spcPct val="0"/>
              </a:spcBef>
              <a:spcAft>
                <a:spcPct val="0"/>
              </a:spcAft>
              <a:buClrTx/>
            </a:pP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	Students want	: easy login, course registration, mobile app access.</a:t>
            </a:r>
          </a:p>
          <a:p>
            <a:pPr lvl="2" eaLnBrk="0" fontAlgn="base" hangingPunct="0">
              <a:spcBef>
                <a:spcPct val="0"/>
              </a:spcBef>
              <a:spcAft>
                <a:spcPct val="0"/>
              </a:spcAft>
              <a:buClrTx/>
            </a:pP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	Professors want	: flexible grading system, research publication integration.</a:t>
            </a:r>
          </a:p>
          <a:p>
            <a:pPr lvl="2" eaLnBrk="0" fontAlgn="base" hangingPunct="0">
              <a:spcBef>
                <a:spcPct val="0"/>
              </a:spcBef>
              <a:spcAft>
                <a:spcPct val="0"/>
              </a:spcAft>
              <a:buClrTx/>
            </a:pP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	Administration wants: strict attendance monitoring and fee tracking.</a:t>
            </a:r>
            <a:b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endParaRPr lang="en-US" altLang="en-US" dirty="0">
              <a:solidFill>
                <a:schemeClr val="tx1"/>
              </a:solidFill>
              <a:latin typeface="Kantumruy Pro Medium" panose="020B0604020202020204" charset="0"/>
              <a:cs typeface="Kantumruy Pro Medium" panose="020B0604020202020204" charset="0"/>
            </a:endParaRPr>
          </a:p>
        </p:txBody>
      </p:sp>
      <p:sp>
        <p:nvSpPr>
          <p:cNvPr id="6" name="TextBox 5">
            <a:extLst>
              <a:ext uri="{FF2B5EF4-FFF2-40B4-BE49-F238E27FC236}">
                <a16:creationId xmlns:a16="http://schemas.microsoft.com/office/drawing/2014/main" id="{039887C8-F7FE-24DC-A8AF-1E476738AA52}"/>
              </a:ext>
            </a:extLst>
          </p:cNvPr>
          <p:cNvSpPr txBox="1"/>
          <p:nvPr/>
        </p:nvSpPr>
        <p:spPr>
          <a:xfrm>
            <a:off x="631609" y="3611271"/>
            <a:ext cx="5613198" cy="738664"/>
          </a:xfrm>
          <a:prstGeom prst="rect">
            <a:avLst/>
          </a:prstGeom>
          <a:noFill/>
        </p:spPr>
        <p:txBody>
          <a:bodyPr wrap="square">
            <a:spAutoFit/>
          </a:bodyPr>
          <a:lstStyle/>
          <a:p>
            <a:pPr lvl="2" eaLnBrk="0" fontAlgn="base" hangingPunct="0">
              <a:spcBef>
                <a:spcPct val="0"/>
              </a:spcBef>
              <a:spcAft>
                <a:spcPct val="0"/>
              </a:spcAft>
              <a:buClrTx/>
            </a:pP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Students want minimal attendance tracking, while administration demands detailed attendance logs. Requirements engineers must negotiate and prioritize.</a:t>
            </a:r>
          </a:p>
        </p:txBody>
      </p:sp>
    </p:spTree>
    <p:extLst>
      <p:ext uri="{BB962C8B-B14F-4D97-AF65-F5344CB8AC3E}">
        <p14:creationId xmlns:p14="http://schemas.microsoft.com/office/powerpoint/2010/main" val="15748297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71">
          <a:extLst>
            <a:ext uri="{FF2B5EF4-FFF2-40B4-BE49-F238E27FC236}">
              <a16:creationId xmlns:a16="http://schemas.microsoft.com/office/drawing/2014/main" id="{29DAF80F-B664-6A86-3FB4-92C413EC3B29}"/>
            </a:ext>
          </a:extLst>
        </p:cNvPr>
        <p:cNvGrpSpPr/>
        <p:nvPr/>
      </p:nvGrpSpPr>
      <p:grpSpPr>
        <a:xfrm>
          <a:off x="0" y="0"/>
          <a:ext cx="0" cy="0"/>
          <a:chOff x="0" y="0"/>
          <a:chExt cx="0" cy="0"/>
        </a:xfrm>
      </p:grpSpPr>
      <p:sp>
        <p:nvSpPr>
          <p:cNvPr id="774" name="Google Shape;774;p44">
            <a:extLst>
              <a:ext uri="{FF2B5EF4-FFF2-40B4-BE49-F238E27FC236}">
                <a16:creationId xmlns:a16="http://schemas.microsoft.com/office/drawing/2014/main" id="{EFC5ADEA-CE78-6873-D26A-6842E8D0B6C2}"/>
              </a:ext>
            </a:extLst>
          </p:cNvPr>
          <p:cNvSpPr txBox="1">
            <a:spLocks noGrp="1"/>
          </p:cNvSpPr>
          <p:nvPr>
            <p:ph type="title"/>
          </p:nvPr>
        </p:nvSpPr>
        <p:spPr>
          <a:xfrm>
            <a:off x="715100" y="535000"/>
            <a:ext cx="7713900" cy="649200"/>
          </a:xfrm>
          <a:prstGeom prst="rect">
            <a:avLst/>
          </a:prstGeom>
        </p:spPr>
        <p:txBody>
          <a:bodyPr spcFirstLastPara="1" wrap="square" lIns="91425" tIns="91425" rIns="91425" bIns="91425" anchor="t" anchorCtr="0">
            <a:noAutofit/>
          </a:bodyPr>
          <a:lstStyle/>
          <a:p>
            <a:pPr lvl="0"/>
            <a:r>
              <a:rPr lang="en-IN" dirty="0">
                <a:latin typeface="Kantumruy Pro Medium" panose="020B0604020202020204" charset="0"/>
                <a:cs typeface="Kantumruy Pro Medium" panose="020B0604020202020204" charset="0"/>
              </a:rPr>
              <a:t>Political factors influence requirements</a:t>
            </a:r>
            <a:endParaRPr dirty="0">
              <a:latin typeface="Kantumruy Pro Medium" panose="020B0604020202020204" charset="0"/>
              <a:ea typeface="Kantumruy Pro SemiBold"/>
              <a:cs typeface="Kantumruy Pro Medium" panose="020B0604020202020204" charset="0"/>
              <a:sym typeface="Kantumruy Pro SemiBold"/>
            </a:endParaRPr>
          </a:p>
        </p:txBody>
      </p:sp>
      <p:grpSp>
        <p:nvGrpSpPr>
          <p:cNvPr id="779" name="Google Shape;779;p44">
            <a:extLst>
              <a:ext uri="{FF2B5EF4-FFF2-40B4-BE49-F238E27FC236}">
                <a16:creationId xmlns:a16="http://schemas.microsoft.com/office/drawing/2014/main" id="{470DA189-D11B-8BE2-0790-4B6E0710E6A5}"/>
              </a:ext>
            </a:extLst>
          </p:cNvPr>
          <p:cNvGrpSpPr/>
          <p:nvPr/>
        </p:nvGrpSpPr>
        <p:grpSpPr>
          <a:xfrm>
            <a:off x="6684971" y="-644076"/>
            <a:ext cx="2639795" cy="1853191"/>
            <a:chOff x="6684971" y="-644076"/>
            <a:chExt cx="2639795" cy="1853191"/>
          </a:xfrm>
        </p:grpSpPr>
        <p:grpSp>
          <p:nvGrpSpPr>
            <p:cNvPr id="780" name="Google Shape;780;p44">
              <a:extLst>
                <a:ext uri="{FF2B5EF4-FFF2-40B4-BE49-F238E27FC236}">
                  <a16:creationId xmlns:a16="http://schemas.microsoft.com/office/drawing/2014/main" id="{02340C2E-EA47-2297-BC28-AC7CADD8216A}"/>
                </a:ext>
              </a:extLst>
            </p:cNvPr>
            <p:cNvGrpSpPr/>
            <p:nvPr/>
          </p:nvGrpSpPr>
          <p:grpSpPr>
            <a:xfrm>
              <a:off x="8521968" y="406316"/>
              <a:ext cx="802799" cy="802799"/>
              <a:chOff x="353675" y="3417700"/>
              <a:chExt cx="527775" cy="527775"/>
            </a:xfrm>
          </p:grpSpPr>
          <p:sp>
            <p:nvSpPr>
              <p:cNvPr id="781" name="Google Shape;781;p44">
                <a:extLst>
                  <a:ext uri="{FF2B5EF4-FFF2-40B4-BE49-F238E27FC236}">
                    <a16:creationId xmlns:a16="http://schemas.microsoft.com/office/drawing/2014/main" id="{7D042917-2574-D016-5DFD-46D9A34B835E}"/>
                  </a:ext>
                </a:extLst>
              </p:cNvPr>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a:extLst>
                  <a:ext uri="{FF2B5EF4-FFF2-40B4-BE49-F238E27FC236}">
                    <a16:creationId xmlns:a16="http://schemas.microsoft.com/office/drawing/2014/main" id="{5A0240EA-564C-EABD-B7DF-EFA77B991136}"/>
                  </a:ext>
                </a:extLst>
              </p:cNvPr>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a:extLst>
                  <a:ext uri="{FF2B5EF4-FFF2-40B4-BE49-F238E27FC236}">
                    <a16:creationId xmlns:a16="http://schemas.microsoft.com/office/drawing/2014/main" id="{460CC16C-DA5F-1EAA-7858-38E697B4C6B5}"/>
                  </a:ext>
                </a:extLst>
              </p:cNvPr>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a:extLst>
                  <a:ext uri="{FF2B5EF4-FFF2-40B4-BE49-F238E27FC236}">
                    <a16:creationId xmlns:a16="http://schemas.microsoft.com/office/drawing/2014/main" id="{D37F13AE-6BCE-BC92-3BD2-2EB646E27ECC}"/>
                  </a:ext>
                </a:extLst>
              </p:cNvPr>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a:extLst>
                  <a:ext uri="{FF2B5EF4-FFF2-40B4-BE49-F238E27FC236}">
                    <a16:creationId xmlns:a16="http://schemas.microsoft.com/office/drawing/2014/main" id="{BE2419B1-D2C0-B867-1D37-C6BB42926338}"/>
                  </a:ext>
                </a:extLst>
              </p:cNvPr>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a:extLst>
                  <a:ext uri="{FF2B5EF4-FFF2-40B4-BE49-F238E27FC236}">
                    <a16:creationId xmlns:a16="http://schemas.microsoft.com/office/drawing/2014/main" id="{16A3200D-6365-F0FF-4F44-75853FBFDC53}"/>
                  </a:ext>
                </a:extLst>
              </p:cNvPr>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a:extLst>
                  <a:ext uri="{FF2B5EF4-FFF2-40B4-BE49-F238E27FC236}">
                    <a16:creationId xmlns:a16="http://schemas.microsoft.com/office/drawing/2014/main" id="{ECE452BF-01D5-A45B-2C6D-30BC63546CF1}"/>
                  </a:ext>
                </a:extLst>
              </p:cNvPr>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a:extLst>
                  <a:ext uri="{FF2B5EF4-FFF2-40B4-BE49-F238E27FC236}">
                    <a16:creationId xmlns:a16="http://schemas.microsoft.com/office/drawing/2014/main" id="{4FDD103C-1627-DE21-E5B4-DED7003AFFD4}"/>
                  </a:ext>
                </a:extLst>
              </p:cNvPr>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a:extLst>
                  <a:ext uri="{FF2B5EF4-FFF2-40B4-BE49-F238E27FC236}">
                    <a16:creationId xmlns:a16="http://schemas.microsoft.com/office/drawing/2014/main" id="{AB74578A-6682-876A-D831-C9AA31EC51DA}"/>
                  </a:ext>
                </a:extLst>
              </p:cNvPr>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a:extLst>
                  <a:ext uri="{FF2B5EF4-FFF2-40B4-BE49-F238E27FC236}">
                    <a16:creationId xmlns:a16="http://schemas.microsoft.com/office/drawing/2014/main" id="{C0041DE6-A84B-1132-F6D2-2B54147A5618}"/>
                  </a:ext>
                </a:extLst>
              </p:cNvPr>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a:extLst>
                  <a:ext uri="{FF2B5EF4-FFF2-40B4-BE49-F238E27FC236}">
                    <a16:creationId xmlns:a16="http://schemas.microsoft.com/office/drawing/2014/main" id="{7CD46D2C-9503-DD0C-B927-67A901B12559}"/>
                  </a:ext>
                </a:extLst>
              </p:cNvPr>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a:extLst>
                  <a:ext uri="{FF2B5EF4-FFF2-40B4-BE49-F238E27FC236}">
                    <a16:creationId xmlns:a16="http://schemas.microsoft.com/office/drawing/2014/main" id="{9B263990-473B-92D0-9BE1-BDBCB2164078}"/>
                  </a:ext>
                </a:extLst>
              </p:cNvPr>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a:extLst>
                  <a:ext uri="{FF2B5EF4-FFF2-40B4-BE49-F238E27FC236}">
                    <a16:creationId xmlns:a16="http://schemas.microsoft.com/office/drawing/2014/main" id="{D7755E32-6D81-09A3-F957-6136CAEB8E79}"/>
                  </a:ext>
                </a:extLst>
              </p:cNvPr>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a:extLst>
                  <a:ext uri="{FF2B5EF4-FFF2-40B4-BE49-F238E27FC236}">
                    <a16:creationId xmlns:a16="http://schemas.microsoft.com/office/drawing/2014/main" id="{A23A231C-34B7-1403-E3B6-CC9482F0E015}"/>
                  </a:ext>
                </a:extLst>
              </p:cNvPr>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a:extLst>
                  <a:ext uri="{FF2B5EF4-FFF2-40B4-BE49-F238E27FC236}">
                    <a16:creationId xmlns:a16="http://schemas.microsoft.com/office/drawing/2014/main" id="{5B932931-93CE-CF00-8F19-FE75793FA6EA}"/>
                  </a:ext>
                </a:extLst>
              </p:cNvPr>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a:extLst>
                  <a:ext uri="{FF2B5EF4-FFF2-40B4-BE49-F238E27FC236}">
                    <a16:creationId xmlns:a16="http://schemas.microsoft.com/office/drawing/2014/main" id="{15D2CC5A-18F2-2B62-1B4F-EA1C9C8673A1}"/>
                  </a:ext>
                </a:extLst>
              </p:cNvPr>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a:extLst>
                  <a:ext uri="{FF2B5EF4-FFF2-40B4-BE49-F238E27FC236}">
                    <a16:creationId xmlns:a16="http://schemas.microsoft.com/office/drawing/2014/main" id="{AAF97CE1-F7CD-7AD9-5E0B-5A0E5C035F0E}"/>
                  </a:ext>
                </a:extLst>
              </p:cNvPr>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a:extLst>
                  <a:ext uri="{FF2B5EF4-FFF2-40B4-BE49-F238E27FC236}">
                    <a16:creationId xmlns:a16="http://schemas.microsoft.com/office/drawing/2014/main" id="{7C59F3B0-FBE9-F3EB-AAFA-3335E27F8ACE}"/>
                  </a:ext>
                </a:extLst>
              </p:cNvPr>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a:extLst>
                  <a:ext uri="{FF2B5EF4-FFF2-40B4-BE49-F238E27FC236}">
                    <a16:creationId xmlns:a16="http://schemas.microsoft.com/office/drawing/2014/main" id="{7FE70B24-DDAA-761F-CB35-5C896C0BEAF0}"/>
                  </a:ext>
                </a:extLst>
              </p:cNvPr>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a:extLst>
                  <a:ext uri="{FF2B5EF4-FFF2-40B4-BE49-F238E27FC236}">
                    <a16:creationId xmlns:a16="http://schemas.microsoft.com/office/drawing/2014/main" id="{824150D4-202A-B1D2-D3F4-D0BB967FBE17}"/>
                  </a:ext>
                </a:extLst>
              </p:cNvPr>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a:extLst>
                  <a:ext uri="{FF2B5EF4-FFF2-40B4-BE49-F238E27FC236}">
                    <a16:creationId xmlns:a16="http://schemas.microsoft.com/office/drawing/2014/main" id="{A0910014-5E70-7CCB-12AF-23DB995AA1AE}"/>
                  </a:ext>
                </a:extLst>
              </p:cNvPr>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a:extLst>
                  <a:ext uri="{FF2B5EF4-FFF2-40B4-BE49-F238E27FC236}">
                    <a16:creationId xmlns:a16="http://schemas.microsoft.com/office/drawing/2014/main" id="{15D4BD5F-E127-7D04-DDE2-22D34F0C2E93}"/>
                  </a:ext>
                </a:extLst>
              </p:cNvPr>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a:extLst>
                  <a:ext uri="{FF2B5EF4-FFF2-40B4-BE49-F238E27FC236}">
                    <a16:creationId xmlns:a16="http://schemas.microsoft.com/office/drawing/2014/main" id="{EF66C78E-38EC-ECB2-3D97-94BB8A3E0C35}"/>
                  </a:ext>
                </a:extLst>
              </p:cNvPr>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a:extLst>
                  <a:ext uri="{FF2B5EF4-FFF2-40B4-BE49-F238E27FC236}">
                    <a16:creationId xmlns:a16="http://schemas.microsoft.com/office/drawing/2014/main" id="{87384ECB-5CF4-7C12-D76F-9B333C2D25E5}"/>
                  </a:ext>
                </a:extLst>
              </p:cNvPr>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a:extLst>
                  <a:ext uri="{FF2B5EF4-FFF2-40B4-BE49-F238E27FC236}">
                    <a16:creationId xmlns:a16="http://schemas.microsoft.com/office/drawing/2014/main" id="{323BAC8D-44C9-0BA0-A341-B5D6CE0FEFA8}"/>
                  </a:ext>
                </a:extLst>
              </p:cNvPr>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a:extLst>
                  <a:ext uri="{FF2B5EF4-FFF2-40B4-BE49-F238E27FC236}">
                    <a16:creationId xmlns:a16="http://schemas.microsoft.com/office/drawing/2014/main" id="{96A22880-6AC1-1BA9-B305-42B0B027ACE8}"/>
                  </a:ext>
                </a:extLst>
              </p:cNvPr>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a:extLst>
                  <a:ext uri="{FF2B5EF4-FFF2-40B4-BE49-F238E27FC236}">
                    <a16:creationId xmlns:a16="http://schemas.microsoft.com/office/drawing/2014/main" id="{00CFC360-2918-AB87-4850-33EE27B32F27}"/>
                  </a:ext>
                </a:extLst>
              </p:cNvPr>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a:extLst>
                  <a:ext uri="{FF2B5EF4-FFF2-40B4-BE49-F238E27FC236}">
                    <a16:creationId xmlns:a16="http://schemas.microsoft.com/office/drawing/2014/main" id="{76EFEAB1-0946-C60F-77FF-09A93971A741}"/>
                  </a:ext>
                </a:extLst>
              </p:cNvPr>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a:extLst>
                  <a:ext uri="{FF2B5EF4-FFF2-40B4-BE49-F238E27FC236}">
                    <a16:creationId xmlns:a16="http://schemas.microsoft.com/office/drawing/2014/main" id="{0CF83D34-A79B-6E00-5912-C8F9AAB4279C}"/>
                  </a:ext>
                </a:extLst>
              </p:cNvPr>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4">
                <a:extLst>
                  <a:ext uri="{FF2B5EF4-FFF2-40B4-BE49-F238E27FC236}">
                    <a16:creationId xmlns:a16="http://schemas.microsoft.com/office/drawing/2014/main" id="{BF1B09DA-0FAE-6B95-F7D6-F818DFE7D103}"/>
                  </a:ext>
                </a:extLst>
              </p:cNvPr>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4">
                <a:extLst>
                  <a:ext uri="{FF2B5EF4-FFF2-40B4-BE49-F238E27FC236}">
                    <a16:creationId xmlns:a16="http://schemas.microsoft.com/office/drawing/2014/main" id="{FA400BDD-93E8-14B2-97B6-38F77C875A68}"/>
                  </a:ext>
                </a:extLst>
              </p:cNvPr>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4">
                <a:extLst>
                  <a:ext uri="{FF2B5EF4-FFF2-40B4-BE49-F238E27FC236}">
                    <a16:creationId xmlns:a16="http://schemas.microsoft.com/office/drawing/2014/main" id="{1A72A827-ADC6-21CE-5017-1F8EC3D25B06}"/>
                  </a:ext>
                </a:extLst>
              </p:cNvPr>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a:extLst>
                  <a:ext uri="{FF2B5EF4-FFF2-40B4-BE49-F238E27FC236}">
                    <a16:creationId xmlns:a16="http://schemas.microsoft.com/office/drawing/2014/main" id="{8ECAC232-A98D-7EDC-82D6-1BB6575DFD93}"/>
                  </a:ext>
                </a:extLst>
              </p:cNvPr>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a:extLst>
                  <a:ext uri="{FF2B5EF4-FFF2-40B4-BE49-F238E27FC236}">
                    <a16:creationId xmlns:a16="http://schemas.microsoft.com/office/drawing/2014/main" id="{F33F556F-F59B-9F13-2AE8-59D46AFC0281}"/>
                  </a:ext>
                </a:extLst>
              </p:cNvPr>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a:extLst>
                  <a:ext uri="{FF2B5EF4-FFF2-40B4-BE49-F238E27FC236}">
                    <a16:creationId xmlns:a16="http://schemas.microsoft.com/office/drawing/2014/main" id="{9752B900-C028-AF7C-8CFB-B3B1AA4E1889}"/>
                  </a:ext>
                </a:extLst>
              </p:cNvPr>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a:extLst>
                  <a:ext uri="{FF2B5EF4-FFF2-40B4-BE49-F238E27FC236}">
                    <a16:creationId xmlns:a16="http://schemas.microsoft.com/office/drawing/2014/main" id="{FCCE4ABC-E5EC-4D92-E5FA-DCD21291F82E}"/>
                  </a:ext>
                </a:extLst>
              </p:cNvPr>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a:extLst>
                  <a:ext uri="{FF2B5EF4-FFF2-40B4-BE49-F238E27FC236}">
                    <a16:creationId xmlns:a16="http://schemas.microsoft.com/office/drawing/2014/main" id="{307F3E7E-4C7C-F8E3-F188-64AB664436DD}"/>
                  </a:ext>
                </a:extLst>
              </p:cNvPr>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a:extLst>
                  <a:ext uri="{FF2B5EF4-FFF2-40B4-BE49-F238E27FC236}">
                    <a16:creationId xmlns:a16="http://schemas.microsoft.com/office/drawing/2014/main" id="{9658C948-A4AE-81B6-8CEC-C8D4F6433E3C}"/>
                  </a:ext>
                </a:extLst>
              </p:cNvPr>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a:extLst>
                  <a:ext uri="{FF2B5EF4-FFF2-40B4-BE49-F238E27FC236}">
                    <a16:creationId xmlns:a16="http://schemas.microsoft.com/office/drawing/2014/main" id="{884AA369-28A5-E76E-0414-304CB329C1BB}"/>
                  </a:ext>
                </a:extLst>
              </p:cNvPr>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a:extLst>
                  <a:ext uri="{FF2B5EF4-FFF2-40B4-BE49-F238E27FC236}">
                    <a16:creationId xmlns:a16="http://schemas.microsoft.com/office/drawing/2014/main" id="{EC1B0024-711D-8E5A-2356-8038581BD640}"/>
                  </a:ext>
                </a:extLst>
              </p:cNvPr>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a:extLst>
                  <a:ext uri="{FF2B5EF4-FFF2-40B4-BE49-F238E27FC236}">
                    <a16:creationId xmlns:a16="http://schemas.microsoft.com/office/drawing/2014/main" id="{3ACC3191-C527-1CD3-9E9B-0E8AC4729F76}"/>
                  </a:ext>
                </a:extLst>
              </p:cNvPr>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a:extLst>
                  <a:ext uri="{FF2B5EF4-FFF2-40B4-BE49-F238E27FC236}">
                    <a16:creationId xmlns:a16="http://schemas.microsoft.com/office/drawing/2014/main" id="{914DCF12-34A9-C255-EC95-006D4CCAE329}"/>
                  </a:ext>
                </a:extLst>
              </p:cNvPr>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a:extLst>
                  <a:ext uri="{FF2B5EF4-FFF2-40B4-BE49-F238E27FC236}">
                    <a16:creationId xmlns:a16="http://schemas.microsoft.com/office/drawing/2014/main" id="{52424FFE-B229-EBBF-9D8C-B259434AC722}"/>
                  </a:ext>
                </a:extLst>
              </p:cNvPr>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a:extLst>
                  <a:ext uri="{FF2B5EF4-FFF2-40B4-BE49-F238E27FC236}">
                    <a16:creationId xmlns:a16="http://schemas.microsoft.com/office/drawing/2014/main" id="{104F9546-57E5-C7EB-2383-9135EBFC8EC3}"/>
                  </a:ext>
                </a:extLst>
              </p:cNvPr>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a:extLst>
                  <a:ext uri="{FF2B5EF4-FFF2-40B4-BE49-F238E27FC236}">
                    <a16:creationId xmlns:a16="http://schemas.microsoft.com/office/drawing/2014/main" id="{5AB264D1-A890-B8CF-38C1-63178A943702}"/>
                  </a:ext>
                </a:extLst>
              </p:cNvPr>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a:extLst>
                  <a:ext uri="{FF2B5EF4-FFF2-40B4-BE49-F238E27FC236}">
                    <a16:creationId xmlns:a16="http://schemas.microsoft.com/office/drawing/2014/main" id="{E8E356E4-0975-A45E-FEBF-C130D6185D83}"/>
                  </a:ext>
                </a:extLst>
              </p:cNvPr>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a:extLst>
                  <a:ext uri="{FF2B5EF4-FFF2-40B4-BE49-F238E27FC236}">
                    <a16:creationId xmlns:a16="http://schemas.microsoft.com/office/drawing/2014/main" id="{A27C2FE6-E493-3135-D9C9-BF300B6EA507}"/>
                  </a:ext>
                </a:extLst>
              </p:cNvPr>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44">
              <a:extLst>
                <a:ext uri="{FF2B5EF4-FFF2-40B4-BE49-F238E27FC236}">
                  <a16:creationId xmlns:a16="http://schemas.microsoft.com/office/drawing/2014/main" id="{2741CE78-1F9B-3E7C-154B-660EDDA260A6}"/>
                </a:ext>
              </a:extLst>
            </p:cNvPr>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a:extLst>
                <a:ext uri="{FF2B5EF4-FFF2-40B4-BE49-F238E27FC236}">
                  <a16:creationId xmlns:a16="http://schemas.microsoft.com/office/drawing/2014/main" id="{D505E5AE-58FF-F6CE-8EA3-1A400B9A037C}"/>
                </a:ext>
              </a:extLst>
            </p:cNvPr>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44">
              <a:extLst>
                <a:ext uri="{FF2B5EF4-FFF2-40B4-BE49-F238E27FC236}">
                  <a16:creationId xmlns:a16="http://schemas.microsoft.com/office/drawing/2014/main" id="{ACCC2CFC-6269-CBC8-3BCB-16F0970A9D72}"/>
                </a:ext>
              </a:extLst>
            </p:cNvPr>
            <p:cNvGrpSpPr/>
            <p:nvPr/>
          </p:nvGrpSpPr>
          <p:grpSpPr>
            <a:xfrm>
              <a:off x="6684971" y="-644076"/>
              <a:ext cx="1511958" cy="1511958"/>
              <a:chOff x="4529425" y="1609825"/>
              <a:chExt cx="913625" cy="913625"/>
            </a:xfrm>
          </p:grpSpPr>
          <p:sp>
            <p:nvSpPr>
              <p:cNvPr id="831" name="Google Shape;831;p44">
                <a:extLst>
                  <a:ext uri="{FF2B5EF4-FFF2-40B4-BE49-F238E27FC236}">
                    <a16:creationId xmlns:a16="http://schemas.microsoft.com/office/drawing/2014/main" id="{C9021DAE-589E-9BAA-24AB-D30D4E185175}"/>
                  </a:ext>
                </a:extLst>
              </p:cNvPr>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a:extLst>
                  <a:ext uri="{FF2B5EF4-FFF2-40B4-BE49-F238E27FC236}">
                    <a16:creationId xmlns:a16="http://schemas.microsoft.com/office/drawing/2014/main" id="{09E61ECF-855C-04B5-B938-24FB348D22E5}"/>
                  </a:ext>
                </a:extLst>
              </p:cNvPr>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a:extLst>
                  <a:ext uri="{FF2B5EF4-FFF2-40B4-BE49-F238E27FC236}">
                    <a16:creationId xmlns:a16="http://schemas.microsoft.com/office/drawing/2014/main" id="{8512F856-BE81-5595-5F52-6C202B34135C}"/>
                  </a:ext>
                </a:extLst>
              </p:cNvPr>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4" name="Google Shape;834;p44">
              <a:extLst>
                <a:ext uri="{FF2B5EF4-FFF2-40B4-BE49-F238E27FC236}">
                  <a16:creationId xmlns:a16="http://schemas.microsoft.com/office/drawing/2014/main" id="{7B6F277D-292C-F84A-6597-1A39F3DEBCEA}"/>
                </a:ext>
              </a:extLst>
            </p:cNvPr>
            <p:cNvCxnSpPr>
              <a:stCxn id="829" idx="6"/>
              <a:endCxn id="82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835" name="Google Shape;835;p44">
              <a:extLst>
                <a:ext uri="{FF2B5EF4-FFF2-40B4-BE49-F238E27FC236}">
                  <a16:creationId xmlns:a16="http://schemas.microsoft.com/office/drawing/2014/main" id="{A884BEE5-F991-B672-2927-E6DD210D25EA}"/>
                </a:ext>
              </a:extLst>
            </p:cNvPr>
            <p:cNvCxnSpPr>
              <a:stCxn id="82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sp>
        <p:nvSpPr>
          <p:cNvPr id="14" name="Rectangle 1">
            <a:extLst>
              <a:ext uri="{FF2B5EF4-FFF2-40B4-BE49-F238E27FC236}">
                <a16:creationId xmlns:a16="http://schemas.microsoft.com/office/drawing/2014/main" id="{A19AD4DD-5EA4-1E1B-6B5F-614204A1AD43}"/>
              </a:ext>
            </a:extLst>
          </p:cNvPr>
          <p:cNvSpPr>
            <a:spLocks noGrp="1" noChangeArrowheads="1"/>
          </p:cNvSpPr>
          <p:nvPr>
            <p:ph type="subTitle" idx="5"/>
          </p:nvPr>
        </p:nvSpPr>
        <p:spPr bwMode="auto">
          <a:xfrm>
            <a:off x="630769" y="1455335"/>
            <a:ext cx="7713900" cy="18158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Reason</a:t>
            </a:r>
            <a:r>
              <a:rPr kumimoji="0" lang="en-US" altLang="en-US"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Kantumruy Pro Medium" panose="020B0604020202020204" charset="0"/>
                <a:cs typeface="Kantumruy Pro Medium" panose="020B0604020202020204" charset="0"/>
              </a:rPr>
              <a:t>	</a:t>
            </a:r>
            <a:r>
              <a:rPr kumimoji="0" lang="en-US" altLang="en-US"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Managers or powerful stakeholders push for features that benefit them 	personally, not necessarily the organization.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b="1" i="0" u="none" strike="noStrike" cap="none" normalizeH="0" baseline="0" dirty="0">
              <a:ln>
                <a:noFill/>
              </a:ln>
              <a:solidFill>
                <a:schemeClr val="tx1"/>
              </a:solidFill>
              <a:effectLst/>
              <a:latin typeface="Kantumruy Pro Medium" panose="020B0604020202020204" charset="0"/>
              <a:cs typeface="Kantumruy Pro Medium"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Example</a:t>
            </a:r>
            <a:r>
              <a:rPr kumimoji="0" lang="en-US" altLang="en-US"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a:t>
            </a:r>
            <a:br>
              <a:rPr kumimoji="0" lang="en-US" altLang="en-US" b="0"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r>
              <a:rPr kumimoji="0" lang="en-US" altLang="en-US"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In a </a:t>
            </a: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company HR system, a senior manager insists on having a special 	admin dashboard with access to all employee performance data.</a:t>
            </a:r>
            <a:b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endPar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endParaRPr>
          </a:p>
        </p:txBody>
      </p:sp>
      <p:sp>
        <p:nvSpPr>
          <p:cNvPr id="16" name="TextBox 15">
            <a:extLst>
              <a:ext uri="{FF2B5EF4-FFF2-40B4-BE49-F238E27FC236}">
                <a16:creationId xmlns:a16="http://schemas.microsoft.com/office/drawing/2014/main" id="{B1C9AC78-62E6-468A-1B3A-300BB2247E94}"/>
              </a:ext>
            </a:extLst>
          </p:cNvPr>
          <p:cNvSpPr txBox="1"/>
          <p:nvPr/>
        </p:nvSpPr>
        <p:spPr>
          <a:xfrm>
            <a:off x="715100" y="3271217"/>
            <a:ext cx="7481829" cy="954107"/>
          </a:xfrm>
          <a:prstGeom prst="rect">
            <a:avLst/>
          </a:prstGeom>
          <a:noFill/>
        </p:spPr>
        <p:txBody>
          <a:bodyPr wrap="square">
            <a:spAutoFit/>
          </a:bodyPr>
          <a:lstStyle/>
          <a:p>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The actual business need is just performance reports for HR, but the manager wants more access to increase personal influence.</a:t>
            </a:r>
            <a:b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r>
              <a:rPr kumimoji="0" lang="en-US" altLang="en-US" i="0" u="none" strike="noStrike" cap="none" normalizeH="0" baseline="0" dirty="0">
                <a:ln>
                  <a:noFill/>
                </a:ln>
                <a:solidFill>
                  <a:schemeClr val="tx1"/>
                </a:solidFill>
                <a:effectLst/>
                <a:latin typeface="Kantumruy Pro Medium" panose="020B0604020202020204" charset="0"/>
                <a:cs typeface="Kantumruy Pro Medium" panose="020B0604020202020204" charset="0"/>
              </a:rPr>
              <a:t>Requirements engineers must carefully handle such political demands while balancing fairness and security.</a:t>
            </a:r>
            <a:endParaRPr lang="en-IN" dirty="0"/>
          </a:p>
        </p:txBody>
      </p:sp>
    </p:spTree>
    <p:extLst>
      <p:ext uri="{BB962C8B-B14F-4D97-AF65-F5344CB8AC3E}">
        <p14:creationId xmlns:p14="http://schemas.microsoft.com/office/powerpoint/2010/main" val="3693444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fade">
                                      <p:cBhvr>
                                        <p:cTn id="7" dur="1000"/>
                                        <p:tgtEl>
                                          <p:spTgt spid="16">
                                            <p:txEl>
                                              <p:pRg st="0" end="0"/>
                                            </p:txEl>
                                          </p:spTgt>
                                        </p:tgtEl>
                                      </p:cBhvr>
                                    </p:animEffect>
                                    <p:anim calcmode="lin" valueType="num">
                                      <p:cBhvr>
                                        <p:cTn id="8" dur="1000" fill="hold"/>
                                        <p:tgtEl>
                                          <p:spTgt spid="1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7">
          <a:extLst>
            <a:ext uri="{FF2B5EF4-FFF2-40B4-BE49-F238E27FC236}">
              <a16:creationId xmlns:a16="http://schemas.microsoft.com/office/drawing/2014/main" id="{1F87C7CB-034A-2892-0AE9-C93CD2ABAECC}"/>
            </a:ext>
          </a:extLst>
        </p:cNvPr>
        <p:cNvGrpSpPr/>
        <p:nvPr/>
      </p:nvGrpSpPr>
      <p:grpSpPr>
        <a:xfrm>
          <a:off x="0" y="0"/>
          <a:ext cx="0" cy="0"/>
          <a:chOff x="0" y="0"/>
          <a:chExt cx="0" cy="0"/>
        </a:xfrm>
      </p:grpSpPr>
      <p:sp>
        <p:nvSpPr>
          <p:cNvPr id="1020" name="Google Shape;1020;p50">
            <a:extLst>
              <a:ext uri="{FF2B5EF4-FFF2-40B4-BE49-F238E27FC236}">
                <a16:creationId xmlns:a16="http://schemas.microsoft.com/office/drawing/2014/main" id="{5ED353BD-CBF8-C77F-201F-EF57129E5301}"/>
              </a:ext>
            </a:extLst>
          </p:cNvPr>
          <p:cNvSpPr txBox="1">
            <a:spLocks noGrp="1"/>
          </p:cNvSpPr>
          <p:nvPr>
            <p:ph type="title"/>
          </p:nvPr>
        </p:nvSpPr>
        <p:spPr>
          <a:xfrm>
            <a:off x="715050" y="386313"/>
            <a:ext cx="7713900" cy="649200"/>
          </a:xfrm>
          <a:prstGeom prst="rect">
            <a:avLst/>
          </a:prstGeom>
        </p:spPr>
        <p:txBody>
          <a:bodyPr spcFirstLastPara="1" wrap="square" lIns="91425" tIns="91425" rIns="91425" bIns="91425" anchor="t" anchorCtr="0">
            <a:noAutofit/>
          </a:bodyPr>
          <a:lstStyle/>
          <a:p>
            <a:pPr lvl="0"/>
            <a:r>
              <a:rPr lang="en-US" dirty="0">
                <a:latin typeface="Kantumruy Pro Medium" panose="020B0604020202020204" charset="0"/>
                <a:cs typeface="Kantumruy Pro Medium" panose="020B0604020202020204" charset="0"/>
              </a:rPr>
              <a:t>Dynamic business environment / changing requirements</a:t>
            </a:r>
            <a:endParaRPr dirty="0">
              <a:latin typeface="Kantumruy Pro Medium" panose="020B0604020202020204" charset="0"/>
              <a:ea typeface="Kantumruy Pro SemiBold"/>
              <a:cs typeface="Kantumruy Pro Medium" panose="020B0604020202020204" charset="0"/>
              <a:sym typeface="Kantumruy Pro SemiBold"/>
            </a:endParaRPr>
          </a:p>
        </p:txBody>
      </p:sp>
      <p:sp>
        <p:nvSpPr>
          <p:cNvPr id="12" name="TextBox 11">
            <a:extLst>
              <a:ext uri="{FF2B5EF4-FFF2-40B4-BE49-F238E27FC236}">
                <a16:creationId xmlns:a16="http://schemas.microsoft.com/office/drawing/2014/main" id="{9CD1173E-2193-2204-269E-731A3FACF5E8}"/>
              </a:ext>
            </a:extLst>
          </p:cNvPr>
          <p:cNvSpPr txBox="1"/>
          <p:nvPr/>
        </p:nvSpPr>
        <p:spPr>
          <a:xfrm>
            <a:off x="715049" y="1645003"/>
            <a:ext cx="7610803" cy="1600438"/>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Reason</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a:t>
            </a:r>
          </a:p>
          <a:p>
            <a:pPr marL="0" marR="0" lvl="0" indent="0" algn="l" defTabSz="914400" rtl="0" eaLnBrk="0" fontAlgn="base" latinLnBrk="0" hangingPunct="0">
              <a:lnSpc>
                <a:spcPct val="100000"/>
              </a:lnSpc>
              <a:spcBef>
                <a:spcPct val="0"/>
              </a:spcBef>
              <a:spcAft>
                <a:spcPct val="0"/>
              </a:spcAft>
              <a:buClrTx/>
              <a:buSzTx/>
              <a:tabLst/>
            </a:pPr>
            <a:r>
              <a:rPr lang="en-US" altLang="en-US" dirty="0">
                <a:solidFill>
                  <a:schemeClr val="tx1"/>
                </a:solidFill>
                <a:latin typeface="Kantumruy Pro Medium" panose="020B0604020202020204" charset="0"/>
                <a:cs typeface="Kantumruy Pro Medium" panose="020B0604020202020204" charset="0"/>
              </a:rPr>
              <a:t>	</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Business priorities and external environment change during analysis.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400" b="1" i="0" u="none" strike="noStrike" cap="none" normalizeH="0" baseline="0" dirty="0">
                <a:ln>
                  <a:noFill/>
                </a:ln>
                <a:solidFill>
                  <a:schemeClr val="tx1"/>
                </a:solidFill>
                <a:effectLst/>
                <a:latin typeface="Kantumruy Pro Medium" panose="020B0604020202020204" charset="0"/>
                <a:cs typeface="Kantumruy Pro Medium" panose="020B0604020202020204" charset="0"/>
              </a:rPr>
              <a:t>Example</a:t>
            </a: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a:t>
            </a:r>
            <a:b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r>
              <a:rPr kumimoji="0" lang="en-US" altLang="en-US" sz="1400" b="0" i="0" u="none" strike="noStrike" cap="none" normalizeH="0" baseline="0" dirty="0">
                <a:ln>
                  <a:noFill/>
                </a:ln>
                <a:solidFill>
                  <a:schemeClr val="tx1"/>
                </a:solidFill>
                <a:effectLst/>
                <a:latin typeface="Kantumruy Pro Medium" panose="020B0604020202020204" charset="0"/>
                <a:cs typeface="Kantumruy Pro Medium" panose="020B0604020202020204" charset="0"/>
              </a:rPr>
              <a:t>	</a:t>
            </a:r>
            <a: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t>A retail e-commerce company starts developing a system for offline in-	store sales tracking.</a:t>
            </a:r>
            <a:r>
              <a:rPr lang="en-US" altLang="en-US" dirty="0">
                <a:solidFill>
                  <a:schemeClr val="tx1"/>
                </a:solidFill>
                <a:latin typeface="Kantumruy Pro Medium" panose="020B0604020202020204" charset="0"/>
                <a:cs typeface="Kantumruy Pro Medium" panose="020B0604020202020204" charset="0"/>
              </a:rPr>
              <a:t> </a:t>
            </a:r>
            <a: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t>Midway through development, COVID-19 pandemic 	hits</a:t>
            </a:r>
          </a:p>
        </p:txBody>
      </p:sp>
      <p:sp>
        <p:nvSpPr>
          <p:cNvPr id="14" name="TextBox 13">
            <a:extLst>
              <a:ext uri="{FF2B5EF4-FFF2-40B4-BE49-F238E27FC236}">
                <a16:creationId xmlns:a16="http://schemas.microsoft.com/office/drawing/2014/main" id="{76575A34-2239-A79D-D6A2-3BD395082880}"/>
              </a:ext>
            </a:extLst>
          </p:cNvPr>
          <p:cNvSpPr txBox="1"/>
          <p:nvPr/>
        </p:nvSpPr>
        <p:spPr>
          <a:xfrm>
            <a:off x="715050" y="3568069"/>
            <a:ext cx="7713900" cy="738664"/>
          </a:xfrm>
          <a:prstGeom prst="rect">
            <a:avLst/>
          </a:prstGeom>
          <a:noFill/>
        </p:spPr>
        <p:txBody>
          <a:bodyPr wrap="square">
            <a:spAutoFit/>
          </a:bodyPr>
          <a:lstStyle/>
          <a:p>
            <a:r>
              <a:rPr lang="en-US" altLang="en-US" dirty="0">
                <a:solidFill>
                  <a:schemeClr val="tx1"/>
                </a:solidFill>
                <a:latin typeface="Kantumruy Pro Medium" panose="020B0604020202020204" charset="0"/>
                <a:cs typeface="Kantumruy Pro Medium" panose="020B0604020202020204" charset="0"/>
              </a:rPr>
              <a:t>T</a:t>
            </a:r>
            <a: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t>he focus shifts to online e-commerce, digital payments, and home delivery tracking.</a:t>
            </a:r>
            <a:b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br>
            <a:r>
              <a:rPr kumimoji="0" lang="en-US" altLang="en-US" sz="1400" i="0" u="none" strike="noStrike" cap="none" normalizeH="0" baseline="0" dirty="0">
                <a:ln>
                  <a:noFill/>
                </a:ln>
                <a:solidFill>
                  <a:schemeClr val="tx1"/>
                </a:solidFill>
                <a:effectLst/>
                <a:latin typeface="Kantumruy Pro Medium" panose="020B0604020202020204" charset="0"/>
                <a:cs typeface="Kantumruy Pro Medium" panose="020B0604020202020204" charset="0"/>
              </a:rPr>
              <a:t>New requirements emerge, old ones lose importance. Requirements engineers must adapt quickly to evolving needs.</a:t>
            </a:r>
            <a:endParaRPr lang="en-IN" dirty="0"/>
          </a:p>
        </p:txBody>
      </p:sp>
    </p:spTree>
    <p:extLst>
      <p:ext uri="{BB962C8B-B14F-4D97-AF65-F5344CB8AC3E}">
        <p14:creationId xmlns:p14="http://schemas.microsoft.com/office/powerpoint/2010/main" val="2389858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723"/>
        <p:cNvGrpSpPr/>
        <p:nvPr/>
      </p:nvGrpSpPr>
      <p:grpSpPr>
        <a:xfrm>
          <a:off x="0" y="0"/>
          <a:ext cx="0" cy="0"/>
          <a:chOff x="0" y="0"/>
          <a:chExt cx="0" cy="0"/>
        </a:xfrm>
      </p:grpSpPr>
      <p:sp>
        <p:nvSpPr>
          <p:cNvPr id="724" name="Google Shape;724;p41"/>
          <p:cNvSpPr txBox="1">
            <a:spLocks noGrp="1"/>
          </p:cNvSpPr>
          <p:nvPr>
            <p:ph type="title"/>
          </p:nvPr>
        </p:nvSpPr>
        <p:spPr>
          <a:xfrm>
            <a:off x="748916" y="1507591"/>
            <a:ext cx="7137600" cy="2017800"/>
          </a:xfrm>
          <a:prstGeom prst="rect">
            <a:avLst/>
          </a:prstGeom>
        </p:spPr>
        <p:txBody>
          <a:bodyPr spcFirstLastPara="1" wrap="square" lIns="91425" tIns="91425" rIns="91425" bIns="91425" anchor="t" anchorCtr="0">
            <a:noAutofit/>
          </a:bodyPr>
          <a:lstStyle/>
          <a:p>
            <a:pPr lvl="0"/>
            <a:r>
              <a:rPr lang="en" sz="5000" dirty="0"/>
              <a:t>General</a:t>
            </a:r>
            <a:r>
              <a:rPr lang="en-US" sz="5000" dirty="0"/>
              <a:t> elicitation and analysis process model</a:t>
            </a:r>
            <a:endParaRPr sz="5000" dirty="0">
              <a:latin typeface="Kantumruy Pro SemiBold"/>
              <a:ea typeface="Kantumruy Pro SemiBold"/>
              <a:cs typeface="Kantumruy Pro SemiBold"/>
              <a:sym typeface="Kantumruy Pro SemiBold"/>
            </a:endParaRPr>
          </a:p>
        </p:txBody>
      </p:sp>
      <p:grpSp>
        <p:nvGrpSpPr>
          <p:cNvPr id="725" name="Google Shape;725;p41"/>
          <p:cNvGrpSpPr/>
          <p:nvPr/>
        </p:nvGrpSpPr>
        <p:grpSpPr>
          <a:xfrm>
            <a:off x="6379826" y="3092593"/>
            <a:ext cx="2811799" cy="2126931"/>
            <a:chOff x="6379826" y="3092593"/>
            <a:chExt cx="2811799" cy="2126931"/>
          </a:xfrm>
        </p:grpSpPr>
        <p:sp>
          <p:nvSpPr>
            <p:cNvPr id="726" name="Google Shape;726;p41"/>
            <p:cNvSpPr/>
            <p:nvPr/>
          </p:nvSpPr>
          <p:spPr>
            <a:xfrm>
              <a:off x="8364900" y="3092593"/>
              <a:ext cx="432798" cy="432798"/>
            </a:xfrm>
            <a:custGeom>
              <a:avLst/>
              <a:gdLst/>
              <a:ahLst/>
              <a:cxnLst/>
              <a:rect l="l" t="t" r="r" b="b"/>
              <a:pathLst>
                <a:path w="17371" h="17371" extrusionOk="0">
                  <a:moveTo>
                    <a:pt x="8685" y="5061"/>
                  </a:moveTo>
                  <a:cubicBezTo>
                    <a:pt x="10683" y="5061"/>
                    <a:pt x="12308" y="6687"/>
                    <a:pt x="12308" y="8686"/>
                  </a:cubicBezTo>
                  <a:cubicBezTo>
                    <a:pt x="12308" y="10683"/>
                    <a:pt x="10683" y="12309"/>
                    <a:pt x="8685" y="12309"/>
                  </a:cubicBezTo>
                  <a:cubicBezTo>
                    <a:pt x="6686" y="12309"/>
                    <a:pt x="5061" y="10683"/>
                    <a:pt x="5061" y="8686"/>
                  </a:cubicBezTo>
                  <a:cubicBezTo>
                    <a:pt x="5061" y="6687"/>
                    <a:pt x="6686" y="5061"/>
                    <a:pt x="8685" y="5061"/>
                  </a:cubicBezTo>
                  <a:close/>
                  <a:moveTo>
                    <a:pt x="8670" y="1"/>
                  </a:moveTo>
                  <a:lnTo>
                    <a:pt x="8669" y="1813"/>
                  </a:lnTo>
                  <a:lnTo>
                    <a:pt x="8669" y="3415"/>
                  </a:lnTo>
                  <a:cubicBezTo>
                    <a:pt x="8345" y="3415"/>
                    <a:pt x="8028" y="3447"/>
                    <a:pt x="7721" y="3505"/>
                  </a:cubicBezTo>
                  <a:lnTo>
                    <a:pt x="7101" y="144"/>
                  </a:lnTo>
                  <a:cubicBezTo>
                    <a:pt x="5365" y="465"/>
                    <a:pt x="3784" y="1299"/>
                    <a:pt x="2531" y="2556"/>
                  </a:cubicBezTo>
                  <a:lnTo>
                    <a:pt x="4952" y="4968"/>
                  </a:lnTo>
                  <a:cubicBezTo>
                    <a:pt x="4727" y="5193"/>
                    <a:pt x="4524" y="5439"/>
                    <a:pt x="4342" y="5702"/>
                  </a:cubicBezTo>
                  <a:lnTo>
                    <a:pt x="1529" y="3764"/>
                  </a:lnTo>
                  <a:cubicBezTo>
                    <a:pt x="529" y="5216"/>
                    <a:pt x="0" y="6918"/>
                    <a:pt x="0" y="8686"/>
                  </a:cubicBezTo>
                  <a:lnTo>
                    <a:pt x="0" y="8710"/>
                  </a:lnTo>
                  <a:lnTo>
                    <a:pt x="1552" y="8697"/>
                  </a:lnTo>
                  <a:lnTo>
                    <a:pt x="3415" y="8697"/>
                  </a:lnTo>
                  <a:cubicBezTo>
                    <a:pt x="3415" y="9021"/>
                    <a:pt x="3447" y="9336"/>
                    <a:pt x="3503" y="9645"/>
                  </a:cubicBezTo>
                  <a:lnTo>
                    <a:pt x="144" y="10262"/>
                  </a:lnTo>
                  <a:cubicBezTo>
                    <a:pt x="463" y="12000"/>
                    <a:pt x="1296" y="13581"/>
                    <a:pt x="2551" y="14833"/>
                  </a:cubicBezTo>
                  <a:lnTo>
                    <a:pt x="4965" y="12414"/>
                  </a:lnTo>
                  <a:cubicBezTo>
                    <a:pt x="5190" y="12639"/>
                    <a:pt x="5436" y="12844"/>
                    <a:pt x="5698" y="13026"/>
                  </a:cubicBezTo>
                  <a:lnTo>
                    <a:pt x="3759" y="15837"/>
                  </a:lnTo>
                  <a:cubicBezTo>
                    <a:pt x="5211" y="16840"/>
                    <a:pt x="6914" y="17371"/>
                    <a:pt x="8685" y="17371"/>
                  </a:cubicBezTo>
                  <a:lnTo>
                    <a:pt x="8690" y="17371"/>
                  </a:lnTo>
                  <a:lnTo>
                    <a:pt x="8685" y="13956"/>
                  </a:lnTo>
                  <a:cubicBezTo>
                    <a:pt x="9011" y="13956"/>
                    <a:pt x="9330" y="13924"/>
                    <a:pt x="9640" y="13868"/>
                  </a:cubicBezTo>
                  <a:lnTo>
                    <a:pt x="10255" y="17228"/>
                  </a:lnTo>
                  <a:cubicBezTo>
                    <a:pt x="11993" y="16910"/>
                    <a:pt x="13574" y="16079"/>
                    <a:pt x="14828" y="14823"/>
                  </a:cubicBezTo>
                  <a:lnTo>
                    <a:pt x="12412" y="12409"/>
                  </a:lnTo>
                  <a:cubicBezTo>
                    <a:pt x="12637" y="12183"/>
                    <a:pt x="12840" y="11938"/>
                    <a:pt x="13022" y="11676"/>
                  </a:cubicBezTo>
                  <a:lnTo>
                    <a:pt x="15834" y="13617"/>
                  </a:lnTo>
                  <a:lnTo>
                    <a:pt x="15834" y="13619"/>
                  </a:lnTo>
                  <a:cubicBezTo>
                    <a:pt x="16838" y="12163"/>
                    <a:pt x="17370" y="10458"/>
                    <a:pt x="17370" y="8686"/>
                  </a:cubicBezTo>
                  <a:lnTo>
                    <a:pt x="17370" y="8662"/>
                  </a:lnTo>
                  <a:lnTo>
                    <a:pt x="13955" y="8662"/>
                  </a:lnTo>
                  <a:cubicBezTo>
                    <a:pt x="13954" y="8340"/>
                    <a:pt x="13922" y="8023"/>
                    <a:pt x="13866" y="7717"/>
                  </a:cubicBezTo>
                  <a:lnTo>
                    <a:pt x="17225" y="7095"/>
                  </a:lnTo>
                  <a:cubicBezTo>
                    <a:pt x="16903" y="5357"/>
                    <a:pt x="16067" y="3777"/>
                    <a:pt x="14810" y="2527"/>
                  </a:cubicBezTo>
                  <a:lnTo>
                    <a:pt x="12399" y="4950"/>
                  </a:lnTo>
                  <a:cubicBezTo>
                    <a:pt x="12175" y="4726"/>
                    <a:pt x="11928" y="4521"/>
                    <a:pt x="11664" y="4341"/>
                  </a:cubicBezTo>
                  <a:lnTo>
                    <a:pt x="13600" y="1524"/>
                  </a:lnTo>
                  <a:cubicBezTo>
                    <a:pt x="12150" y="528"/>
                    <a:pt x="10450" y="1"/>
                    <a:pt x="8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41"/>
            <p:cNvSpPr/>
            <p:nvPr/>
          </p:nvSpPr>
          <p:spPr>
            <a:xfrm>
              <a:off x="8554957" y="3282724"/>
              <a:ext cx="528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41"/>
            <p:cNvSpPr/>
            <p:nvPr/>
          </p:nvSpPr>
          <p:spPr>
            <a:xfrm>
              <a:off x="7093325" y="41767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9" name="Google Shape;729;p41"/>
            <p:cNvGrpSpPr/>
            <p:nvPr/>
          </p:nvGrpSpPr>
          <p:grpSpPr>
            <a:xfrm>
              <a:off x="6379826" y="3462865"/>
              <a:ext cx="1511958" cy="1511958"/>
              <a:chOff x="4529425" y="1609825"/>
              <a:chExt cx="913625" cy="913625"/>
            </a:xfrm>
          </p:grpSpPr>
          <p:sp>
            <p:nvSpPr>
              <p:cNvPr id="730" name="Google Shape;730;p41"/>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41"/>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41"/>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33" name="Google Shape;733;p41"/>
            <p:cNvCxnSpPr>
              <a:stCxn id="728" idx="7"/>
              <a:endCxn id="727" idx="3"/>
            </p:cNvCxnSpPr>
            <p:nvPr/>
          </p:nvCxnSpPr>
          <p:spPr>
            <a:xfrm rot="10800000" flipH="1">
              <a:off x="7165792" y="3327492"/>
              <a:ext cx="1396800" cy="861600"/>
            </a:xfrm>
            <a:prstGeom prst="straightConnector1">
              <a:avLst/>
            </a:prstGeom>
            <a:noFill/>
            <a:ln w="19050" cap="flat" cmpd="sng">
              <a:solidFill>
                <a:schemeClr val="dk1"/>
              </a:solidFill>
              <a:prstDash val="solid"/>
              <a:round/>
              <a:headEnd type="none" w="med" len="med"/>
              <a:tailEnd type="none" w="med" len="med"/>
            </a:ln>
          </p:spPr>
        </p:cxnSp>
        <p:cxnSp>
          <p:nvCxnSpPr>
            <p:cNvPr id="734" name="Google Shape;734;p41"/>
            <p:cNvCxnSpPr>
              <a:stCxn id="728" idx="5"/>
            </p:cNvCxnSpPr>
            <p:nvPr/>
          </p:nvCxnSpPr>
          <p:spPr>
            <a:xfrm>
              <a:off x="7165792" y="4248913"/>
              <a:ext cx="493200" cy="945300"/>
            </a:xfrm>
            <a:prstGeom prst="straightConnector1">
              <a:avLst/>
            </a:prstGeom>
            <a:noFill/>
            <a:ln w="19050" cap="flat" cmpd="sng">
              <a:solidFill>
                <a:schemeClr val="dk1"/>
              </a:solidFill>
              <a:prstDash val="solid"/>
              <a:round/>
              <a:headEnd type="none" w="med" len="med"/>
              <a:tailEnd type="none" w="med" len="med"/>
            </a:ln>
          </p:spPr>
        </p:cxnSp>
        <p:cxnSp>
          <p:nvCxnSpPr>
            <p:cNvPr id="735" name="Google Shape;735;p41"/>
            <p:cNvCxnSpPr>
              <a:stCxn id="727" idx="4"/>
            </p:cNvCxnSpPr>
            <p:nvPr/>
          </p:nvCxnSpPr>
          <p:spPr>
            <a:xfrm flipH="1">
              <a:off x="8076457" y="3335224"/>
              <a:ext cx="504900" cy="1884300"/>
            </a:xfrm>
            <a:prstGeom prst="straightConnector1">
              <a:avLst/>
            </a:prstGeom>
            <a:noFill/>
            <a:ln w="19050" cap="flat" cmpd="sng">
              <a:solidFill>
                <a:schemeClr val="dk1"/>
              </a:solidFill>
              <a:prstDash val="solid"/>
              <a:round/>
              <a:headEnd type="none" w="med" len="med"/>
              <a:tailEnd type="none" w="med" len="med"/>
            </a:ln>
          </p:spPr>
        </p:cxnSp>
        <p:cxnSp>
          <p:nvCxnSpPr>
            <p:cNvPr id="736" name="Google Shape;736;p41"/>
            <p:cNvCxnSpPr>
              <a:stCxn id="727" idx="5"/>
            </p:cNvCxnSpPr>
            <p:nvPr/>
          </p:nvCxnSpPr>
          <p:spPr>
            <a:xfrm>
              <a:off x="8600025" y="3327536"/>
              <a:ext cx="591600" cy="1260900"/>
            </a:xfrm>
            <a:prstGeom prst="straightConnector1">
              <a:avLst/>
            </a:prstGeom>
            <a:noFill/>
            <a:ln w="19050" cap="flat" cmpd="sng">
              <a:solidFill>
                <a:schemeClr val="dk1"/>
              </a:solidFill>
              <a:prstDash val="solid"/>
              <a:round/>
              <a:headEnd type="none" w="med" len="med"/>
              <a:tailEnd type="none" w="med" len="med"/>
            </a:ln>
          </p:spPr>
        </p:cxnSp>
      </p:grpSp>
      <p:sp>
        <p:nvSpPr>
          <p:cNvPr id="5" name="Google Shape;428;p34">
            <a:extLst>
              <a:ext uri="{FF2B5EF4-FFF2-40B4-BE49-F238E27FC236}">
                <a16:creationId xmlns:a16="http://schemas.microsoft.com/office/drawing/2014/main" id="{A19EBE2E-4722-30E7-BF65-14B135F4590E}"/>
              </a:ext>
            </a:extLst>
          </p:cNvPr>
          <p:cNvSpPr txBox="1">
            <a:spLocks/>
          </p:cNvSpPr>
          <p:nvPr/>
        </p:nvSpPr>
        <p:spPr>
          <a:xfrm>
            <a:off x="748916" y="286108"/>
            <a:ext cx="4895400" cy="1025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SemiBold"/>
                <a:ea typeface="Kantumruy Pro SemiBold"/>
                <a:cs typeface="Kantumruy Pro SemiBold"/>
                <a:sym typeface="Kantumruy Pro SemiBold"/>
              </a:defRPr>
            </a:lvl1pPr>
            <a:lvl2pPr marR="0" lvl="1"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9pPr>
          </a:lstStyle>
          <a:p>
            <a:r>
              <a:rPr lang="en" dirty="0"/>
              <a:t>02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6" name="Google Shape;766;p43"/>
          <p:cNvSpPr txBox="1">
            <a:spLocks noGrp="1"/>
          </p:cNvSpPr>
          <p:nvPr>
            <p:ph type="subTitle" idx="5"/>
          </p:nvPr>
        </p:nvSpPr>
        <p:spPr>
          <a:xfrm>
            <a:off x="4688928" y="497386"/>
            <a:ext cx="4001329" cy="4569628"/>
          </a:xfrm>
          <a:prstGeom prst="rect">
            <a:avLst/>
          </a:prstGeom>
        </p:spPr>
        <p:txBody>
          <a:bodyPr spcFirstLastPara="1" wrap="square" lIns="91425" tIns="91425" rIns="91425" bIns="91425" anchor="t" anchorCtr="0">
            <a:noAutofit/>
          </a:bodyPr>
          <a:lstStyle/>
          <a:p>
            <a:pPr marL="0" lvl="0" indent="0"/>
            <a:r>
              <a:rPr lang="en-US" dirty="0">
                <a:solidFill>
                  <a:schemeClr val="bg1"/>
                </a:solidFill>
              </a:rPr>
              <a:t>Each organization will have its own version or instantiation of this general model, depending on local factors such as the expertise of the staff, the type of system being developed and the standards used. These activities within a spiral so that the activities are interleaved as the process proceeds from the inner to the outer rings of the spiral.</a:t>
            </a:r>
          </a:p>
          <a:p>
            <a:pPr marL="0" lvl="0" indent="0"/>
            <a:endParaRPr lang="en-US" dirty="0">
              <a:solidFill>
                <a:schemeClr val="bg1"/>
              </a:solidFill>
            </a:endParaRPr>
          </a:p>
          <a:p>
            <a:pPr marL="0" lvl="0" indent="0" eaLnBrk="0" fontAlgn="base" hangingPunct="0">
              <a:lnSpc>
                <a:spcPct val="100000"/>
              </a:lnSpc>
              <a:spcBef>
                <a:spcPct val="0"/>
              </a:spcBef>
              <a:spcAft>
                <a:spcPct val="0"/>
              </a:spcAft>
              <a:buClrTx/>
              <a:buSzTx/>
            </a:pPr>
            <a:r>
              <a:rPr lang="en-US" altLang="en-US" dirty="0">
                <a:solidFill>
                  <a:schemeClr val="bg1"/>
                </a:solidFill>
                <a:latin typeface="Kantumruy Pro Medium" panose="020B0604020202020204" charset="0"/>
                <a:cs typeface="Kantumruy Pro Medium" panose="020B0604020202020204" charset="0"/>
              </a:rPr>
              <a:t>Requirements elicitation and analysis is not a one-time linear activity.</a:t>
            </a:r>
          </a:p>
          <a:p>
            <a:pPr marL="0" lvl="0" indent="0" eaLnBrk="0" fontAlgn="base" hangingPunct="0">
              <a:lnSpc>
                <a:spcPct val="100000"/>
              </a:lnSpc>
              <a:spcBef>
                <a:spcPct val="0"/>
              </a:spcBef>
              <a:spcAft>
                <a:spcPct val="0"/>
              </a:spcAft>
              <a:buClrTx/>
              <a:buSzTx/>
            </a:pPr>
            <a:r>
              <a:rPr lang="en-US" altLang="en-US" dirty="0">
                <a:solidFill>
                  <a:schemeClr val="bg1"/>
                </a:solidFill>
                <a:latin typeface="Kantumruy Pro Medium" panose="020B0604020202020204" charset="0"/>
                <a:cs typeface="Kantumruy Pro Medium" panose="020B0604020202020204" charset="0"/>
              </a:rPr>
              <a:t>It is an iterative cycle with continuous feedback.</a:t>
            </a:r>
          </a:p>
          <a:p>
            <a:pPr marL="0" lvl="0" indent="0" eaLnBrk="0" fontAlgn="base" hangingPunct="0">
              <a:lnSpc>
                <a:spcPct val="100000"/>
              </a:lnSpc>
              <a:spcBef>
                <a:spcPct val="0"/>
              </a:spcBef>
              <a:spcAft>
                <a:spcPct val="0"/>
              </a:spcAft>
              <a:buClrTx/>
              <a:buSzTx/>
            </a:pPr>
            <a:r>
              <a:rPr lang="en-US" altLang="en-US" dirty="0">
                <a:solidFill>
                  <a:schemeClr val="bg1"/>
                </a:solidFill>
                <a:latin typeface="Kantumruy Pro Medium" panose="020B0604020202020204" charset="0"/>
                <a:cs typeface="Kantumruy Pro Medium" panose="020B0604020202020204" charset="0"/>
              </a:rPr>
              <a:t>Starts with requirements discovery and ends with requirements documentation.</a:t>
            </a:r>
          </a:p>
          <a:p>
            <a:pPr marL="0" lvl="0" indent="0" eaLnBrk="0" fontAlgn="base" hangingPunct="0">
              <a:lnSpc>
                <a:spcPct val="100000"/>
              </a:lnSpc>
              <a:spcBef>
                <a:spcPct val="0"/>
              </a:spcBef>
              <a:spcAft>
                <a:spcPct val="0"/>
              </a:spcAft>
              <a:buClrTx/>
              <a:buSzTx/>
            </a:pPr>
            <a:r>
              <a:rPr lang="en-US" altLang="en-US" dirty="0">
                <a:solidFill>
                  <a:schemeClr val="bg1"/>
                </a:solidFill>
                <a:latin typeface="Kantumruy Pro Medium" panose="020B0604020202020204" charset="0"/>
                <a:cs typeface="Kantumruy Pro Medium" panose="020B0604020202020204" charset="0"/>
              </a:rPr>
              <a:t>With each iteration, the analyst’s understanding improves and requirements become clearer.</a:t>
            </a:r>
          </a:p>
          <a:p>
            <a:pPr marL="0" lvl="0" indent="0"/>
            <a:endParaRPr lang="en-US" dirty="0">
              <a:solidFill>
                <a:schemeClr val="bg1"/>
              </a:solidFill>
              <a:latin typeface="Kantumruy Pro Medium" panose="020B0604020202020204" charset="0"/>
              <a:cs typeface="Kantumruy Pro Medium" panose="020B0604020202020204" charset="0"/>
            </a:endParaRPr>
          </a:p>
          <a:p>
            <a:pPr marL="0" lvl="0" indent="0"/>
            <a:endParaRPr dirty="0">
              <a:solidFill>
                <a:schemeClr val="bg1"/>
              </a:solidFill>
            </a:endParaRPr>
          </a:p>
        </p:txBody>
      </p:sp>
      <p:grpSp>
        <p:nvGrpSpPr>
          <p:cNvPr id="17" name="Group 16">
            <a:extLst>
              <a:ext uri="{FF2B5EF4-FFF2-40B4-BE49-F238E27FC236}">
                <a16:creationId xmlns:a16="http://schemas.microsoft.com/office/drawing/2014/main" id="{EC9931B7-7E57-9643-9740-AFD2F3C3F6DB}"/>
              </a:ext>
            </a:extLst>
          </p:cNvPr>
          <p:cNvGrpSpPr/>
          <p:nvPr/>
        </p:nvGrpSpPr>
        <p:grpSpPr>
          <a:xfrm>
            <a:off x="240682" y="1047429"/>
            <a:ext cx="4351994" cy="3355092"/>
            <a:chOff x="549995" y="1006177"/>
            <a:chExt cx="4351994" cy="3355092"/>
          </a:xfrm>
        </p:grpSpPr>
        <p:sp>
          <p:nvSpPr>
            <p:cNvPr id="16" name="Rectangle 15">
              <a:extLst>
                <a:ext uri="{FF2B5EF4-FFF2-40B4-BE49-F238E27FC236}">
                  <a16:creationId xmlns:a16="http://schemas.microsoft.com/office/drawing/2014/main" id="{8BB2011F-B706-80BF-1C9F-700EDA8AA77D}"/>
                </a:ext>
              </a:extLst>
            </p:cNvPr>
            <p:cNvSpPr/>
            <p:nvPr/>
          </p:nvSpPr>
          <p:spPr>
            <a:xfrm>
              <a:off x="549995" y="1006177"/>
              <a:ext cx="4351994" cy="335509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5" name="Picture 14">
              <a:extLst>
                <a:ext uri="{FF2B5EF4-FFF2-40B4-BE49-F238E27FC236}">
                  <a16:creationId xmlns:a16="http://schemas.microsoft.com/office/drawing/2014/main" id="{CA3035AD-5BBC-905C-0053-9DC09162D86B}"/>
                </a:ext>
              </a:extLst>
            </p:cNvPr>
            <p:cNvPicPr>
              <a:picLocks noChangeAspect="1"/>
            </p:cNvPicPr>
            <p:nvPr/>
          </p:nvPicPr>
          <p:blipFill>
            <a:blip r:embed="rId3">
              <a:clrChange>
                <a:clrFrom>
                  <a:srgbClr val="FFFEFF"/>
                </a:clrFrom>
                <a:clrTo>
                  <a:srgbClr val="FFFEFF">
                    <a:alpha val="0"/>
                  </a:srgbClr>
                </a:clrTo>
              </a:clrChange>
            </a:blip>
            <a:stretch>
              <a:fillRect/>
            </a:stretch>
          </p:blipFill>
          <p:spPr>
            <a:xfrm>
              <a:off x="549995" y="1006177"/>
              <a:ext cx="4324827" cy="3350594"/>
            </a:xfrm>
            <a:prstGeom prst="rect">
              <a:avLst/>
            </a:prstGeom>
          </p:spPr>
        </p:pic>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p44"/>
          <p:cNvSpPr txBox="1">
            <a:spLocks noGrp="1"/>
          </p:cNvSpPr>
          <p:nvPr>
            <p:ph type="subTitle" idx="1"/>
          </p:nvPr>
        </p:nvSpPr>
        <p:spPr>
          <a:xfrm>
            <a:off x="276447" y="1528325"/>
            <a:ext cx="7206953" cy="3091256"/>
          </a:xfrm>
          <a:prstGeom prst="rect">
            <a:avLst/>
          </a:prstGeom>
        </p:spPr>
        <p:txBody>
          <a:bodyPr spcFirstLastPara="1" wrap="square" lIns="91425" tIns="91425" rIns="91425" bIns="91425" anchor="t" anchorCtr="0">
            <a:noAutofit/>
          </a:bodyPr>
          <a:lstStyle/>
          <a:p>
            <a:r>
              <a:rPr lang="en-US" dirty="0"/>
              <a:t>Interacting with stakeholders to collect requirements through interviews,</a:t>
            </a:r>
          </a:p>
          <a:p>
            <a:r>
              <a:rPr lang="en-US" dirty="0"/>
              <a:t>workshops, observation, document analysis.</a:t>
            </a:r>
          </a:p>
          <a:p>
            <a:r>
              <a:rPr lang="en-US" dirty="0"/>
              <a:t>Includes domain requirements from stakeholders and existing documentation.</a:t>
            </a:r>
          </a:p>
          <a:p>
            <a:endParaRPr lang="en-US" b="1" dirty="0"/>
          </a:p>
          <a:p>
            <a:r>
              <a:rPr lang="en-US" b="1" dirty="0"/>
              <a:t>Example</a:t>
            </a:r>
            <a:r>
              <a:rPr lang="en-US" dirty="0"/>
              <a:t>:</a:t>
            </a:r>
            <a:br>
              <a:rPr lang="en-US" dirty="0"/>
            </a:br>
            <a:r>
              <a:rPr lang="en-US" dirty="0"/>
              <a:t>For a hospital management system, during discovery:</a:t>
            </a:r>
          </a:p>
          <a:p>
            <a:r>
              <a:rPr lang="en-US" dirty="0"/>
              <a:t>Doctors : </a:t>
            </a:r>
            <a:r>
              <a:rPr lang="en-US" i="1" dirty="0"/>
              <a:t>We need quick access to patient history before treatment.</a:t>
            </a:r>
            <a:endParaRPr lang="en-US" dirty="0"/>
          </a:p>
          <a:p>
            <a:r>
              <a:rPr lang="en-US" dirty="0"/>
              <a:t>Nurses : </a:t>
            </a:r>
            <a:r>
              <a:rPr lang="en-US" i="1" dirty="0"/>
              <a:t>We want alerts when patients miss medication.</a:t>
            </a:r>
            <a:endParaRPr lang="en-US" dirty="0"/>
          </a:p>
          <a:p>
            <a:r>
              <a:rPr lang="en-US" dirty="0"/>
              <a:t>Existing policy documents require: </a:t>
            </a:r>
            <a:r>
              <a:rPr lang="en-US" i="1" dirty="0"/>
              <a:t>All patient records must be stored securely </a:t>
            </a:r>
          </a:p>
          <a:p>
            <a:r>
              <a:rPr lang="en-US" i="1" dirty="0"/>
              <a:t>for 10 years.</a:t>
            </a:r>
            <a:endParaRPr lang="en-US" dirty="0"/>
          </a:p>
        </p:txBody>
      </p:sp>
      <p:sp>
        <p:nvSpPr>
          <p:cNvPr id="773" name="Google Shape;773;p44"/>
          <p:cNvSpPr txBox="1">
            <a:spLocks noGrp="1"/>
          </p:cNvSpPr>
          <p:nvPr>
            <p:ph type="subTitle" idx="2"/>
          </p:nvPr>
        </p:nvSpPr>
        <p:spPr>
          <a:xfrm>
            <a:off x="2742208" y="681885"/>
            <a:ext cx="2340900" cy="748869"/>
          </a:xfrm>
          <a:prstGeom prst="rect">
            <a:avLst/>
          </a:prstGeom>
        </p:spPr>
        <p:txBody>
          <a:bodyPr spcFirstLastPara="1" wrap="square" lIns="91425" tIns="91425" rIns="91425" bIns="91425" anchor="b" anchorCtr="0">
            <a:noAutofit/>
          </a:bodyPr>
          <a:lstStyle/>
          <a:p>
            <a:pPr marL="0" lvl="0" indent="0"/>
            <a:r>
              <a:rPr lang="en-IN" dirty="0"/>
              <a:t>Requirements Discovery</a:t>
            </a:r>
            <a:endParaRPr dirty="0"/>
          </a:p>
        </p:txBody>
      </p:sp>
      <p:grpSp>
        <p:nvGrpSpPr>
          <p:cNvPr id="779" name="Google Shape;779;p44"/>
          <p:cNvGrpSpPr/>
          <p:nvPr/>
        </p:nvGrpSpPr>
        <p:grpSpPr>
          <a:xfrm flipH="1">
            <a:off x="-45327" y="-192663"/>
            <a:ext cx="2639795" cy="1853191"/>
            <a:chOff x="6684971" y="-644076"/>
            <a:chExt cx="2639795" cy="1853191"/>
          </a:xfrm>
        </p:grpSpPr>
        <p:grpSp>
          <p:nvGrpSpPr>
            <p:cNvPr id="780" name="Google Shape;780;p44"/>
            <p:cNvGrpSpPr/>
            <p:nvPr/>
          </p:nvGrpSpPr>
          <p:grpSpPr>
            <a:xfrm>
              <a:off x="8521968" y="406316"/>
              <a:ext cx="802799" cy="802799"/>
              <a:chOff x="353675" y="3417700"/>
              <a:chExt cx="527775" cy="527775"/>
            </a:xfrm>
          </p:grpSpPr>
          <p:sp>
            <p:nvSpPr>
              <p:cNvPr id="781" name="Google Shape;781;p44"/>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4"/>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4"/>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4"/>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44"/>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44"/>
            <p:cNvGrpSpPr/>
            <p:nvPr/>
          </p:nvGrpSpPr>
          <p:grpSpPr>
            <a:xfrm>
              <a:off x="6684971" y="-644076"/>
              <a:ext cx="1511958" cy="1511958"/>
              <a:chOff x="4529425" y="1609825"/>
              <a:chExt cx="913625" cy="913625"/>
            </a:xfrm>
          </p:grpSpPr>
          <p:sp>
            <p:nvSpPr>
              <p:cNvPr id="831" name="Google Shape;831;p44"/>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4" name="Google Shape;834;p44"/>
            <p:cNvCxnSpPr>
              <a:stCxn id="829" idx="6"/>
              <a:endCxn id="82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835" name="Google Shape;835;p44"/>
            <p:cNvCxnSpPr>
              <a:stCxn id="82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pic>
        <p:nvPicPr>
          <p:cNvPr id="3" name="Picture 2">
            <a:extLst>
              <a:ext uri="{FF2B5EF4-FFF2-40B4-BE49-F238E27FC236}">
                <a16:creationId xmlns:a16="http://schemas.microsoft.com/office/drawing/2014/main" id="{5A09A919-CEC5-EFDC-2382-46F226CA8334}"/>
              </a:ext>
            </a:extLst>
          </p:cNvPr>
          <p:cNvPicPr>
            <a:picLocks noChangeAspect="1"/>
          </p:cNvPicPr>
          <p:nvPr/>
        </p:nvPicPr>
        <p:blipFill>
          <a:blip r:embed="rId3">
            <a:clrChange>
              <a:clrFrom>
                <a:srgbClr val="FFFEFF"/>
              </a:clrFrom>
              <a:clrTo>
                <a:srgbClr val="FFFEFF">
                  <a:alpha val="0"/>
                </a:srgbClr>
              </a:clrTo>
            </a:clrChange>
          </a:blip>
          <a:stretch>
            <a:fillRect/>
          </a:stretch>
        </p:blipFill>
        <p:spPr>
          <a:xfrm>
            <a:off x="5993670" y="252612"/>
            <a:ext cx="6639045" cy="514350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71">
          <a:extLst>
            <a:ext uri="{FF2B5EF4-FFF2-40B4-BE49-F238E27FC236}">
              <a16:creationId xmlns:a16="http://schemas.microsoft.com/office/drawing/2014/main" id="{0FBA9998-2B37-3E2E-D7AF-7C20C737B22A}"/>
            </a:ext>
          </a:extLst>
        </p:cNvPr>
        <p:cNvGrpSpPr/>
        <p:nvPr/>
      </p:nvGrpSpPr>
      <p:grpSpPr>
        <a:xfrm>
          <a:off x="0" y="0"/>
          <a:ext cx="0" cy="0"/>
          <a:chOff x="0" y="0"/>
          <a:chExt cx="0" cy="0"/>
        </a:xfrm>
      </p:grpSpPr>
      <p:sp>
        <p:nvSpPr>
          <p:cNvPr id="772" name="Google Shape;772;p44">
            <a:extLst>
              <a:ext uri="{FF2B5EF4-FFF2-40B4-BE49-F238E27FC236}">
                <a16:creationId xmlns:a16="http://schemas.microsoft.com/office/drawing/2014/main" id="{5B229974-B04D-1AFE-11B4-BA0F70770382}"/>
              </a:ext>
            </a:extLst>
          </p:cNvPr>
          <p:cNvSpPr txBox="1">
            <a:spLocks noGrp="1"/>
          </p:cNvSpPr>
          <p:nvPr>
            <p:ph type="subTitle" idx="1"/>
          </p:nvPr>
        </p:nvSpPr>
        <p:spPr>
          <a:xfrm>
            <a:off x="287970" y="1643685"/>
            <a:ext cx="7206953" cy="3091256"/>
          </a:xfrm>
          <a:prstGeom prst="rect">
            <a:avLst/>
          </a:prstGeom>
        </p:spPr>
        <p:txBody>
          <a:bodyPr spcFirstLastPara="1" wrap="square" lIns="91425" tIns="91425" rIns="91425" bIns="91425" anchor="t" anchorCtr="0">
            <a:noAutofit/>
          </a:bodyPr>
          <a:lstStyle/>
          <a:p>
            <a:r>
              <a:rPr lang="en-US" dirty="0"/>
              <a:t>Taking raw, unstructured requirements and grouping them into logical clusters</a:t>
            </a:r>
          </a:p>
          <a:p>
            <a:r>
              <a:rPr lang="en-US" dirty="0"/>
              <a:t>Helps reduce duplication and make sense of scattered requirements.</a:t>
            </a:r>
          </a:p>
          <a:p>
            <a:endParaRPr lang="en-US" dirty="0"/>
          </a:p>
          <a:p>
            <a:r>
              <a:rPr lang="en-US" b="1" dirty="0"/>
              <a:t>Example</a:t>
            </a:r>
          </a:p>
          <a:p>
            <a:r>
              <a:rPr lang="en-US" dirty="0"/>
              <a:t>Patient Management: Patient history, secure storage, discharge details.</a:t>
            </a:r>
          </a:p>
          <a:p>
            <a:r>
              <a:rPr lang="en-US" dirty="0"/>
              <a:t>Alerts &amp; Notifications: Medication alerts, appointment reminders.</a:t>
            </a:r>
          </a:p>
          <a:p>
            <a:r>
              <a:rPr lang="en-US" dirty="0"/>
              <a:t>Access Control: Doctors vs nurses vs admin roles.</a:t>
            </a:r>
          </a:p>
        </p:txBody>
      </p:sp>
      <p:sp>
        <p:nvSpPr>
          <p:cNvPr id="773" name="Google Shape;773;p44">
            <a:extLst>
              <a:ext uri="{FF2B5EF4-FFF2-40B4-BE49-F238E27FC236}">
                <a16:creationId xmlns:a16="http://schemas.microsoft.com/office/drawing/2014/main" id="{F9F90C75-C08B-46D1-962C-894D16C95784}"/>
              </a:ext>
            </a:extLst>
          </p:cNvPr>
          <p:cNvSpPr txBox="1">
            <a:spLocks noGrp="1"/>
          </p:cNvSpPr>
          <p:nvPr>
            <p:ph type="subTitle" idx="2"/>
          </p:nvPr>
        </p:nvSpPr>
        <p:spPr>
          <a:xfrm>
            <a:off x="2742207" y="681885"/>
            <a:ext cx="4646145" cy="748869"/>
          </a:xfrm>
          <a:prstGeom prst="rect">
            <a:avLst/>
          </a:prstGeom>
        </p:spPr>
        <p:txBody>
          <a:bodyPr spcFirstLastPara="1" wrap="square" lIns="91425" tIns="91425" rIns="91425" bIns="91425" anchor="b" anchorCtr="0">
            <a:noAutofit/>
          </a:bodyPr>
          <a:lstStyle/>
          <a:p>
            <a:pPr marL="0" lvl="0" indent="0"/>
            <a:r>
              <a:rPr lang="en-IN" dirty="0"/>
              <a:t>Requirements Classification and Organisation</a:t>
            </a:r>
            <a:endParaRPr dirty="0"/>
          </a:p>
        </p:txBody>
      </p:sp>
      <p:grpSp>
        <p:nvGrpSpPr>
          <p:cNvPr id="779" name="Google Shape;779;p44">
            <a:extLst>
              <a:ext uri="{FF2B5EF4-FFF2-40B4-BE49-F238E27FC236}">
                <a16:creationId xmlns:a16="http://schemas.microsoft.com/office/drawing/2014/main" id="{D3A39007-000E-FE99-6AC2-621271B19D04}"/>
              </a:ext>
            </a:extLst>
          </p:cNvPr>
          <p:cNvGrpSpPr/>
          <p:nvPr/>
        </p:nvGrpSpPr>
        <p:grpSpPr>
          <a:xfrm flipH="1">
            <a:off x="-45327" y="-192663"/>
            <a:ext cx="2639795" cy="1853191"/>
            <a:chOff x="6684971" y="-644076"/>
            <a:chExt cx="2639795" cy="1853191"/>
          </a:xfrm>
        </p:grpSpPr>
        <p:grpSp>
          <p:nvGrpSpPr>
            <p:cNvPr id="780" name="Google Shape;780;p44">
              <a:extLst>
                <a:ext uri="{FF2B5EF4-FFF2-40B4-BE49-F238E27FC236}">
                  <a16:creationId xmlns:a16="http://schemas.microsoft.com/office/drawing/2014/main" id="{767B8555-8B1E-0AC8-F8B7-FF5051AE6073}"/>
                </a:ext>
              </a:extLst>
            </p:cNvPr>
            <p:cNvGrpSpPr/>
            <p:nvPr/>
          </p:nvGrpSpPr>
          <p:grpSpPr>
            <a:xfrm>
              <a:off x="8521968" y="406316"/>
              <a:ext cx="802799" cy="802799"/>
              <a:chOff x="353675" y="3417700"/>
              <a:chExt cx="527775" cy="527775"/>
            </a:xfrm>
          </p:grpSpPr>
          <p:sp>
            <p:nvSpPr>
              <p:cNvPr id="781" name="Google Shape;781;p44">
                <a:extLst>
                  <a:ext uri="{FF2B5EF4-FFF2-40B4-BE49-F238E27FC236}">
                    <a16:creationId xmlns:a16="http://schemas.microsoft.com/office/drawing/2014/main" id="{C7DE4F2E-98D9-C8CC-3A07-575A314B57AF}"/>
                  </a:ext>
                </a:extLst>
              </p:cNvPr>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a:extLst>
                  <a:ext uri="{FF2B5EF4-FFF2-40B4-BE49-F238E27FC236}">
                    <a16:creationId xmlns:a16="http://schemas.microsoft.com/office/drawing/2014/main" id="{1C8D41EE-A46C-276D-C374-8D67FFF36902}"/>
                  </a:ext>
                </a:extLst>
              </p:cNvPr>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a:extLst>
                  <a:ext uri="{FF2B5EF4-FFF2-40B4-BE49-F238E27FC236}">
                    <a16:creationId xmlns:a16="http://schemas.microsoft.com/office/drawing/2014/main" id="{2246B070-7ECB-38B8-284F-DEDE711CCADF}"/>
                  </a:ext>
                </a:extLst>
              </p:cNvPr>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a:extLst>
                  <a:ext uri="{FF2B5EF4-FFF2-40B4-BE49-F238E27FC236}">
                    <a16:creationId xmlns:a16="http://schemas.microsoft.com/office/drawing/2014/main" id="{C2408DB1-4F00-D971-C264-8AD0C3DDE799}"/>
                  </a:ext>
                </a:extLst>
              </p:cNvPr>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a:extLst>
                  <a:ext uri="{FF2B5EF4-FFF2-40B4-BE49-F238E27FC236}">
                    <a16:creationId xmlns:a16="http://schemas.microsoft.com/office/drawing/2014/main" id="{631E0614-8673-D648-E5AB-1B52FF98C90D}"/>
                  </a:ext>
                </a:extLst>
              </p:cNvPr>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a:extLst>
                  <a:ext uri="{FF2B5EF4-FFF2-40B4-BE49-F238E27FC236}">
                    <a16:creationId xmlns:a16="http://schemas.microsoft.com/office/drawing/2014/main" id="{EAD18694-6689-C62C-4875-6455EAFB7D92}"/>
                  </a:ext>
                </a:extLst>
              </p:cNvPr>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a:extLst>
                  <a:ext uri="{FF2B5EF4-FFF2-40B4-BE49-F238E27FC236}">
                    <a16:creationId xmlns:a16="http://schemas.microsoft.com/office/drawing/2014/main" id="{58A93488-C34C-1895-6F92-7B28F599B2C2}"/>
                  </a:ext>
                </a:extLst>
              </p:cNvPr>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a:extLst>
                  <a:ext uri="{FF2B5EF4-FFF2-40B4-BE49-F238E27FC236}">
                    <a16:creationId xmlns:a16="http://schemas.microsoft.com/office/drawing/2014/main" id="{9CA0F4DE-60A3-111B-225E-0D0AFAE242B5}"/>
                  </a:ext>
                </a:extLst>
              </p:cNvPr>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a:extLst>
                  <a:ext uri="{FF2B5EF4-FFF2-40B4-BE49-F238E27FC236}">
                    <a16:creationId xmlns:a16="http://schemas.microsoft.com/office/drawing/2014/main" id="{7E0D8B68-1B8D-F18F-A7E3-2FC4392F43DF}"/>
                  </a:ext>
                </a:extLst>
              </p:cNvPr>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a:extLst>
                  <a:ext uri="{FF2B5EF4-FFF2-40B4-BE49-F238E27FC236}">
                    <a16:creationId xmlns:a16="http://schemas.microsoft.com/office/drawing/2014/main" id="{22A04D96-BD69-E68D-EAF5-EEA625F882D7}"/>
                  </a:ext>
                </a:extLst>
              </p:cNvPr>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a:extLst>
                  <a:ext uri="{FF2B5EF4-FFF2-40B4-BE49-F238E27FC236}">
                    <a16:creationId xmlns:a16="http://schemas.microsoft.com/office/drawing/2014/main" id="{14DA7D9A-9F30-9910-1CC3-6D46CD79F611}"/>
                  </a:ext>
                </a:extLst>
              </p:cNvPr>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a:extLst>
                  <a:ext uri="{FF2B5EF4-FFF2-40B4-BE49-F238E27FC236}">
                    <a16:creationId xmlns:a16="http://schemas.microsoft.com/office/drawing/2014/main" id="{CFF5F743-4526-209D-B745-D3E8D3FC8976}"/>
                  </a:ext>
                </a:extLst>
              </p:cNvPr>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a:extLst>
                  <a:ext uri="{FF2B5EF4-FFF2-40B4-BE49-F238E27FC236}">
                    <a16:creationId xmlns:a16="http://schemas.microsoft.com/office/drawing/2014/main" id="{7E347E2D-C5B0-B59E-58FC-486F2777C27D}"/>
                  </a:ext>
                </a:extLst>
              </p:cNvPr>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a:extLst>
                  <a:ext uri="{FF2B5EF4-FFF2-40B4-BE49-F238E27FC236}">
                    <a16:creationId xmlns:a16="http://schemas.microsoft.com/office/drawing/2014/main" id="{A9B5DE43-1EAC-C3A6-EB91-13A9F742A729}"/>
                  </a:ext>
                </a:extLst>
              </p:cNvPr>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a:extLst>
                  <a:ext uri="{FF2B5EF4-FFF2-40B4-BE49-F238E27FC236}">
                    <a16:creationId xmlns:a16="http://schemas.microsoft.com/office/drawing/2014/main" id="{61F85477-9F6A-7C44-B616-A6D26F8E03A1}"/>
                  </a:ext>
                </a:extLst>
              </p:cNvPr>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a:extLst>
                  <a:ext uri="{FF2B5EF4-FFF2-40B4-BE49-F238E27FC236}">
                    <a16:creationId xmlns:a16="http://schemas.microsoft.com/office/drawing/2014/main" id="{068E640C-1BAF-A95C-4C99-649E98CC0C95}"/>
                  </a:ext>
                </a:extLst>
              </p:cNvPr>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a:extLst>
                  <a:ext uri="{FF2B5EF4-FFF2-40B4-BE49-F238E27FC236}">
                    <a16:creationId xmlns:a16="http://schemas.microsoft.com/office/drawing/2014/main" id="{EE24505A-F5EA-BDFD-10D5-BF623ADD0F20}"/>
                  </a:ext>
                </a:extLst>
              </p:cNvPr>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a:extLst>
                  <a:ext uri="{FF2B5EF4-FFF2-40B4-BE49-F238E27FC236}">
                    <a16:creationId xmlns:a16="http://schemas.microsoft.com/office/drawing/2014/main" id="{5FDDF613-DB0A-C98B-2C04-5E48D975E81E}"/>
                  </a:ext>
                </a:extLst>
              </p:cNvPr>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a:extLst>
                  <a:ext uri="{FF2B5EF4-FFF2-40B4-BE49-F238E27FC236}">
                    <a16:creationId xmlns:a16="http://schemas.microsoft.com/office/drawing/2014/main" id="{19A01CAB-3D9F-C182-5DEE-129E83D0CAC3}"/>
                  </a:ext>
                </a:extLst>
              </p:cNvPr>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a:extLst>
                  <a:ext uri="{FF2B5EF4-FFF2-40B4-BE49-F238E27FC236}">
                    <a16:creationId xmlns:a16="http://schemas.microsoft.com/office/drawing/2014/main" id="{F6D3F4E6-DA24-5E7A-F7F0-2C79183B304B}"/>
                  </a:ext>
                </a:extLst>
              </p:cNvPr>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a:extLst>
                  <a:ext uri="{FF2B5EF4-FFF2-40B4-BE49-F238E27FC236}">
                    <a16:creationId xmlns:a16="http://schemas.microsoft.com/office/drawing/2014/main" id="{F72021DA-A5FB-AF70-F927-E07536874039}"/>
                  </a:ext>
                </a:extLst>
              </p:cNvPr>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a:extLst>
                  <a:ext uri="{FF2B5EF4-FFF2-40B4-BE49-F238E27FC236}">
                    <a16:creationId xmlns:a16="http://schemas.microsoft.com/office/drawing/2014/main" id="{D5C56EB5-098D-DCE6-3CAD-17C71A9E890A}"/>
                  </a:ext>
                </a:extLst>
              </p:cNvPr>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a:extLst>
                  <a:ext uri="{FF2B5EF4-FFF2-40B4-BE49-F238E27FC236}">
                    <a16:creationId xmlns:a16="http://schemas.microsoft.com/office/drawing/2014/main" id="{92C25A8E-6D41-2E3F-2CD6-5A9F151D24FE}"/>
                  </a:ext>
                </a:extLst>
              </p:cNvPr>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a:extLst>
                  <a:ext uri="{FF2B5EF4-FFF2-40B4-BE49-F238E27FC236}">
                    <a16:creationId xmlns:a16="http://schemas.microsoft.com/office/drawing/2014/main" id="{771518FE-26C8-E914-0755-65FD3DF9012D}"/>
                  </a:ext>
                </a:extLst>
              </p:cNvPr>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a:extLst>
                  <a:ext uri="{FF2B5EF4-FFF2-40B4-BE49-F238E27FC236}">
                    <a16:creationId xmlns:a16="http://schemas.microsoft.com/office/drawing/2014/main" id="{41B15A69-9857-1434-EF0A-F79E05B4257E}"/>
                  </a:ext>
                </a:extLst>
              </p:cNvPr>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a:extLst>
                  <a:ext uri="{FF2B5EF4-FFF2-40B4-BE49-F238E27FC236}">
                    <a16:creationId xmlns:a16="http://schemas.microsoft.com/office/drawing/2014/main" id="{AE5F0F9E-D09C-6606-168B-FDB876B5B58C}"/>
                  </a:ext>
                </a:extLst>
              </p:cNvPr>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a:extLst>
                  <a:ext uri="{FF2B5EF4-FFF2-40B4-BE49-F238E27FC236}">
                    <a16:creationId xmlns:a16="http://schemas.microsoft.com/office/drawing/2014/main" id="{D86977EC-43F4-8CDD-6274-18D79A49DA14}"/>
                  </a:ext>
                </a:extLst>
              </p:cNvPr>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a:extLst>
                  <a:ext uri="{FF2B5EF4-FFF2-40B4-BE49-F238E27FC236}">
                    <a16:creationId xmlns:a16="http://schemas.microsoft.com/office/drawing/2014/main" id="{15A5DA3D-1CAF-1062-AFC7-E3D8CE588D20}"/>
                  </a:ext>
                </a:extLst>
              </p:cNvPr>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a:extLst>
                  <a:ext uri="{FF2B5EF4-FFF2-40B4-BE49-F238E27FC236}">
                    <a16:creationId xmlns:a16="http://schemas.microsoft.com/office/drawing/2014/main" id="{F985DF37-8F40-DE67-D35F-A8BBA26B9938}"/>
                  </a:ext>
                </a:extLst>
              </p:cNvPr>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4">
                <a:extLst>
                  <a:ext uri="{FF2B5EF4-FFF2-40B4-BE49-F238E27FC236}">
                    <a16:creationId xmlns:a16="http://schemas.microsoft.com/office/drawing/2014/main" id="{0EE3D736-8306-67F2-0E6A-B0FD3B140F3B}"/>
                  </a:ext>
                </a:extLst>
              </p:cNvPr>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4">
                <a:extLst>
                  <a:ext uri="{FF2B5EF4-FFF2-40B4-BE49-F238E27FC236}">
                    <a16:creationId xmlns:a16="http://schemas.microsoft.com/office/drawing/2014/main" id="{9BF518D6-CD2F-434E-EC9C-9752C606DDAF}"/>
                  </a:ext>
                </a:extLst>
              </p:cNvPr>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4">
                <a:extLst>
                  <a:ext uri="{FF2B5EF4-FFF2-40B4-BE49-F238E27FC236}">
                    <a16:creationId xmlns:a16="http://schemas.microsoft.com/office/drawing/2014/main" id="{767ECA86-1DD6-F676-397E-2EB5A7B363DD}"/>
                  </a:ext>
                </a:extLst>
              </p:cNvPr>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a:extLst>
                  <a:ext uri="{FF2B5EF4-FFF2-40B4-BE49-F238E27FC236}">
                    <a16:creationId xmlns:a16="http://schemas.microsoft.com/office/drawing/2014/main" id="{026B9D04-1B2A-59F4-7F52-701024B34AFA}"/>
                  </a:ext>
                </a:extLst>
              </p:cNvPr>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a:extLst>
                  <a:ext uri="{FF2B5EF4-FFF2-40B4-BE49-F238E27FC236}">
                    <a16:creationId xmlns:a16="http://schemas.microsoft.com/office/drawing/2014/main" id="{4EA64CF8-3955-1134-B986-844FA32B9B21}"/>
                  </a:ext>
                </a:extLst>
              </p:cNvPr>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a:extLst>
                  <a:ext uri="{FF2B5EF4-FFF2-40B4-BE49-F238E27FC236}">
                    <a16:creationId xmlns:a16="http://schemas.microsoft.com/office/drawing/2014/main" id="{15AD0439-2AE6-6C43-DED3-549EA0C4025E}"/>
                  </a:ext>
                </a:extLst>
              </p:cNvPr>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a:extLst>
                  <a:ext uri="{FF2B5EF4-FFF2-40B4-BE49-F238E27FC236}">
                    <a16:creationId xmlns:a16="http://schemas.microsoft.com/office/drawing/2014/main" id="{53BAC774-0203-5A2A-76FB-9045E3DFDDA4}"/>
                  </a:ext>
                </a:extLst>
              </p:cNvPr>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a:extLst>
                  <a:ext uri="{FF2B5EF4-FFF2-40B4-BE49-F238E27FC236}">
                    <a16:creationId xmlns:a16="http://schemas.microsoft.com/office/drawing/2014/main" id="{A447B57C-4D72-0E6F-0317-1B349DFA4500}"/>
                  </a:ext>
                </a:extLst>
              </p:cNvPr>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a:extLst>
                  <a:ext uri="{FF2B5EF4-FFF2-40B4-BE49-F238E27FC236}">
                    <a16:creationId xmlns:a16="http://schemas.microsoft.com/office/drawing/2014/main" id="{78E180A8-32F0-8C74-6E41-5BB9A9AB45F5}"/>
                  </a:ext>
                </a:extLst>
              </p:cNvPr>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a:extLst>
                  <a:ext uri="{FF2B5EF4-FFF2-40B4-BE49-F238E27FC236}">
                    <a16:creationId xmlns:a16="http://schemas.microsoft.com/office/drawing/2014/main" id="{4CFE3B88-F73A-561B-2EE6-885F0B33C8C7}"/>
                  </a:ext>
                </a:extLst>
              </p:cNvPr>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a:extLst>
                  <a:ext uri="{FF2B5EF4-FFF2-40B4-BE49-F238E27FC236}">
                    <a16:creationId xmlns:a16="http://schemas.microsoft.com/office/drawing/2014/main" id="{519CB303-51B7-3B1C-1C8A-F251C775368A}"/>
                  </a:ext>
                </a:extLst>
              </p:cNvPr>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a:extLst>
                  <a:ext uri="{FF2B5EF4-FFF2-40B4-BE49-F238E27FC236}">
                    <a16:creationId xmlns:a16="http://schemas.microsoft.com/office/drawing/2014/main" id="{5A00E96B-D5DA-A0E3-81E6-5BB0F01A94E8}"/>
                  </a:ext>
                </a:extLst>
              </p:cNvPr>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a:extLst>
                  <a:ext uri="{FF2B5EF4-FFF2-40B4-BE49-F238E27FC236}">
                    <a16:creationId xmlns:a16="http://schemas.microsoft.com/office/drawing/2014/main" id="{45100E32-A10C-9223-B032-25A6941DF927}"/>
                  </a:ext>
                </a:extLst>
              </p:cNvPr>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a:extLst>
                  <a:ext uri="{FF2B5EF4-FFF2-40B4-BE49-F238E27FC236}">
                    <a16:creationId xmlns:a16="http://schemas.microsoft.com/office/drawing/2014/main" id="{4C415B20-9F3D-E59F-6628-8F4E8A6CFEBB}"/>
                  </a:ext>
                </a:extLst>
              </p:cNvPr>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a:extLst>
                  <a:ext uri="{FF2B5EF4-FFF2-40B4-BE49-F238E27FC236}">
                    <a16:creationId xmlns:a16="http://schemas.microsoft.com/office/drawing/2014/main" id="{4D24FFC8-3877-3650-CE4E-D775247483A1}"/>
                  </a:ext>
                </a:extLst>
              </p:cNvPr>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a:extLst>
                  <a:ext uri="{FF2B5EF4-FFF2-40B4-BE49-F238E27FC236}">
                    <a16:creationId xmlns:a16="http://schemas.microsoft.com/office/drawing/2014/main" id="{208BD7B1-9E08-D19E-6188-CA9BC011F162}"/>
                  </a:ext>
                </a:extLst>
              </p:cNvPr>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a:extLst>
                  <a:ext uri="{FF2B5EF4-FFF2-40B4-BE49-F238E27FC236}">
                    <a16:creationId xmlns:a16="http://schemas.microsoft.com/office/drawing/2014/main" id="{B9AD3634-18A2-8942-4788-464942390B87}"/>
                  </a:ext>
                </a:extLst>
              </p:cNvPr>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a:extLst>
                  <a:ext uri="{FF2B5EF4-FFF2-40B4-BE49-F238E27FC236}">
                    <a16:creationId xmlns:a16="http://schemas.microsoft.com/office/drawing/2014/main" id="{531AD208-7DF2-C7AB-14D7-E25018397D64}"/>
                  </a:ext>
                </a:extLst>
              </p:cNvPr>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44">
              <a:extLst>
                <a:ext uri="{FF2B5EF4-FFF2-40B4-BE49-F238E27FC236}">
                  <a16:creationId xmlns:a16="http://schemas.microsoft.com/office/drawing/2014/main" id="{7276874C-BC1B-252E-2A72-31C47F89A2BB}"/>
                </a:ext>
              </a:extLst>
            </p:cNvPr>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a:extLst>
                <a:ext uri="{FF2B5EF4-FFF2-40B4-BE49-F238E27FC236}">
                  <a16:creationId xmlns:a16="http://schemas.microsoft.com/office/drawing/2014/main" id="{973A4A83-8BFB-D246-81CC-E8DCF56A24AB}"/>
                </a:ext>
              </a:extLst>
            </p:cNvPr>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44">
              <a:extLst>
                <a:ext uri="{FF2B5EF4-FFF2-40B4-BE49-F238E27FC236}">
                  <a16:creationId xmlns:a16="http://schemas.microsoft.com/office/drawing/2014/main" id="{DF8A7319-4857-8772-2D51-6C4B40136D68}"/>
                </a:ext>
              </a:extLst>
            </p:cNvPr>
            <p:cNvGrpSpPr/>
            <p:nvPr/>
          </p:nvGrpSpPr>
          <p:grpSpPr>
            <a:xfrm>
              <a:off x="6684971" y="-644076"/>
              <a:ext cx="1511958" cy="1511958"/>
              <a:chOff x="4529425" y="1609825"/>
              <a:chExt cx="913625" cy="913625"/>
            </a:xfrm>
          </p:grpSpPr>
          <p:sp>
            <p:nvSpPr>
              <p:cNvPr id="831" name="Google Shape;831;p44">
                <a:extLst>
                  <a:ext uri="{FF2B5EF4-FFF2-40B4-BE49-F238E27FC236}">
                    <a16:creationId xmlns:a16="http://schemas.microsoft.com/office/drawing/2014/main" id="{BA4FEAA2-C5EF-057F-2504-876BD34C14F8}"/>
                  </a:ext>
                </a:extLst>
              </p:cNvPr>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a:extLst>
                  <a:ext uri="{FF2B5EF4-FFF2-40B4-BE49-F238E27FC236}">
                    <a16:creationId xmlns:a16="http://schemas.microsoft.com/office/drawing/2014/main" id="{B49B889B-0E07-CE61-A6A8-92B4760F0E83}"/>
                  </a:ext>
                </a:extLst>
              </p:cNvPr>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a:extLst>
                  <a:ext uri="{FF2B5EF4-FFF2-40B4-BE49-F238E27FC236}">
                    <a16:creationId xmlns:a16="http://schemas.microsoft.com/office/drawing/2014/main" id="{872D970A-46BE-50F7-46E4-6E4E174A4E79}"/>
                  </a:ext>
                </a:extLst>
              </p:cNvPr>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4" name="Google Shape;834;p44">
              <a:extLst>
                <a:ext uri="{FF2B5EF4-FFF2-40B4-BE49-F238E27FC236}">
                  <a16:creationId xmlns:a16="http://schemas.microsoft.com/office/drawing/2014/main" id="{D2DB5D08-E761-68AB-AEE7-A6E4958A2705}"/>
                </a:ext>
              </a:extLst>
            </p:cNvPr>
            <p:cNvCxnSpPr>
              <a:stCxn id="829" idx="6"/>
              <a:endCxn id="82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835" name="Google Shape;835;p44">
              <a:extLst>
                <a:ext uri="{FF2B5EF4-FFF2-40B4-BE49-F238E27FC236}">
                  <a16:creationId xmlns:a16="http://schemas.microsoft.com/office/drawing/2014/main" id="{2E12911A-B7CB-C40C-FC97-955E164BC7A2}"/>
                </a:ext>
              </a:extLst>
            </p:cNvPr>
            <p:cNvCxnSpPr>
              <a:stCxn id="82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pic>
        <p:nvPicPr>
          <p:cNvPr id="3" name="Picture 2">
            <a:extLst>
              <a:ext uri="{FF2B5EF4-FFF2-40B4-BE49-F238E27FC236}">
                <a16:creationId xmlns:a16="http://schemas.microsoft.com/office/drawing/2014/main" id="{049BF131-FB5B-1C80-224E-84DC9820180B}"/>
              </a:ext>
            </a:extLst>
          </p:cNvPr>
          <p:cNvPicPr>
            <a:picLocks noChangeAspect="1"/>
          </p:cNvPicPr>
          <p:nvPr/>
        </p:nvPicPr>
        <p:blipFill>
          <a:blip r:embed="rId3">
            <a:clrChange>
              <a:clrFrom>
                <a:srgbClr val="FFFEFF"/>
              </a:clrFrom>
              <a:clrTo>
                <a:srgbClr val="FFFEFF">
                  <a:alpha val="0"/>
                </a:srgbClr>
              </a:clrTo>
            </a:clrChange>
          </a:blip>
          <a:stretch>
            <a:fillRect/>
          </a:stretch>
        </p:blipFill>
        <p:spPr>
          <a:xfrm>
            <a:off x="5993670" y="252612"/>
            <a:ext cx="6639045" cy="5143500"/>
          </a:xfrm>
          <a:prstGeom prst="rect">
            <a:avLst/>
          </a:prstGeom>
        </p:spPr>
      </p:pic>
    </p:spTree>
    <p:extLst>
      <p:ext uri="{BB962C8B-B14F-4D97-AF65-F5344CB8AC3E}">
        <p14:creationId xmlns:p14="http://schemas.microsoft.com/office/powerpoint/2010/main" val="22196013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71">
          <a:extLst>
            <a:ext uri="{FF2B5EF4-FFF2-40B4-BE49-F238E27FC236}">
              <a16:creationId xmlns:a16="http://schemas.microsoft.com/office/drawing/2014/main" id="{AC93CF0D-AF0C-BA71-682B-968CBE9E059F}"/>
            </a:ext>
          </a:extLst>
        </p:cNvPr>
        <p:cNvGrpSpPr/>
        <p:nvPr/>
      </p:nvGrpSpPr>
      <p:grpSpPr>
        <a:xfrm>
          <a:off x="0" y="0"/>
          <a:ext cx="0" cy="0"/>
          <a:chOff x="0" y="0"/>
          <a:chExt cx="0" cy="0"/>
        </a:xfrm>
      </p:grpSpPr>
      <p:sp>
        <p:nvSpPr>
          <p:cNvPr id="772" name="Google Shape;772;p44">
            <a:extLst>
              <a:ext uri="{FF2B5EF4-FFF2-40B4-BE49-F238E27FC236}">
                <a16:creationId xmlns:a16="http://schemas.microsoft.com/office/drawing/2014/main" id="{AFE5388F-92A1-8F1D-4919-D5DDFCC2D94B}"/>
              </a:ext>
            </a:extLst>
          </p:cNvPr>
          <p:cNvSpPr txBox="1">
            <a:spLocks noGrp="1"/>
          </p:cNvSpPr>
          <p:nvPr>
            <p:ph type="subTitle" idx="1"/>
          </p:nvPr>
        </p:nvSpPr>
        <p:spPr>
          <a:xfrm>
            <a:off x="2004131" y="1830084"/>
            <a:ext cx="7206953" cy="3091256"/>
          </a:xfrm>
          <a:prstGeom prst="rect">
            <a:avLst/>
          </a:prstGeom>
        </p:spPr>
        <p:txBody>
          <a:bodyPr spcFirstLastPara="1" wrap="square" lIns="91425" tIns="91425" rIns="91425" bIns="91425" anchor="t" anchorCtr="0">
            <a:noAutofit/>
          </a:bodyPr>
          <a:lstStyle/>
          <a:p>
            <a:r>
              <a:rPr lang="en-US" dirty="0"/>
              <a:t>Different stakeholders may have conflicting requirements.</a:t>
            </a:r>
          </a:p>
          <a:p>
            <a:r>
              <a:rPr lang="en-US" dirty="0"/>
              <a:t>This step is about prioritizing what’s most important and negotiating trade-offs.</a:t>
            </a:r>
          </a:p>
          <a:p>
            <a:endParaRPr lang="en-US" dirty="0"/>
          </a:p>
          <a:p>
            <a:r>
              <a:rPr lang="en-US" b="1" dirty="0"/>
              <a:t>Example:</a:t>
            </a:r>
          </a:p>
          <a:p>
            <a:r>
              <a:rPr lang="en-US" dirty="0"/>
              <a:t>Doctors want voice-based dictation for notes (high priority).</a:t>
            </a:r>
          </a:p>
          <a:p>
            <a:r>
              <a:rPr lang="en-US" dirty="0"/>
              <a:t>IT staff say this will increase cost and delay system launch.</a:t>
            </a:r>
          </a:p>
          <a:p>
            <a:r>
              <a:rPr lang="en-US" dirty="0"/>
              <a:t>Negotiation: Implement basic text-based notes first , add voice dictation later</a:t>
            </a:r>
          </a:p>
          <a:p>
            <a:r>
              <a:rPr lang="en-US" dirty="0"/>
              <a:t>if budget permits.</a:t>
            </a:r>
          </a:p>
        </p:txBody>
      </p:sp>
      <p:sp>
        <p:nvSpPr>
          <p:cNvPr id="773" name="Google Shape;773;p44">
            <a:extLst>
              <a:ext uri="{FF2B5EF4-FFF2-40B4-BE49-F238E27FC236}">
                <a16:creationId xmlns:a16="http://schemas.microsoft.com/office/drawing/2014/main" id="{87B35B67-C198-3115-3896-DC4112E8753C}"/>
              </a:ext>
            </a:extLst>
          </p:cNvPr>
          <p:cNvSpPr txBox="1">
            <a:spLocks noGrp="1"/>
          </p:cNvSpPr>
          <p:nvPr>
            <p:ph type="subTitle" idx="2"/>
          </p:nvPr>
        </p:nvSpPr>
        <p:spPr>
          <a:xfrm>
            <a:off x="2036040" y="728103"/>
            <a:ext cx="4646145" cy="748869"/>
          </a:xfrm>
          <a:prstGeom prst="rect">
            <a:avLst/>
          </a:prstGeom>
        </p:spPr>
        <p:txBody>
          <a:bodyPr spcFirstLastPara="1" wrap="square" lIns="91425" tIns="91425" rIns="91425" bIns="91425" anchor="b" anchorCtr="0">
            <a:noAutofit/>
          </a:bodyPr>
          <a:lstStyle/>
          <a:p>
            <a:pPr marL="0" lvl="0" indent="0"/>
            <a:r>
              <a:rPr lang="en-IN" dirty="0"/>
              <a:t>Requirements Prioritisation and Negotiation</a:t>
            </a:r>
            <a:endParaRPr dirty="0"/>
          </a:p>
        </p:txBody>
      </p:sp>
      <p:grpSp>
        <p:nvGrpSpPr>
          <p:cNvPr id="779" name="Google Shape;779;p44">
            <a:extLst>
              <a:ext uri="{FF2B5EF4-FFF2-40B4-BE49-F238E27FC236}">
                <a16:creationId xmlns:a16="http://schemas.microsoft.com/office/drawing/2014/main" id="{31FA9423-BEF0-0B4C-7035-D92A419ADAF3}"/>
              </a:ext>
            </a:extLst>
          </p:cNvPr>
          <p:cNvGrpSpPr/>
          <p:nvPr/>
        </p:nvGrpSpPr>
        <p:grpSpPr>
          <a:xfrm>
            <a:off x="6504205" y="-209506"/>
            <a:ext cx="2639795" cy="1853191"/>
            <a:chOff x="6684971" y="-644076"/>
            <a:chExt cx="2639795" cy="1853191"/>
          </a:xfrm>
        </p:grpSpPr>
        <p:grpSp>
          <p:nvGrpSpPr>
            <p:cNvPr id="780" name="Google Shape;780;p44">
              <a:extLst>
                <a:ext uri="{FF2B5EF4-FFF2-40B4-BE49-F238E27FC236}">
                  <a16:creationId xmlns:a16="http://schemas.microsoft.com/office/drawing/2014/main" id="{96538CCF-E8FB-1C38-79F4-BD9399D73C1F}"/>
                </a:ext>
              </a:extLst>
            </p:cNvPr>
            <p:cNvGrpSpPr/>
            <p:nvPr/>
          </p:nvGrpSpPr>
          <p:grpSpPr>
            <a:xfrm>
              <a:off x="8521968" y="406316"/>
              <a:ext cx="802799" cy="802799"/>
              <a:chOff x="353675" y="3417700"/>
              <a:chExt cx="527775" cy="527775"/>
            </a:xfrm>
          </p:grpSpPr>
          <p:sp>
            <p:nvSpPr>
              <p:cNvPr id="781" name="Google Shape;781;p44">
                <a:extLst>
                  <a:ext uri="{FF2B5EF4-FFF2-40B4-BE49-F238E27FC236}">
                    <a16:creationId xmlns:a16="http://schemas.microsoft.com/office/drawing/2014/main" id="{7862B943-4C61-8CDD-6F88-B8215A056AF9}"/>
                  </a:ext>
                </a:extLst>
              </p:cNvPr>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a:extLst>
                  <a:ext uri="{FF2B5EF4-FFF2-40B4-BE49-F238E27FC236}">
                    <a16:creationId xmlns:a16="http://schemas.microsoft.com/office/drawing/2014/main" id="{29D4E8A7-4700-06CF-BEBA-F2AACCF65CAF}"/>
                  </a:ext>
                </a:extLst>
              </p:cNvPr>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a:extLst>
                  <a:ext uri="{FF2B5EF4-FFF2-40B4-BE49-F238E27FC236}">
                    <a16:creationId xmlns:a16="http://schemas.microsoft.com/office/drawing/2014/main" id="{E849E0C5-3D3E-1A91-59DA-1804B571635C}"/>
                  </a:ext>
                </a:extLst>
              </p:cNvPr>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a:extLst>
                  <a:ext uri="{FF2B5EF4-FFF2-40B4-BE49-F238E27FC236}">
                    <a16:creationId xmlns:a16="http://schemas.microsoft.com/office/drawing/2014/main" id="{482E4DC8-C41D-BDEB-E3F9-91165C4E737B}"/>
                  </a:ext>
                </a:extLst>
              </p:cNvPr>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a:extLst>
                  <a:ext uri="{FF2B5EF4-FFF2-40B4-BE49-F238E27FC236}">
                    <a16:creationId xmlns:a16="http://schemas.microsoft.com/office/drawing/2014/main" id="{7E2C748D-B7C5-9173-C201-D04880481AC7}"/>
                  </a:ext>
                </a:extLst>
              </p:cNvPr>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a:extLst>
                  <a:ext uri="{FF2B5EF4-FFF2-40B4-BE49-F238E27FC236}">
                    <a16:creationId xmlns:a16="http://schemas.microsoft.com/office/drawing/2014/main" id="{F1045E0C-1FF7-7054-2EAC-E8A7B12C7CA6}"/>
                  </a:ext>
                </a:extLst>
              </p:cNvPr>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a:extLst>
                  <a:ext uri="{FF2B5EF4-FFF2-40B4-BE49-F238E27FC236}">
                    <a16:creationId xmlns:a16="http://schemas.microsoft.com/office/drawing/2014/main" id="{29E0C441-BC3A-0A59-3525-E1EA9D4ACC86}"/>
                  </a:ext>
                </a:extLst>
              </p:cNvPr>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a:extLst>
                  <a:ext uri="{FF2B5EF4-FFF2-40B4-BE49-F238E27FC236}">
                    <a16:creationId xmlns:a16="http://schemas.microsoft.com/office/drawing/2014/main" id="{71999D9E-75D5-D3A4-8AEA-92A81FBDC521}"/>
                  </a:ext>
                </a:extLst>
              </p:cNvPr>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a:extLst>
                  <a:ext uri="{FF2B5EF4-FFF2-40B4-BE49-F238E27FC236}">
                    <a16:creationId xmlns:a16="http://schemas.microsoft.com/office/drawing/2014/main" id="{2F169274-3E5E-44C2-0B05-8EAF077209B8}"/>
                  </a:ext>
                </a:extLst>
              </p:cNvPr>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a:extLst>
                  <a:ext uri="{FF2B5EF4-FFF2-40B4-BE49-F238E27FC236}">
                    <a16:creationId xmlns:a16="http://schemas.microsoft.com/office/drawing/2014/main" id="{C10C5D8E-6B8E-A658-CA10-8A448ACF4C3B}"/>
                  </a:ext>
                </a:extLst>
              </p:cNvPr>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a:extLst>
                  <a:ext uri="{FF2B5EF4-FFF2-40B4-BE49-F238E27FC236}">
                    <a16:creationId xmlns:a16="http://schemas.microsoft.com/office/drawing/2014/main" id="{FE3031CA-6AD0-FBDB-F1F7-E4CB1B558C3E}"/>
                  </a:ext>
                </a:extLst>
              </p:cNvPr>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a:extLst>
                  <a:ext uri="{FF2B5EF4-FFF2-40B4-BE49-F238E27FC236}">
                    <a16:creationId xmlns:a16="http://schemas.microsoft.com/office/drawing/2014/main" id="{FF15011E-6C3C-32BA-8F48-8CA0CF29CB46}"/>
                  </a:ext>
                </a:extLst>
              </p:cNvPr>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a:extLst>
                  <a:ext uri="{FF2B5EF4-FFF2-40B4-BE49-F238E27FC236}">
                    <a16:creationId xmlns:a16="http://schemas.microsoft.com/office/drawing/2014/main" id="{83980960-33F2-88BE-6BC8-17566B9D6A27}"/>
                  </a:ext>
                </a:extLst>
              </p:cNvPr>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a:extLst>
                  <a:ext uri="{FF2B5EF4-FFF2-40B4-BE49-F238E27FC236}">
                    <a16:creationId xmlns:a16="http://schemas.microsoft.com/office/drawing/2014/main" id="{F6D5DFE7-6002-BA0D-1BD0-1D0AF39548E6}"/>
                  </a:ext>
                </a:extLst>
              </p:cNvPr>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a:extLst>
                  <a:ext uri="{FF2B5EF4-FFF2-40B4-BE49-F238E27FC236}">
                    <a16:creationId xmlns:a16="http://schemas.microsoft.com/office/drawing/2014/main" id="{AB243ADD-AB14-D652-F9C3-F70BCEDEACE2}"/>
                  </a:ext>
                </a:extLst>
              </p:cNvPr>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a:extLst>
                  <a:ext uri="{FF2B5EF4-FFF2-40B4-BE49-F238E27FC236}">
                    <a16:creationId xmlns:a16="http://schemas.microsoft.com/office/drawing/2014/main" id="{6452CFCA-70F2-1D30-2D81-6964F82CE0AD}"/>
                  </a:ext>
                </a:extLst>
              </p:cNvPr>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a:extLst>
                  <a:ext uri="{FF2B5EF4-FFF2-40B4-BE49-F238E27FC236}">
                    <a16:creationId xmlns:a16="http://schemas.microsoft.com/office/drawing/2014/main" id="{692C8F9B-FD73-7B21-D1AA-B30E33570762}"/>
                  </a:ext>
                </a:extLst>
              </p:cNvPr>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a:extLst>
                  <a:ext uri="{FF2B5EF4-FFF2-40B4-BE49-F238E27FC236}">
                    <a16:creationId xmlns:a16="http://schemas.microsoft.com/office/drawing/2014/main" id="{C9FEB641-CF7D-6C96-F39B-F44EA7F6380A}"/>
                  </a:ext>
                </a:extLst>
              </p:cNvPr>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a:extLst>
                  <a:ext uri="{FF2B5EF4-FFF2-40B4-BE49-F238E27FC236}">
                    <a16:creationId xmlns:a16="http://schemas.microsoft.com/office/drawing/2014/main" id="{FC39BA90-31A7-0BB2-65A8-10E43F011CB2}"/>
                  </a:ext>
                </a:extLst>
              </p:cNvPr>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a:extLst>
                  <a:ext uri="{FF2B5EF4-FFF2-40B4-BE49-F238E27FC236}">
                    <a16:creationId xmlns:a16="http://schemas.microsoft.com/office/drawing/2014/main" id="{8D662AF9-E7AF-6C85-9430-30E060F6778D}"/>
                  </a:ext>
                </a:extLst>
              </p:cNvPr>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a:extLst>
                  <a:ext uri="{FF2B5EF4-FFF2-40B4-BE49-F238E27FC236}">
                    <a16:creationId xmlns:a16="http://schemas.microsoft.com/office/drawing/2014/main" id="{F860616F-A3B6-31DE-B1FB-DDF814F54835}"/>
                  </a:ext>
                </a:extLst>
              </p:cNvPr>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a:extLst>
                  <a:ext uri="{FF2B5EF4-FFF2-40B4-BE49-F238E27FC236}">
                    <a16:creationId xmlns:a16="http://schemas.microsoft.com/office/drawing/2014/main" id="{2F219253-AC0F-A74A-890C-4E8D6BAA4AD4}"/>
                  </a:ext>
                </a:extLst>
              </p:cNvPr>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a:extLst>
                  <a:ext uri="{FF2B5EF4-FFF2-40B4-BE49-F238E27FC236}">
                    <a16:creationId xmlns:a16="http://schemas.microsoft.com/office/drawing/2014/main" id="{1B44350E-BF29-A09F-3269-A9B7F8BE08B0}"/>
                  </a:ext>
                </a:extLst>
              </p:cNvPr>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a:extLst>
                  <a:ext uri="{FF2B5EF4-FFF2-40B4-BE49-F238E27FC236}">
                    <a16:creationId xmlns:a16="http://schemas.microsoft.com/office/drawing/2014/main" id="{076652C8-31F1-333E-E44F-DE133F925F87}"/>
                  </a:ext>
                </a:extLst>
              </p:cNvPr>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a:extLst>
                  <a:ext uri="{FF2B5EF4-FFF2-40B4-BE49-F238E27FC236}">
                    <a16:creationId xmlns:a16="http://schemas.microsoft.com/office/drawing/2014/main" id="{2D95E37C-E187-174C-8BF4-7406287DFD6B}"/>
                  </a:ext>
                </a:extLst>
              </p:cNvPr>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a:extLst>
                  <a:ext uri="{FF2B5EF4-FFF2-40B4-BE49-F238E27FC236}">
                    <a16:creationId xmlns:a16="http://schemas.microsoft.com/office/drawing/2014/main" id="{CF53C0F2-D2D9-D94F-21CF-BFF0C1208C35}"/>
                  </a:ext>
                </a:extLst>
              </p:cNvPr>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a:extLst>
                  <a:ext uri="{FF2B5EF4-FFF2-40B4-BE49-F238E27FC236}">
                    <a16:creationId xmlns:a16="http://schemas.microsoft.com/office/drawing/2014/main" id="{8047B2E0-9167-B1BB-BD28-C77DCCFE473E}"/>
                  </a:ext>
                </a:extLst>
              </p:cNvPr>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a:extLst>
                  <a:ext uri="{FF2B5EF4-FFF2-40B4-BE49-F238E27FC236}">
                    <a16:creationId xmlns:a16="http://schemas.microsoft.com/office/drawing/2014/main" id="{E1757EEC-D658-5EC1-7C2A-56A87318E719}"/>
                  </a:ext>
                </a:extLst>
              </p:cNvPr>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a:extLst>
                  <a:ext uri="{FF2B5EF4-FFF2-40B4-BE49-F238E27FC236}">
                    <a16:creationId xmlns:a16="http://schemas.microsoft.com/office/drawing/2014/main" id="{E3C90E86-4676-19F4-A367-3B08C9848198}"/>
                  </a:ext>
                </a:extLst>
              </p:cNvPr>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4">
                <a:extLst>
                  <a:ext uri="{FF2B5EF4-FFF2-40B4-BE49-F238E27FC236}">
                    <a16:creationId xmlns:a16="http://schemas.microsoft.com/office/drawing/2014/main" id="{FCBB7A79-9561-5695-6566-4BCC3AEC705A}"/>
                  </a:ext>
                </a:extLst>
              </p:cNvPr>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4">
                <a:extLst>
                  <a:ext uri="{FF2B5EF4-FFF2-40B4-BE49-F238E27FC236}">
                    <a16:creationId xmlns:a16="http://schemas.microsoft.com/office/drawing/2014/main" id="{F03B41FB-201A-4CAB-FEF1-8588C0A5C256}"/>
                  </a:ext>
                </a:extLst>
              </p:cNvPr>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4">
                <a:extLst>
                  <a:ext uri="{FF2B5EF4-FFF2-40B4-BE49-F238E27FC236}">
                    <a16:creationId xmlns:a16="http://schemas.microsoft.com/office/drawing/2014/main" id="{DB9156C9-D191-C06C-99B6-86C900131F2E}"/>
                  </a:ext>
                </a:extLst>
              </p:cNvPr>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a:extLst>
                  <a:ext uri="{FF2B5EF4-FFF2-40B4-BE49-F238E27FC236}">
                    <a16:creationId xmlns:a16="http://schemas.microsoft.com/office/drawing/2014/main" id="{88D1E041-38A9-43E3-7B82-22F92ED02328}"/>
                  </a:ext>
                </a:extLst>
              </p:cNvPr>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a:extLst>
                  <a:ext uri="{FF2B5EF4-FFF2-40B4-BE49-F238E27FC236}">
                    <a16:creationId xmlns:a16="http://schemas.microsoft.com/office/drawing/2014/main" id="{2EABB52C-0510-A8EE-A238-7A3D829863FE}"/>
                  </a:ext>
                </a:extLst>
              </p:cNvPr>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a:extLst>
                  <a:ext uri="{FF2B5EF4-FFF2-40B4-BE49-F238E27FC236}">
                    <a16:creationId xmlns:a16="http://schemas.microsoft.com/office/drawing/2014/main" id="{79B0FBC7-6A21-AEC3-DADB-0C20D39A1562}"/>
                  </a:ext>
                </a:extLst>
              </p:cNvPr>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a:extLst>
                  <a:ext uri="{FF2B5EF4-FFF2-40B4-BE49-F238E27FC236}">
                    <a16:creationId xmlns:a16="http://schemas.microsoft.com/office/drawing/2014/main" id="{D09C37E5-357B-AFE1-D5C8-7546F64E916F}"/>
                  </a:ext>
                </a:extLst>
              </p:cNvPr>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a:extLst>
                  <a:ext uri="{FF2B5EF4-FFF2-40B4-BE49-F238E27FC236}">
                    <a16:creationId xmlns:a16="http://schemas.microsoft.com/office/drawing/2014/main" id="{E6E8CD2D-887A-E58E-AA4C-E9DB8DE23C63}"/>
                  </a:ext>
                </a:extLst>
              </p:cNvPr>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a:extLst>
                  <a:ext uri="{FF2B5EF4-FFF2-40B4-BE49-F238E27FC236}">
                    <a16:creationId xmlns:a16="http://schemas.microsoft.com/office/drawing/2014/main" id="{F0DDE150-9552-A515-EAAA-947814F39ED8}"/>
                  </a:ext>
                </a:extLst>
              </p:cNvPr>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a:extLst>
                  <a:ext uri="{FF2B5EF4-FFF2-40B4-BE49-F238E27FC236}">
                    <a16:creationId xmlns:a16="http://schemas.microsoft.com/office/drawing/2014/main" id="{BC3B7C0C-EBE1-5711-1F77-610E1E4DBEFD}"/>
                  </a:ext>
                </a:extLst>
              </p:cNvPr>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a:extLst>
                  <a:ext uri="{FF2B5EF4-FFF2-40B4-BE49-F238E27FC236}">
                    <a16:creationId xmlns:a16="http://schemas.microsoft.com/office/drawing/2014/main" id="{A5A585FB-004D-5AA9-0897-2A58D6E75041}"/>
                  </a:ext>
                </a:extLst>
              </p:cNvPr>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a:extLst>
                  <a:ext uri="{FF2B5EF4-FFF2-40B4-BE49-F238E27FC236}">
                    <a16:creationId xmlns:a16="http://schemas.microsoft.com/office/drawing/2014/main" id="{1CF39A61-9575-6C01-03DD-A6BDAFED2C25}"/>
                  </a:ext>
                </a:extLst>
              </p:cNvPr>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a:extLst>
                  <a:ext uri="{FF2B5EF4-FFF2-40B4-BE49-F238E27FC236}">
                    <a16:creationId xmlns:a16="http://schemas.microsoft.com/office/drawing/2014/main" id="{61C49830-9419-ECC2-93B4-086906723A3C}"/>
                  </a:ext>
                </a:extLst>
              </p:cNvPr>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a:extLst>
                  <a:ext uri="{FF2B5EF4-FFF2-40B4-BE49-F238E27FC236}">
                    <a16:creationId xmlns:a16="http://schemas.microsoft.com/office/drawing/2014/main" id="{5068AE0E-D6D6-DEF9-1127-5F646BECBD57}"/>
                  </a:ext>
                </a:extLst>
              </p:cNvPr>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a:extLst>
                  <a:ext uri="{FF2B5EF4-FFF2-40B4-BE49-F238E27FC236}">
                    <a16:creationId xmlns:a16="http://schemas.microsoft.com/office/drawing/2014/main" id="{B88BCFCE-6E2A-3D7C-A459-C40E229138F3}"/>
                  </a:ext>
                </a:extLst>
              </p:cNvPr>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a:extLst>
                  <a:ext uri="{FF2B5EF4-FFF2-40B4-BE49-F238E27FC236}">
                    <a16:creationId xmlns:a16="http://schemas.microsoft.com/office/drawing/2014/main" id="{2D603838-2026-5350-FE05-E183B1C2AB72}"/>
                  </a:ext>
                </a:extLst>
              </p:cNvPr>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a:extLst>
                  <a:ext uri="{FF2B5EF4-FFF2-40B4-BE49-F238E27FC236}">
                    <a16:creationId xmlns:a16="http://schemas.microsoft.com/office/drawing/2014/main" id="{3586E463-C7AE-4682-5936-23B79F00B3FA}"/>
                  </a:ext>
                </a:extLst>
              </p:cNvPr>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a:extLst>
                  <a:ext uri="{FF2B5EF4-FFF2-40B4-BE49-F238E27FC236}">
                    <a16:creationId xmlns:a16="http://schemas.microsoft.com/office/drawing/2014/main" id="{09145A96-5B97-7516-87D2-81BB34F1A34A}"/>
                  </a:ext>
                </a:extLst>
              </p:cNvPr>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44">
              <a:extLst>
                <a:ext uri="{FF2B5EF4-FFF2-40B4-BE49-F238E27FC236}">
                  <a16:creationId xmlns:a16="http://schemas.microsoft.com/office/drawing/2014/main" id="{8C1B5886-DBEC-E755-F0E5-02AE0EBAC0C3}"/>
                </a:ext>
              </a:extLst>
            </p:cNvPr>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a:extLst>
                <a:ext uri="{FF2B5EF4-FFF2-40B4-BE49-F238E27FC236}">
                  <a16:creationId xmlns:a16="http://schemas.microsoft.com/office/drawing/2014/main" id="{5C7B85F7-8BE3-4FFD-E257-0BEDB24339BC}"/>
                </a:ext>
              </a:extLst>
            </p:cNvPr>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44">
              <a:extLst>
                <a:ext uri="{FF2B5EF4-FFF2-40B4-BE49-F238E27FC236}">
                  <a16:creationId xmlns:a16="http://schemas.microsoft.com/office/drawing/2014/main" id="{9E24A45C-1A25-A083-94E9-E85B906ABF67}"/>
                </a:ext>
              </a:extLst>
            </p:cNvPr>
            <p:cNvGrpSpPr/>
            <p:nvPr/>
          </p:nvGrpSpPr>
          <p:grpSpPr>
            <a:xfrm>
              <a:off x="6684971" y="-644076"/>
              <a:ext cx="1511958" cy="1511958"/>
              <a:chOff x="4529425" y="1609825"/>
              <a:chExt cx="913625" cy="913625"/>
            </a:xfrm>
          </p:grpSpPr>
          <p:sp>
            <p:nvSpPr>
              <p:cNvPr id="831" name="Google Shape;831;p44">
                <a:extLst>
                  <a:ext uri="{FF2B5EF4-FFF2-40B4-BE49-F238E27FC236}">
                    <a16:creationId xmlns:a16="http://schemas.microsoft.com/office/drawing/2014/main" id="{BDA91B5F-C608-A75A-0D62-74DAC81C8DC9}"/>
                  </a:ext>
                </a:extLst>
              </p:cNvPr>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a:extLst>
                  <a:ext uri="{FF2B5EF4-FFF2-40B4-BE49-F238E27FC236}">
                    <a16:creationId xmlns:a16="http://schemas.microsoft.com/office/drawing/2014/main" id="{EE095F05-D462-8535-3DEF-602CDE97F9F8}"/>
                  </a:ext>
                </a:extLst>
              </p:cNvPr>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a:extLst>
                  <a:ext uri="{FF2B5EF4-FFF2-40B4-BE49-F238E27FC236}">
                    <a16:creationId xmlns:a16="http://schemas.microsoft.com/office/drawing/2014/main" id="{E7260D6E-917C-0DA9-F024-2AF267BA0F5D}"/>
                  </a:ext>
                </a:extLst>
              </p:cNvPr>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4" name="Google Shape;834;p44">
              <a:extLst>
                <a:ext uri="{FF2B5EF4-FFF2-40B4-BE49-F238E27FC236}">
                  <a16:creationId xmlns:a16="http://schemas.microsoft.com/office/drawing/2014/main" id="{B49188EF-835C-9CE3-6742-22A6FFDDB756}"/>
                </a:ext>
              </a:extLst>
            </p:cNvPr>
            <p:cNvCxnSpPr>
              <a:stCxn id="829" idx="6"/>
              <a:endCxn id="82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835" name="Google Shape;835;p44">
              <a:extLst>
                <a:ext uri="{FF2B5EF4-FFF2-40B4-BE49-F238E27FC236}">
                  <a16:creationId xmlns:a16="http://schemas.microsoft.com/office/drawing/2014/main" id="{190314A9-6187-A2E2-2650-4EF5CF4D0C25}"/>
                </a:ext>
              </a:extLst>
            </p:cNvPr>
            <p:cNvCxnSpPr>
              <a:stCxn id="82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pic>
        <p:nvPicPr>
          <p:cNvPr id="3" name="Picture 2">
            <a:extLst>
              <a:ext uri="{FF2B5EF4-FFF2-40B4-BE49-F238E27FC236}">
                <a16:creationId xmlns:a16="http://schemas.microsoft.com/office/drawing/2014/main" id="{6739DB0F-8433-0DB4-ACF2-A29D809542BA}"/>
              </a:ext>
            </a:extLst>
          </p:cNvPr>
          <p:cNvPicPr>
            <a:picLocks noChangeAspect="1"/>
          </p:cNvPicPr>
          <p:nvPr/>
        </p:nvPicPr>
        <p:blipFill>
          <a:blip r:embed="rId3">
            <a:clrChange>
              <a:clrFrom>
                <a:srgbClr val="FFFEFF"/>
              </a:clrFrom>
              <a:clrTo>
                <a:srgbClr val="FFFEFF">
                  <a:alpha val="0"/>
                </a:srgbClr>
              </a:clrTo>
            </a:clrChange>
          </a:blip>
          <a:stretch>
            <a:fillRect/>
          </a:stretch>
        </p:blipFill>
        <p:spPr>
          <a:xfrm>
            <a:off x="-3102651" y="249568"/>
            <a:ext cx="6639045" cy="5143500"/>
          </a:xfrm>
          <a:prstGeom prst="rect">
            <a:avLst/>
          </a:prstGeom>
        </p:spPr>
      </p:pic>
    </p:spTree>
    <p:extLst>
      <p:ext uri="{BB962C8B-B14F-4D97-AF65-F5344CB8AC3E}">
        <p14:creationId xmlns:p14="http://schemas.microsoft.com/office/powerpoint/2010/main" val="26787888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71">
          <a:extLst>
            <a:ext uri="{FF2B5EF4-FFF2-40B4-BE49-F238E27FC236}">
              <a16:creationId xmlns:a16="http://schemas.microsoft.com/office/drawing/2014/main" id="{9E3B4724-7D93-EC9B-397C-25B741F02B78}"/>
            </a:ext>
          </a:extLst>
        </p:cNvPr>
        <p:cNvGrpSpPr/>
        <p:nvPr/>
      </p:nvGrpSpPr>
      <p:grpSpPr>
        <a:xfrm>
          <a:off x="0" y="0"/>
          <a:ext cx="0" cy="0"/>
          <a:chOff x="0" y="0"/>
          <a:chExt cx="0" cy="0"/>
        </a:xfrm>
      </p:grpSpPr>
      <p:sp>
        <p:nvSpPr>
          <p:cNvPr id="772" name="Google Shape;772;p44">
            <a:extLst>
              <a:ext uri="{FF2B5EF4-FFF2-40B4-BE49-F238E27FC236}">
                <a16:creationId xmlns:a16="http://schemas.microsoft.com/office/drawing/2014/main" id="{9D065276-8CA4-18DE-9A47-D3054C68C0B5}"/>
              </a:ext>
            </a:extLst>
          </p:cNvPr>
          <p:cNvSpPr txBox="1">
            <a:spLocks noGrp="1"/>
          </p:cNvSpPr>
          <p:nvPr>
            <p:ph type="subTitle" idx="1"/>
          </p:nvPr>
        </p:nvSpPr>
        <p:spPr>
          <a:xfrm>
            <a:off x="2004131" y="1830084"/>
            <a:ext cx="7206953" cy="3091256"/>
          </a:xfrm>
          <a:prstGeom prst="rect">
            <a:avLst/>
          </a:prstGeom>
        </p:spPr>
        <p:txBody>
          <a:bodyPr spcFirstLastPara="1" wrap="square" lIns="91425" tIns="91425" rIns="91425" bIns="91425" anchor="t" anchorCtr="0">
            <a:noAutofit/>
          </a:bodyPr>
          <a:lstStyle/>
          <a:p>
            <a:r>
              <a:rPr lang="en-US" dirty="0"/>
              <a:t>Recording requirements in a clear, usable form for the next cycle of analysis or </a:t>
            </a:r>
          </a:p>
          <a:p>
            <a:r>
              <a:rPr lang="en-US" dirty="0"/>
              <a:t>design. It Can be formal (SRS document) or informal (tables, user stories, cards in Agile).</a:t>
            </a:r>
          </a:p>
          <a:p>
            <a:endParaRPr lang="en-US" dirty="0"/>
          </a:p>
          <a:p>
            <a:r>
              <a:rPr lang="en-US" b="1" dirty="0"/>
              <a:t>Example :</a:t>
            </a:r>
          </a:p>
          <a:p>
            <a:r>
              <a:rPr lang="en-US" dirty="0"/>
              <a:t>Formal SRS entry:</a:t>
            </a:r>
          </a:p>
          <a:p>
            <a:pPr lvl="1"/>
            <a:r>
              <a:rPr lang="en-US" i="1" dirty="0"/>
              <a:t>REQ-01: The system shall generate medication alerts for each patient </a:t>
            </a:r>
          </a:p>
          <a:p>
            <a:pPr lvl="1"/>
            <a:r>
              <a:rPr lang="en-US" i="1" dirty="0"/>
              <a:t>according to the doctor’s prescription schedule.</a:t>
            </a:r>
            <a:endParaRPr lang="en-US" dirty="0"/>
          </a:p>
          <a:p>
            <a:r>
              <a:rPr lang="en-US" dirty="0"/>
              <a:t>Agile user story (informal):</a:t>
            </a:r>
          </a:p>
          <a:p>
            <a:pPr lvl="1"/>
            <a:r>
              <a:rPr lang="en-US" i="1" dirty="0"/>
              <a:t>As a nurse, I want to get automatic alerts when a patient misses a dose, </a:t>
            </a:r>
          </a:p>
          <a:p>
            <a:pPr lvl="1"/>
            <a:r>
              <a:rPr lang="en-US" i="1" dirty="0"/>
              <a:t>so I can remind them.</a:t>
            </a:r>
            <a:endParaRPr lang="en-US" dirty="0"/>
          </a:p>
        </p:txBody>
      </p:sp>
      <p:sp>
        <p:nvSpPr>
          <p:cNvPr id="773" name="Google Shape;773;p44">
            <a:extLst>
              <a:ext uri="{FF2B5EF4-FFF2-40B4-BE49-F238E27FC236}">
                <a16:creationId xmlns:a16="http://schemas.microsoft.com/office/drawing/2014/main" id="{DBD1F1E4-F680-FFE6-9C7A-DEBD63811051}"/>
              </a:ext>
            </a:extLst>
          </p:cNvPr>
          <p:cNvSpPr txBox="1">
            <a:spLocks noGrp="1"/>
          </p:cNvSpPr>
          <p:nvPr>
            <p:ph type="subTitle" idx="2"/>
          </p:nvPr>
        </p:nvSpPr>
        <p:spPr>
          <a:xfrm>
            <a:off x="2036040" y="728103"/>
            <a:ext cx="4646145" cy="748869"/>
          </a:xfrm>
          <a:prstGeom prst="rect">
            <a:avLst/>
          </a:prstGeom>
        </p:spPr>
        <p:txBody>
          <a:bodyPr spcFirstLastPara="1" wrap="square" lIns="91425" tIns="91425" rIns="91425" bIns="91425" anchor="b" anchorCtr="0">
            <a:noAutofit/>
          </a:bodyPr>
          <a:lstStyle/>
          <a:p>
            <a:pPr marL="0" lvl="0" indent="0"/>
            <a:r>
              <a:rPr lang="en-IN" dirty="0"/>
              <a:t>Requirements Documentation</a:t>
            </a:r>
            <a:endParaRPr dirty="0"/>
          </a:p>
        </p:txBody>
      </p:sp>
      <p:grpSp>
        <p:nvGrpSpPr>
          <p:cNvPr id="779" name="Google Shape;779;p44">
            <a:extLst>
              <a:ext uri="{FF2B5EF4-FFF2-40B4-BE49-F238E27FC236}">
                <a16:creationId xmlns:a16="http://schemas.microsoft.com/office/drawing/2014/main" id="{0A35FC72-F243-67FA-5D31-62F526342758}"/>
              </a:ext>
            </a:extLst>
          </p:cNvPr>
          <p:cNvGrpSpPr/>
          <p:nvPr/>
        </p:nvGrpSpPr>
        <p:grpSpPr>
          <a:xfrm>
            <a:off x="6504205" y="-209506"/>
            <a:ext cx="2639795" cy="1853191"/>
            <a:chOff x="6684971" y="-644076"/>
            <a:chExt cx="2639795" cy="1853191"/>
          </a:xfrm>
        </p:grpSpPr>
        <p:grpSp>
          <p:nvGrpSpPr>
            <p:cNvPr id="780" name="Google Shape;780;p44">
              <a:extLst>
                <a:ext uri="{FF2B5EF4-FFF2-40B4-BE49-F238E27FC236}">
                  <a16:creationId xmlns:a16="http://schemas.microsoft.com/office/drawing/2014/main" id="{BA735F9E-781F-24E5-FF0C-51EF0C8DCA68}"/>
                </a:ext>
              </a:extLst>
            </p:cNvPr>
            <p:cNvGrpSpPr/>
            <p:nvPr/>
          </p:nvGrpSpPr>
          <p:grpSpPr>
            <a:xfrm>
              <a:off x="8521968" y="406316"/>
              <a:ext cx="802799" cy="802799"/>
              <a:chOff x="353675" y="3417700"/>
              <a:chExt cx="527775" cy="527775"/>
            </a:xfrm>
          </p:grpSpPr>
          <p:sp>
            <p:nvSpPr>
              <p:cNvPr id="781" name="Google Shape;781;p44">
                <a:extLst>
                  <a:ext uri="{FF2B5EF4-FFF2-40B4-BE49-F238E27FC236}">
                    <a16:creationId xmlns:a16="http://schemas.microsoft.com/office/drawing/2014/main" id="{26AFC9E9-5CBD-2357-403D-D51A90FB72CE}"/>
                  </a:ext>
                </a:extLst>
              </p:cNvPr>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44">
                <a:extLst>
                  <a:ext uri="{FF2B5EF4-FFF2-40B4-BE49-F238E27FC236}">
                    <a16:creationId xmlns:a16="http://schemas.microsoft.com/office/drawing/2014/main" id="{631D7E10-7FD2-5D3D-27C4-56C60B62AEF6}"/>
                  </a:ext>
                </a:extLst>
              </p:cNvPr>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44">
                <a:extLst>
                  <a:ext uri="{FF2B5EF4-FFF2-40B4-BE49-F238E27FC236}">
                    <a16:creationId xmlns:a16="http://schemas.microsoft.com/office/drawing/2014/main" id="{80E0A59B-A195-8E7A-9FF0-7FD9AB0E3066}"/>
                  </a:ext>
                </a:extLst>
              </p:cNvPr>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44">
                <a:extLst>
                  <a:ext uri="{FF2B5EF4-FFF2-40B4-BE49-F238E27FC236}">
                    <a16:creationId xmlns:a16="http://schemas.microsoft.com/office/drawing/2014/main" id="{83C8360C-CDA7-DD54-FAE3-79BE9FC155E1}"/>
                  </a:ext>
                </a:extLst>
              </p:cNvPr>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44">
                <a:extLst>
                  <a:ext uri="{FF2B5EF4-FFF2-40B4-BE49-F238E27FC236}">
                    <a16:creationId xmlns:a16="http://schemas.microsoft.com/office/drawing/2014/main" id="{0D7ABB8E-BB04-4E5A-0D92-D1A82ABC7EA5}"/>
                  </a:ext>
                </a:extLst>
              </p:cNvPr>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44">
                <a:extLst>
                  <a:ext uri="{FF2B5EF4-FFF2-40B4-BE49-F238E27FC236}">
                    <a16:creationId xmlns:a16="http://schemas.microsoft.com/office/drawing/2014/main" id="{8287DC01-1332-4EB3-4B37-B2E5FE9AB6F4}"/>
                  </a:ext>
                </a:extLst>
              </p:cNvPr>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44">
                <a:extLst>
                  <a:ext uri="{FF2B5EF4-FFF2-40B4-BE49-F238E27FC236}">
                    <a16:creationId xmlns:a16="http://schemas.microsoft.com/office/drawing/2014/main" id="{55B59461-06B2-D525-ED9A-3B0FA78CA029}"/>
                  </a:ext>
                </a:extLst>
              </p:cNvPr>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44">
                <a:extLst>
                  <a:ext uri="{FF2B5EF4-FFF2-40B4-BE49-F238E27FC236}">
                    <a16:creationId xmlns:a16="http://schemas.microsoft.com/office/drawing/2014/main" id="{1DB10A7F-8BF9-DD64-7CDB-E0DADB8CC512}"/>
                  </a:ext>
                </a:extLst>
              </p:cNvPr>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44">
                <a:extLst>
                  <a:ext uri="{FF2B5EF4-FFF2-40B4-BE49-F238E27FC236}">
                    <a16:creationId xmlns:a16="http://schemas.microsoft.com/office/drawing/2014/main" id="{5FAE84E5-3638-44F9-980E-0DD05CDE73A9}"/>
                  </a:ext>
                </a:extLst>
              </p:cNvPr>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44">
                <a:extLst>
                  <a:ext uri="{FF2B5EF4-FFF2-40B4-BE49-F238E27FC236}">
                    <a16:creationId xmlns:a16="http://schemas.microsoft.com/office/drawing/2014/main" id="{CE906BF4-7462-CEFA-8ABF-8AA6C7209429}"/>
                  </a:ext>
                </a:extLst>
              </p:cNvPr>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44">
                <a:extLst>
                  <a:ext uri="{FF2B5EF4-FFF2-40B4-BE49-F238E27FC236}">
                    <a16:creationId xmlns:a16="http://schemas.microsoft.com/office/drawing/2014/main" id="{C83CD3E8-61E7-636E-5CD4-315895B3D72B}"/>
                  </a:ext>
                </a:extLst>
              </p:cNvPr>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44">
                <a:extLst>
                  <a:ext uri="{FF2B5EF4-FFF2-40B4-BE49-F238E27FC236}">
                    <a16:creationId xmlns:a16="http://schemas.microsoft.com/office/drawing/2014/main" id="{3459CACE-C9B5-9BCA-3279-428FE83A29B4}"/>
                  </a:ext>
                </a:extLst>
              </p:cNvPr>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44">
                <a:extLst>
                  <a:ext uri="{FF2B5EF4-FFF2-40B4-BE49-F238E27FC236}">
                    <a16:creationId xmlns:a16="http://schemas.microsoft.com/office/drawing/2014/main" id="{EBE0BDC5-A127-0058-C981-7FCF0191685A}"/>
                  </a:ext>
                </a:extLst>
              </p:cNvPr>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44">
                <a:extLst>
                  <a:ext uri="{FF2B5EF4-FFF2-40B4-BE49-F238E27FC236}">
                    <a16:creationId xmlns:a16="http://schemas.microsoft.com/office/drawing/2014/main" id="{C6BFC1A2-9ABE-3956-04D0-14F97149CF68}"/>
                  </a:ext>
                </a:extLst>
              </p:cNvPr>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44">
                <a:extLst>
                  <a:ext uri="{FF2B5EF4-FFF2-40B4-BE49-F238E27FC236}">
                    <a16:creationId xmlns:a16="http://schemas.microsoft.com/office/drawing/2014/main" id="{79C33D21-3243-3A48-3AAD-206884970C6E}"/>
                  </a:ext>
                </a:extLst>
              </p:cNvPr>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44">
                <a:extLst>
                  <a:ext uri="{FF2B5EF4-FFF2-40B4-BE49-F238E27FC236}">
                    <a16:creationId xmlns:a16="http://schemas.microsoft.com/office/drawing/2014/main" id="{7AF0BB17-2761-1EA4-6B3C-6A33C9CE23B6}"/>
                  </a:ext>
                </a:extLst>
              </p:cNvPr>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44">
                <a:extLst>
                  <a:ext uri="{FF2B5EF4-FFF2-40B4-BE49-F238E27FC236}">
                    <a16:creationId xmlns:a16="http://schemas.microsoft.com/office/drawing/2014/main" id="{1B9B3A78-3339-6B46-04D7-9AEF5E26ABC5}"/>
                  </a:ext>
                </a:extLst>
              </p:cNvPr>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44">
                <a:extLst>
                  <a:ext uri="{FF2B5EF4-FFF2-40B4-BE49-F238E27FC236}">
                    <a16:creationId xmlns:a16="http://schemas.microsoft.com/office/drawing/2014/main" id="{58984817-8396-E065-1337-C524F1390574}"/>
                  </a:ext>
                </a:extLst>
              </p:cNvPr>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44">
                <a:extLst>
                  <a:ext uri="{FF2B5EF4-FFF2-40B4-BE49-F238E27FC236}">
                    <a16:creationId xmlns:a16="http://schemas.microsoft.com/office/drawing/2014/main" id="{446E639F-16FA-85D9-A954-6E98D428F5E7}"/>
                  </a:ext>
                </a:extLst>
              </p:cNvPr>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44">
                <a:extLst>
                  <a:ext uri="{FF2B5EF4-FFF2-40B4-BE49-F238E27FC236}">
                    <a16:creationId xmlns:a16="http://schemas.microsoft.com/office/drawing/2014/main" id="{0803C1CC-8EB6-FC37-1690-34308A78A818}"/>
                  </a:ext>
                </a:extLst>
              </p:cNvPr>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44">
                <a:extLst>
                  <a:ext uri="{FF2B5EF4-FFF2-40B4-BE49-F238E27FC236}">
                    <a16:creationId xmlns:a16="http://schemas.microsoft.com/office/drawing/2014/main" id="{7F473BBD-4A90-B1AF-20A6-DC83EDA7198D}"/>
                  </a:ext>
                </a:extLst>
              </p:cNvPr>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44">
                <a:extLst>
                  <a:ext uri="{FF2B5EF4-FFF2-40B4-BE49-F238E27FC236}">
                    <a16:creationId xmlns:a16="http://schemas.microsoft.com/office/drawing/2014/main" id="{59131247-D00D-4EA0-8058-BC4E30FDC630}"/>
                  </a:ext>
                </a:extLst>
              </p:cNvPr>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44">
                <a:extLst>
                  <a:ext uri="{FF2B5EF4-FFF2-40B4-BE49-F238E27FC236}">
                    <a16:creationId xmlns:a16="http://schemas.microsoft.com/office/drawing/2014/main" id="{AB3E5D71-3C38-B9EA-27A0-71765D24F2F9}"/>
                  </a:ext>
                </a:extLst>
              </p:cNvPr>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44">
                <a:extLst>
                  <a:ext uri="{FF2B5EF4-FFF2-40B4-BE49-F238E27FC236}">
                    <a16:creationId xmlns:a16="http://schemas.microsoft.com/office/drawing/2014/main" id="{631EAD37-53F7-AAF2-5A51-E495D454BDDA}"/>
                  </a:ext>
                </a:extLst>
              </p:cNvPr>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44">
                <a:extLst>
                  <a:ext uri="{FF2B5EF4-FFF2-40B4-BE49-F238E27FC236}">
                    <a16:creationId xmlns:a16="http://schemas.microsoft.com/office/drawing/2014/main" id="{0A2B2405-C430-94D5-5FE1-157124922EDE}"/>
                  </a:ext>
                </a:extLst>
              </p:cNvPr>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44">
                <a:extLst>
                  <a:ext uri="{FF2B5EF4-FFF2-40B4-BE49-F238E27FC236}">
                    <a16:creationId xmlns:a16="http://schemas.microsoft.com/office/drawing/2014/main" id="{0EF3D684-5C8A-0A81-7570-6B15B2FD9FFE}"/>
                  </a:ext>
                </a:extLst>
              </p:cNvPr>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44">
                <a:extLst>
                  <a:ext uri="{FF2B5EF4-FFF2-40B4-BE49-F238E27FC236}">
                    <a16:creationId xmlns:a16="http://schemas.microsoft.com/office/drawing/2014/main" id="{8241F8AE-F007-6300-623A-86ECEBD31EB4}"/>
                  </a:ext>
                </a:extLst>
              </p:cNvPr>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44">
                <a:extLst>
                  <a:ext uri="{FF2B5EF4-FFF2-40B4-BE49-F238E27FC236}">
                    <a16:creationId xmlns:a16="http://schemas.microsoft.com/office/drawing/2014/main" id="{D8865BAC-0362-595B-F67C-EE41983DA69B}"/>
                  </a:ext>
                </a:extLst>
              </p:cNvPr>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44">
                <a:extLst>
                  <a:ext uri="{FF2B5EF4-FFF2-40B4-BE49-F238E27FC236}">
                    <a16:creationId xmlns:a16="http://schemas.microsoft.com/office/drawing/2014/main" id="{D1024702-EF0A-4A6C-243C-DE547C56F3CA}"/>
                  </a:ext>
                </a:extLst>
              </p:cNvPr>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44">
                <a:extLst>
                  <a:ext uri="{FF2B5EF4-FFF2-40B4-BE49-F238E27FC236}">
                    <a16:creationId xmlns:a16="http://schemas.microsoft.com/office/drawing/2014/main" id="{693DD042-24F7-2476-0828-5688E93F3871}"/>
                  </a:ext>
                </a:extLst>
              </p:cNvPr>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44">
                <a:extLst>
                  <a:ext uri="{FF2B5EF4-FFF2-40B4-BE49-F238E27FC236}">
                    <a16:creationId xmlns:a16="http://schemas.microsoft.com/office/drawing/2014/main" id="{043D9968-3534-48DF-18CC-DAA3E8961386}"/>
                  </a:ext>
                </a:extLst>
              </p:cNvPr>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44">
                <a:extLst>
                  <a:ext uri="{FF2B5EF4-FFF2-40B4-BE49-F238E27FC236}">
                    <a16:creationId xmlns:a16="http://schemas.microsoft.com/office/drawing/2014/main" id="{744A30D1-E403-5F84-0B3A-479E33F6EB45}"/>
                  </a:ext>
                </a:extLst>
              </p:cNvPr>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44">
                <a:extLst>
                  <a:ext uri="{FF2B5EF4-FFF2-40B4-BE49-F238E27FC236}">
                    <a16:creationId xmlns:a16="http://schemas.microsoft.com/office/drawing/2014/main" id="{7AC17E19-88B9-634A-E943-5C9498D92B38}"/>
                  </a:ext>
                </a:extLst>
              </p:cNvPr>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44">
                <a:extLst>
                  <a:ext uri="{FF2B5EF4-FFF2-40B4-BE49-F238E27FC236}">
                    <a16:creationId xmlns:a16="http://schemas.microsoft.com/office/drawing/2014/main" id="{BA13A227-56DB-50E8-C4BE-76F0AB1E763D}"/>
                  </a:ext>
                </a:extLst>
              </p:cNvPr>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44">
                <a:extLst>
                  <a:ext uri="{FF2B5EF4-FFF2-40B4-BE49-F238E27FC236}">
                    <a16:creationId xmlns:a16="http://schemas.microsoft.com/office/drawing/2014/main" id="{7D20301B-B2AD-4C18-9A07-3E9BF68DFD00}"/>
                  </a:ext>
                </a:extLst>
              </p:cNvPr>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44">
                <a:extLst>
                  <a:ext uri="{FF2B5EF4-FFF2-40B4-BE49-F238E27FC236}">
                    <a16:creationId xmlns:a16="http://schemas.microsoft.com/office/drawing/2014/main" id="{9E8D5E17-AF50-0F91-72AC-618C7022C637}"/>
                  </a:ext>
                </a:extLst>
              </p:cNvPr>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817;p44">
                <a:extLst>
                  <a:ext uri="{FF2B5EF4-FFF2-40B4-BE49-F238E27FC236}">
                    <a16:creationId xmlns:a16="http://schemas.microsoft.com/office/drawing/2014/main" id="{CBB6D4DC-31D7-3E3B-561B-852244E0ACFD}"/>
                  </a:ext>
                </a:extLst>
              </p:cNvPr>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44">
                <a:extLst>
                  <a:ext uri="{FF2B5EF4-FFF2-40B4-BE49-F238E27FC236}">
                    <a16:creationId xmlns:a16="http://schemas.microsoft.com/office/drawing/2014/main" id="{A62E4A81-2F11-4573-DBD0-08149AA353D4}"/>
                  </a:ext>
                </a:extLst>
              </p:cNvPr>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44">
                <a:extLst>
                  <a:ext uri="{FF2B5EF4-FFF2-40B4-BE49-F238E27FC236}">
                    <a16:creationId xmlns:a16="http://schemas.microsoft.com/office/drawing/2014/main" id="{1BC30087-D6AD-B8BF-D41E-08E92CD7410A}"/>
                  </a:ext>
                </a:extLst>
              </p:cNvPr>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44">
                <a:extLst>
                  <a:ext uri="{FF2B5EF4-FFF2-40B4-BE49-F238E27FC236}">
                    <a16:creationId xmlns:a16="http://schemas.microsoft.com/office/drawing/2014/main" id="{F3CB21C8-6CE2-699E-7023-EBB5AD98E139}"/>
                  </a:ext>
                </a:extLst>
              </p:cNvPr>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821;p44">
                <a:extLst>
                  <a:ext uri="{FF2B5EF4-FFF2-40B4-BE49-F238E27FC236}">
                    <a16:creationId xmlns:a16="http://schemas.microsoft.com/office/drawing/2014/main" id="{7AA9A558-457B-948C-F796-277CE8E3DB36}"/>
                  </a:ext>
                </a:extLst>
              </p:cNvPr>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822;p44">
                <a:extLst>
                  <a:ext uri="{FF2B5EF4-FFF2-40B4-BE49-F238E27FC236}">
                    <a16:creationId xmlns:a16="http://schemas.microsoft.com/office/drawing/2014/main" id="{9A3456C3-659B-09AE-1238-5D217914C3E7}"/>
                  </a:ext>
                </a:extLst>
              </p:cNvPr>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44">
                <a:extLst>
                  <a:ext uri="{FF2B5EF4-FFF2-40B4-BE49-F238E27FC236}">
                    <a16:creationId xmlns:a16="http://schemas.microsoft.com/office/drawing/2014/main" id="{E8EAB1F4-55C7-4C5E-88DB-58B2F510B5E7}"/>
                  </a:ext>
                </a:extLst>
              </p:cNvPr>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44">
                <a:extLst>
                  <a:ext uri="{FF2B5EF4-FFF2-40B4-BE49-F238E27FC236}">
                    <a16:creationId xmlns:a16="http://schemas.microsoft.com/office/drawing/2014/main" id="{79781874-7394-2BD7-AFA9-885FA1F4409D}"/>
                  </a:ext>
                </a:extLst>
              </p:cNvPr>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44">
                <a:extLst>
                  <a:ext uri="{FF2B5EF4-FFF2-40B4-BE49-F238E27FC236}">
                    <a16:creationId xmlns:a16="http://schemas.microsoft.com/office/drawing/2014/main" id="{6BC63BE9-5D9F-7D11-0512-402D2E4DE3F7}"/>
                  </a:ext>
                </a:extLst>
              </p:cNvPr>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44">
                <a:extLst>
                  <a:ext uri="{FF2B5EF4-FFF2-40B4-BE49-F238E27FC236}">
                    <a16:creationId xmlns:a16="http://schemas.microsoft.com/office/drawing/2014/main" id="{8F48743C-D5F3-7B5E-DB2F-EFB4D7460143}"/>
                  </a:ext>
                </a:extLst>
              </p:cNvPr>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44">
                <a:extLst>
                  <a:ext uri="{FF2B5EF4-FFF2-40B4-BE49-F238E27FC236}">
                    <a16:creationId xmlns:a16="http://schemas.microsoft.com/office/drawing/2014/main" id="{33C5FED5-62D1-E7C0-3789-99AE28051BE7}"/>
                  </a:ext>
                </a:extLst>
              </p:cNvPr>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8" name="Google Shape;828;p44">
              <a:extLst>
                <a:ext uri="{FF2B5EF4-FFF2-40B4-BE49-F238E27FC236}">
                  <a16:creationId xmlns:a16="http://schemas.microsoft.com/office/drawing/2014/main" id="{76BF0D95-0DBC-8BA7-2EE4-4F58CEBDF6ED}"/>
                </a:ext>
              </a:extLst>
            </p:cNvPr>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44">
              <a:extLst>
                <a:ext uri="{FF2B5EF4-FFF2-40B4-BE49-F238E27FC236}">
                  <a16:creationId xmlns:a16="http://schemas.microsoft.com/office/drawing/2014/main" id="{5F15BEF2-E0E3-63E5-6837-95CF2AF660E6}"/>
                </a:ext>
              </a:extLst>
            </p:cNvPr>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0" name="Google Shape;830;p44">
              <a:extLst>
                <a:ext uri="{FF2B5EF4-FFF2-40B4-BE49-F238E27FC236}">
                  <a16:creationId xmlns:a16="http://schemas.microsoft.com/office/drawing/2014/main" id="{B0720ADB-0CB5-404A-5A46-6641BA42346C}"/>
                </a:ext>
              </a:extLst>
            </p:cNvPr>
            <p:cNvGrpSpPr/>
            <p:nvPr/>
          </p:nvGrpSpPr>
          <p:grpSpPr>
            <a:xfrm>
              <a:off x="6684971" y="-644076"/>
              <a:ext cx="1511958" cy="1511958"/>
              <a:chOff x="4529425" y="1609825"/>
              <a:chExt cx="913625" cy="913625"/>
            </a:xfrm>
          </p:grpSpPr>
          <p:sp>
            <p:nvSpPr>
              <p:cNvPr id="831" name="Google Shape;831;p44">
                <a:extLst>
                  <a:ext uri="{FF2B5EF4-FFF2-40B4-BE49-F238E27FC236}">
                    <a16:creationId xmlns:a16="http://schemas.microsoft.com/office/drawing/2014/main" id="{9768032B-5202-80E6-E717-5180A693AD53}"/>
                  </a:ext>
                </a:extLst>
              </p:cNvPr>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44">
                <a:extLst>
                  <a:ext uri="{FF2B5EF4-FFF2-40B4-BE49-F238E27FC236}">
                    <a16:creationId xmlns:a16="http://schemas.microsoft.com/office/drawing/2014/main" id="{E1BAEBE1-82DF-C14F-514E-2B38C1D5E1A5}"/>
                  </a:ext>
                </a:extLst>
              </p:cNvPr>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44">
                <a:extLst>
                  <a:ext uri="{FF2B5EF4-FFF2-40B4-BE49-F238E27FC236}">
                    <a16:creationId xmlns:a16="http://schemas.microsoft.com/office/drawing/2014/main" id="{382B7C9A-D196-5B10-6504-CCC020F9E47B}"/>
                  </a:ext>
                </a:extLst>
              </p:cNvPr>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34" name="Google Shape;834;p44">
              <a:extLst>
                <a:ext uri="{FF2B5EF4-FFF2-40B4-BE49-F238E27FC236}">
                  <a16:creationId xmlns:a16="http://schemas.microsoft.com/office/drawing/2014/main" id="{AA851D5F-8898-07A8-CA6A-CFB3346A903F}"/>
                </a:ext>
              </a:extLst>
            </p:cNvPr>
            <p:cNvCxnSpPr>
              <a:stCxn id="829" idx="6"/>
              <a:endCxn id="82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835" name="Google Shape;835;p44">
              <a:extLst>
                <a:ext uri="{FF2B5EF4-FFF2-40B4-BE49-F238E27FC236}">
                  <a16:creationId xmlns:a16="http://schemas.microsoft.com/office/drawing/2014/main" id="{F2195C23-3922-875E-8BFF-79611AD3ECA1}"/>
                </a:ext>
              </a:extLst>
            </p:cNvPr>
            <p:cNvCxnSpPr>
              <a:stCxn id="82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pic>
        <p:nvPicPr>
          <p:cNvPr id="3" name="Picture 2">
            <a:extLst>
              <a:ext uri="{FF2B5EF4-FFF2-40B4-BE49-F238E27FC236}">
                <a16:creationId xmlns:a16="http://schemas.microsoft.com/office/drawing/2014/main" id="{C8C29422-AC38-4FBC-5E18-89B3A1EA50C2}"/>
              </a:ext>
            </a:extLst>
          </p:cNvPr>
          <p:cNvPicPr>
            <a:picLocks noChangeAspect="1"/>
          </p:cNvPicPr>
          <p:nvPr/>
        </p:nvPicPr>
        <p:blipFill>
          <a:blip r:embed="rId3">
            <a:clrChange>
              <a:clrFrom>
                <a:srgbClr val="FFFEFF"/>
              </a:clrFrom>
              <a:clrTo>
                <a:srgbClr val="FFFEFF">
                  <a:alpha val="0"/>
                </a:srgbClr>
              </a:clrTo>
            </a:clrChange>
          </a:blip>
          <a:stretch>
            <a:fillRect/>
          </a:stretch>
        </p:blipFill>
        <p:spPr>
          <a:xfrm>
            <a:off x="-3102651" y="249568"/>
            <a:ext cx="6639045" cy="5143500"/>
          </a:xfrm>
          <a:prstGeom prst="rect">
            <a:avLst/>
          </a:prstGeom>
        </p:spPr>
      </p:pic>
    </p:spTree>
    <p:extLst>
      <p:ext uri="{BB962C8B-B14F-4D97-AF65-F5344CB8AC3E}">
        <p14:creationId xmlns:p14="http://schemas.microsoft.com/office/powerpoint/2010/main" val="782641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723">
          <a:extLst>
            <a:ext uri="{FF2B5EF4-FFF2-40B4-BE49-F238E27FC236}">
              <a16:creationId xmlns:a16="http://schemas.microsoft.com/office/drawing/2014/main" id="{9677C5BD-469B-58C8-98AD-33A2022E0BC6}"/>
            </a:ext>
          </a:extLst>
        </p:cNvPr>
        <p:cNvGrpSpPr/>
        <p:nvPr/>
      </p:nvGrpSpPr>
      <p:grpSpPr>
        <a:xfrm>
          <a:off x="0" y="0"/>
          <a:ext cx="0" cy="0"/>
          <a:chOff x="0" y="0"/>
          <a:chExt cx="0" cy="0"/>
        </a:xfrm>
      </p:grpSpPr>
      <p:sp>
        <p:nvSpPr>
          <p:cNvPr id="5" name="Google Shape;428;p34">
            <a:extLst>
              <a:ext uri="{FF2B5EF4-FFF2-40B4-BE49-F238E27FC236}">
                <a16:creationId xmlns:a16="http://schemas.microsoft.com/office/drawing/2014/main" id="{830CCA6B-DB74-F811-832E-C6F2EFA4DCE9}"/>
              </a:ext>
            </a:extLst>
          </p:cNvPr>
          <p:cNvSpPr txBox="1">
            <a:spLocks/>
          </p:cNvSpPr>
          <p:nvPr/>
        </p:nvSpPr>
        <p:spPr>
          <a:xfrm>
            <a:off x="738177" y="1246637"/>
            <a:ext cx="4895400" cy="1025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SemiBold"/>
                <a:ea typeface="Kantumruy Pro SemiBold"/>
                <a:cs typeface="Kantumruy Pro SemiBold"/>
                <a:sym typeface="Kantumruy Pro SemiBold"/>
              </a:defRPr>
            </a:lvl1pPr>
            <a:lvl2pPr marR="0" lvl="1"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9pPr>
          </a:lstStyle>
          <a:p>
            <a:r>
              <a:rPr lang="en" dirty="0"/>
              <a:t>03</a:t>
            </a:r>
          </a:p>
        </p:txBody>
      </p:sp>
      <p:grpSp>
        <p:nvGrpSpPr>
          <p:cNvPr id="2" name="Google Shape;1262;p58">
            <a:extLst>
              <a:ext uri="{FF2B5EF4-FFF2-40B4-BE49-F238E27FC236}">
                <a16:creationId xmlns:a16="http://schemas.microsoft.com/office/drawing/2014/main" id="{F18E1731-682D-DA65-41DB-AF4D578B8023}"/>
              </a:ext>
            </a:extLst>
          </p:cNvPr>
          <p:cNvGrpSpPr/>
          <p:nvPr/>
        </p:nvGrpSpPr>
        <p:grpSpPr>
          <a:xfrm>
            <a:off x="6445170" y="1931405"/>
            <a:ext cx="3088671" cy="3572242"/>
            <a:chOff x="6445170" y="1931405"/>
            <a:chExt cx="3088671" cy="3572242"/>
          </a:xfrm>
        </p:grpSpPr>
        <p:grpSp>
          <p:nvGrpSpPr>
            <p:cNvPr id="3" name="Google Shape;1263;p58">
              <a:extLst>
                <a:ext uri="{FF2B5EF4-FFF2-40B4-BE49-F238E27FC236}">
                  <a16:creationId xmlns:a16="http://schemas.microsoft.com/office/drawing/2014/main" id="{1E61CCC1-BADC-2F2C-DEE6-710BBDE80973}"/>
                </a:ext>
              </a:extLst>
            </p:cNvPr>
            <p:cNvGrpSpPr/>
            <p:nvPr/>
          </p:nvGrpSpPr>
          <p:grpSpPr>
            <a:xfrm rot="-728416">
              <a:off x="6717903" y="3136874"/>
              <a:ext cx="802808" cy="802808"/>
              <a:chOff x="353675" y="3417700"/>
              <a:chExt cx="527775" cy="527775"/>
            </a:xfrm>
          </p:grpSpPr>
          <p:sp>
            <p:nvSpPr>
              <p:cNvPr id="31" name="Google Shape;1264;p58">
                <a:extLst>
                  <a:ext uri="{FF2B5EF4-FFF2-40B4-BE49-F238E27FC236}">
                    <a16:creationId xmlns:a16="http://schemas.microsoft.com/office/drawing/2014/main" id="{A5B43D45-3C67-F565-DB52-38940F2B8DE1}"/>
                  </a:ext>
                </a:extLst>
              </p:cNvPr>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265;p58">
                <a:extLst>
                  <a:ext uri="{FF2B5EF4-FFF2-40B4-BE49-F238E27FC236}">
                    <a16:creationId xmlns:a16="http://schemas.microsoft.com/office/drawing/2014/main" id="{CC8B5771-31C8-F2AF-487F-3EFFC776D6EB}"/>
                  </a:ext>
                </a:extLst>
              </p:cNvPr>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266;p58">
                <a:extLst>
                  <a:ext uri="{FF2B5EF4-FFF2-40B4-BE49-F238E27FC236}">
                    <a16:creationId xmlns:a16="http://schemas.microsoft.com/office/drawing/2014/main" id="{74853231-0A51-AA5D-B3A1-656A09604817}"/>
                  </a:ext>
                </a:extLst>
              </p:cNvPr>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267;p58">
                <a:extLst>
                  <a:ext uri="{FF2B5EF4-FFF2-40B4-BE49-F238E27FC236}">
                    <a16:creationId xmlns:a16="http://schemas.microsoft.com/office/drawing/2014/main" id="{21B3369C-D918-FCFE-A63B-0293E90906AF}"/>
                  </a:ext>
                </a:extLst>
              </p:cNvPr>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268;p58">
                <a:extLst>
                  <a:ext uri="{FF2B5EF4-FFF2-40B4-BE49-F238E27FC236}">
                    <a16:creationId xmlns:a16="http://schemas.microsoft.com/office/drawing/2014/main" id="{D388477F-64D4-1520-7341-EF40EDEF450B}"/>
                  </a:ext>
                </a:extLst>
              </p:cNvPr>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269;p58">
                <a:extLst>
                  <a:ext uri="{FF2B5EF4-FFF2-40B4-BE49-F238E27FC236}">
                    <a16:creationId xmlns:a16="http://schemas.microsoft.com/office/drawing/2014/main" id="{699F4DD0-9674-A141-950C-BEB2EE981DD7}"/>
                  </a:ext>
                </a:extLst>
              </p:cNvPr>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270;p58">
                <a:extLst>
                  <a:ext uri="{FF2B5EF4-FFF2-40B4-BE49-F238E27FC236}">
                    <a16:creationId xmlns:a16="http://schemas.microsoft.com/office/drawing/2014/main" id="{9E434AED-6969-4CF6-8ECE-53F43B073275}"/>
                  </a:ext>
                </a:extLst>
              </p:cNvPr>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271;p58">
                <a:extLst>
                  <a:ext uri="{FF2B5EF4-FFF2-40B4-BE49-F238E27FC236}">
                    <a16:creationId xmlns:a16="http://schemas.microsoft.com/office/drawing/2014/main" id="{73277481-70A4-2CA3-88B7-C8D48BD7E8F3}"/>
                  </a:ext>
                </a:extLst>
              </p:cNvPr>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272;p58">
                <a:extLst>
                  <a:ext uri="{FF2B5EF4-FFF2-40B4-BE49-F238E27FC236}">
                    <a16:creationId xmlns:a16="http://schemas.microsoft.com/office/drawing/2014/main" id="{9E43C471-6D05-5B5E-F3DE-3047FC470403}"/>
                  </a:ext>
                </a:extLst>
              </p:cNvPr>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273;p58">
                <a:extLst>
                  <a:ext uri="{FF2B5EF4-FFF2-40B4-BE49-F238E27FC236}">
                    <a16:creationId xmlns:a16="http://schemas.microsoft.com/office/drawing/2014/main" id="{813286B7-5759-C3BA-AB24-2264F54A0035}"/>
                  </a:ext>
                </a:extLst>
              </p:cNvPr>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274;p58">
                <a:extLst>
                  <a:ext uri="{FF2B5EF4-FFF2-40B4-BE49-F238E27FC236}">
                    <a16:creationId xmlns:a16="http://schemas.microsoft.com/office/drawing/2014/main" id="{4BF98037-FD47-2D3E-567E-0BD2C4957BF5}"/>
                  </a:ext>
                </a:extLst>
              </p:cNvPr>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275;p58">
                <a:extLst>
                  <a:ext uri="{FF2B5EF4-FFF2-40B4-BE49-F238E27FC236}">
                    <a16:creationId xmlns:a16="http://schemas.microsoft.com/office/drawing/2014/main" id="{895215F6-2623-A579-DEEF-49A1405078D8}"/>
                  </a:ext>
                </a:extLst>
              </p:cNvPr>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276;p58">
                <a:extLst>
                  <a:ext uri="{FF2B5EF4-FFF2-40B4-BE49-F238E27FC236}">
                    <a16:creationId xmlns:a16="http://schemas.microsoft.com/office/drawing/2014/main" id="{CCA24A84-C8C1-9796-BAFC-2EE30E348BCA}"/>
                  </a:ext>
                </a:extLst>
              </p:cNvPr>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277;p58">
                <a:extLst>
                  <a:ext uri="{FF2B5EF4-FFF2-40B4-BE49-F238E27FC236}">
                    <a16:creationId xmlns:a16="http://schemas.microsoft.com/office/drawing/2014/main" id="{25DB053E-0C31-2E6A-20D8-C5D75ED8E581}"/>
                  </a:ext>
                </a:extLst>
              </p:cNvPr>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278;p58">
                <a:extLst>
                  <a:ext uri="{FF2B5EF4-FFF2-40B4-BE49-F238E27FC236}">
                    <a16:creationId xmlns:a16="http://schemas.microsoft.com/office/drawing/2014/main" id="{3A7EB6A8-F018-FF87-C958-54C6A2F9788B}"/>
                  </a:ext>
                </a:extLst>
              </p:cNvPr>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279;p58">
                <a:extLst>
                  <a:ext uri="{FF2B5EF4-FFF2-40B4-BE49-F238E27FC236}">
                    <a16:creationId xmlns:a16="http://schemas.microsoft.com/office/drawing/2014/main" id="{52156BBD-341E-9452-52D8-0EEA42CDCCE1}"/>
                  </a:ext>
                </a:extLst>
              </p:cNvPr>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280;p58">
                <a:extLst>
                  <a:ext uri="{FF2B5EF4-FFF2-40B4-BE49-F238E27FC236}">
                    <a16:creationId xmlns:a16="http://schemas.microsoft.com/office/drawing/2014/main" id="{3FC02295-4C8F-F8E5-4469-C779BCCD46B0}"/>
                  </a:ext>
                </a:extLst>
              </p:cNvPr>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281;p58">
                <a:extLst>
                  <a:ext uri="{FF2B5EF4-FFF2-40B4-BE49-F238E27FC236}">
                    <a16:creationId xmlns:a16="http://schemas.microsoft.com/office/drawing/2014/main" id="{3D83D2E1-6E84-4833-9629-90570C437C7E}"/>
                  </a:ext>
                </a:extLst>
              </p:cNvPr>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282;p58">
                <a:extLst>
                  <a:ext uri="{FF2B5EF4-FFF2-40B4-BE49-F238E27FC236}">
                    <a16:creationId xmlns:a16="http://schemas.microsoft.com/office/drawing/2014/main" id="{A8704D5E-869F-E3A3-84C8-012A79F05259}"/>
                  </a:ext>
                </a:extLst>
              </p:cNvPr>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283;p58">
                <a:extLst>
                  <a:ext uri="{FF2B5EF4-FFF2-40B4-BE49-F238E27FC236}">
                    <a16:creationId xmlns:a16="http://schemas.microsoft.com/office/drawing/2014/main" id="{B6A03CCA-F19C-38C1-B3B7-34AED7D85C39}"/>
                  </a:ext>
                </a:extLst>
              </p:cNvPr>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284;p58">
                <a:extLst>
                  <a:ext uri="{FF2B5EF4-FFF2-40B4-BE49-F238E27FC236}">
                    <a16:creationId xmlns:a16="http://schemas.microsoft.com/office/drawing/2014/main" id="{7FBBAC6B-E6CC-764B-F4F0-868F5D232B05}"/>
                  </a:ext>
                </a:extLst>
              </p:cNvPr>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285;p58">
                <a:extLst>
                  <a:ext uri="{FF2B5EF4-FFF2-40B4-BE49-F238E27FC236}">
                    <a16:creationId xmlns:a16="http://schemas.microsoft.com/office/drawing/2014/main" id="{BB164979-E641-E6A9-772E-9A622BF9981F}"/>
                  </a:ext>
                </a:extLst>
              </p:cNvPr>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286;p58">
                <a:extLst>
                  <a:ext uri="{FF2B5EF4-FFF2-40B4-BE49-F238E27FC236}">
                    <a16:creationId xmlns:a16="http://schemas.microsoft.com/office/drawing/2014/main" id="{C3AFCB20-5A8F-5436-D71F-4C70DDBC3078}"/>
                  </a:ext>
                </a:extLst>
              </p:cNvPr>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287;p58">
                <a:extLst>
                  <a:ext uri="{FF2B5EF4-FFF2-40B4-BE49-F238E27FC236}">
                    <a16:creationId xmlns:a16="http://schemas.microsoft.com/office/drawing/2014/main" id="{7EAE02B7-1823-F35A-E549-00A6E0358C02}"/>
                  </a:ext>
                </a:extLst>
              </p:cNvPr>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288;p58">
                <a:extLst>
                  <a:ext uri="{FF2B5EF4-FFF2-40B4-BE49-F238E27FC236}">
                    <a16:creationId xmlns:a16="http://schemas.microsoft.com/office/drawing/2014/main" id="{7F0E4A87-4549-ED6E-8CC5-30F0C492B4F0}"/>
                  </a:ext>
                </a:extLst>
              </p:cNvPr>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289;p58">
                <a:extLst>
                  <a:ext uri="{FF2B5EF4-FFF2-40B4-BE49-F238E27FC236}">
                    <a16:creationId xmlns:a16="http://schemas.microsoft.com/office/drawing/2014/main" id="{5AA217B1-CB80-B548-A688-D03CE6AEE9DC}"/>
                  </a:ext>
                </a:extLst>
              </p:cNvPr>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290;p58">
                <a:extLst>
                  <a:ext uri="{FF2B5EF4-FFF2-40B4-BE49-F238E27FC236}">
                    <a16:creationId xmlns:a16="http://schemas.microsoft.com/office/drawing/2014/main" id="{37A300E2-43F3-3289-579C-878A348CFE34}"/>
                  </a:ext>
                </a:extLst>
              </p:cNvPr>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291;p58">
                <a:extLst>
                  <a:ext uri="{FF2B5EF4-FFF2-40B4-BE49-F238E27FC236}">
                    <a16:creationId xmlns:a16="http://schemas.microsoft.com/office/drawing/2014/main" id="{1DA21966-2C42-615B-352C-F8E6403A16A7}"/>
                  </a:ext>
                </a:extLst>
              </p:cNvPr>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292;p58">
                <a:extLst>
                  <a:ext uri="{FF2B5EF4-FFF2-40B4-BE49-F238E27FC236}">
                    <a16:creationId xmlns:a16="http://schemas.microsoft.com/office/drawing/2014/main" id="{8788C65C-DB7A-9FEB-FCB1-CD55B7683E93}"/>
                  </a:ext>
                </a:extLst>
              </p:cNvPr>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293;p58">
                <a:extLst>
                  <a:ext uri="{FF2B5EF4-FFF2-40B4-BE49-F238E27FC236}">
                    <a16:creationId xmlns:a16="http://schemas.microsoft.com/office/drawing/2014/main" id="{D32A4CA8-7B1B-ECF5-7126-F637DC4BE249}"/>
                  </a:ext>
                </a:extLst>
              </p:cNvPr>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294;p58">
                <a:extLst>
                  <a:ext uri="{FF2B5EF4-FFF2-40B4-BE49-F238E27FC236}">
                    <a16:creationId xmlns:a16="http://schemas.microsoft.com/office/drawing/2014/main" id="{1380364E-D7BE-962E-D821-F725AF868899}"/>
                  </a:ext>
                </a:extLst>
              </p:cNvPr>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295;p58">
                <a:extLst>
                  <a:ext uri="{FF2B5EF4-FFF2-40B4-BE49-F238E27FC236}">
                    <a16:creationId xmlns:a16="http://schemas.microsoft.com/office/drawing/2014/main" id="{1C02C191-9D15-A4A3-66CF-74D9F4D9C5D3}"/>
                  </a:ext>
                </a:extLst>
              </p:cNvPr>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296;p58">
                <a:extLst>
                  <a:ext uri="{FF2B5EF4-FFF2-40B4-BE49-F238E27FC236}">
                    <a16:creationId xmlns:a16="http://schemas.microsoft.com/office/drawing/2014/main" id="{A86D1065-68F6-0EF2-556E-B1CBF16421BC}"/>
                  </a:ext>
                </a:extLst>
              </p:cNvPr>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1297;p58">
                <a:extLst>
                  <a:ext uri="{FF2B5EF4-FFF2-40B4-BE49-F238E27FC236}">
                    <a16:creationId xmlns:a16="http://schemas.microsoft.com/office/drawing/2014/main" id="{63881AE7-5F55-D68C-D32C-7B64EB42B96B}"/>
                  </a:ext>
                </a:extLst>
              </p:cNvPr>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1298;p58">
                <a:extLst>
                  <a:ext uri="{FF2B5EF4-FFF2-40B4-BE49-F238E27FC236}">
                    <a16:creationId xmlns:a16="http://schemas.microsoft.com/office/drawing/2014/main" id="{8EC54ADB-E74D-29EF-541D-6C9BFA4B7493}"/>
                  </a:ext>
                </a:extLst>
              </p:cNvPr>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1299;p58">
                <a:extLst>
                  <a:ext uri="{FF2B5EF4-FFF2-40B4-BE49-F238E27FC236}">
                    <a16:creationId xmlns:a16="http://schemas.microsoft.com/office/drawing/2014/main" id="{ADCDC296-C76B-7520-35F9-8FC013BA584A}"/>
                  </a:ext>
                </a:extLst>
              </p:cNvPr>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1300;p58">
                <a:extLst>
                  <a:ext uri="{FF2B5EF4-FFF2-40B4-BE49-F238E27FC236}">
                    <a16:creationId xmlns:a16="http://schemas.microsoft.com/office/drawing/2014/main" id="{1E2B45A2-3234-E1DB-4AE9-4FC26FCFA4CB}"/>
                  </a:ext>
                </a:extLst>
              </p:cNvPr>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1301;p58">
                <a:extLst>
                  <a:ext uri="{FF2B5EF4-FFF2-40B4-BE49-F238E27FC236}">
                    <a16:creationId xmlns:a16="http://schemas.microsoft.com/office/drawing/2014/main" id="{1F306C33-165F-1B27-BD61-51145DA46C2E}"/>
                  </a:ext>
                </a:extLst>
              </p:cNvPr>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1302;p58">
                <a:extLst>
                  <a:ext uri="{FF2B5EF4-FFF2-40B4-BE49-F238E27FC236}">
                    <a16:creationId xmlns:a16="http://schemas.microsoft.com/office/drawing/2014/main" id="{F3846014-2D7C-BA5D-B8E0-C0B07CCECBF7}"/>
                  </a:ext>
                </a:extLst>
              </p:cNvPr>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1303;p58">
                <a:extLst>
                  <a:ext uri="{FF2B5EF4-FFF2-40B4-BE49-F238E27FC236}">
                    <a16:creationId xmlns:a16="http://schemas.microsoft.com/office/drawing/2014/main" id="{05EE3AB2-841A-E3C0-8F95-52E421FA4E0E}"/>
                  </a:ext>
                </a:extLst>
              </p:cNvPr>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1304;p58">
                <a:extLst>
                  <a:ext uri="{FF2B5EF4-FFF2-40B4-BE49-F238E27FC236}">
                    <a16:creationId xmlns:a16="http://schemas.microsoft.com/office/drawing/2014/main" id="{55AE4526-CCF9-628D-F938-07B1363C577B}"/>
                  </a:ext>
                </a:extLst>
              </p:cNvPr>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1305;p58">
                <a:extLst>
                  <a:ext uri="{FF2B5EF4-FFF2-40B4-BE49-F238E27FC236}">
                    <a16:creationId xmlns:a16="http://schemas.microsoft.com/office/drawing/2014/main" id="{2C95C526-BBE5-7917-BE80-53EE931C8B7F}"/>
                  </a:ext>
                </a:extLst>
              </p:cNvPr>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1306;p58">
                <a:extLst>
                  <a:ext uri="{FF2B5EF4-FFF2-40B4-BE49-F238E27FC236}">
                    <a16:creationId xmlns:a16="http://schemas.microsoft.com/office/drawing/2014/main" id="{BB065ED8-28AE-D6A6-4AD1-163D4E4767DD}"/>
                  </a:ext>
                </a:extLst>
              </p:cNvPr>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1307;p58">
                <a:extLst>
                  <a:ext uri="{FF2B5EF4-FFF2-40B4-BE49-F238E27FC236}">
                    <a16:creationId xmlns:a16="http://schemas.microsoft.com/office/drawing/2014/main" id="{260EF800-9D12-3BB0-200C-0C4E681A8FE8}"/>
                  </a:ext>
                </a:extLst>
              </p:cNvPr>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1308;p58">
                <a:extLst>
                  <a:ext uri="{FF2B5EF4-FFF2-40B4-BE49-F238E27FC236}">
                    <a16:creationId xmlns:a16="http://schemas.microsoft.com/office/drawing/2014/main" id="{BE957134-27B9-C932-4D4D-A967CC6DA9E4}"/>
                  </a:ext>
                </a:extLst>
              </p:cNvPr>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1309;p58">
                <a:extLst>
                  <a:ext uri="{FF2B5EF4-FFF2-40B4-BE49-F238E27FC236}">
                    <a16:creationId xmlns:a16="http://schemas.microsoft.com/office/drawing/2014/main" id="{3F77AB9D-975E-CCA7-67EA-2BAE36E2ADC1}"/>
                  </a:ext>
                </a:extLst>
              </p:cNvPr>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1310;p58">
                <a:extLst>
                  <a:ext uri="{FF2B5EF4-FFF2-40B4-BE49-F238E27FC236}">
                    <a16:creationId xmlns:a16="http://schemas.microsoft.com/office/drawing/2014/main" id="{903F249D-B04E-BEA7-A07E-EF08CB52F178}"/>
                  </a:ext>
                </a:extLst>
              </p:cNvPr>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Google Shape;1311;p58">
              <a:extLst>
                <a:ext uri="{FF2B5EF4-FFF2-40B4-BE49-F238E27FC236}">
                  <a16:creationId xmlns:a16="http://schemas.microsoft.com/office/drawing/2014/main" id="{4D92B012-CEEA-8ACF-03E9-BB345BD387AD}"/>
                </a:ext>
              </a:extLst>
            </p:cNvPr>
            <p:cNvSpPr/>
            <p:nvPr/>
          </p:nvSpPr>
          <p:spPr>
            <a:xfrm>
              <a:off x="7051519" y="3470177"/>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 name="Google Shape;1312;p58">
              <a:extLst>
                <a:ext uri="{FF2B5EF4-FFF2-40B4-BE49-F238E27FC236}">
                  <a16:creationId xmlns:a16="http://schemas.microsoft.com/office/drawing/2014/main" id="{CB43C61B-DDC2-5EB2-AC3F-125B94EB66C0}"/>
                </a:ext>
              </a:extLst>
            </p:cNvPr>
            <p:cNvGrpSpPr/>
            <p:nvPr/>
          </p:nvGrpSpPr>
          <p:grpSpPr>
            <a:xfrm rot="5400000">
              <a:off x="7961259" y="1931387"/>
              <a:ext cx="1572564" cy="1572600"/>
              <a:chOff x="3286600" y="1519925"/>
              <a:chExt cx="1093425" cy="1093450"/>
            </a:xfrm>
          </p:grpSpPr>
          <p:sp>
            <p:nvSpPr>
              <p:cNvPr id="22" name="Google Shape;1313;p58">
                <a:extLst>
                  <a:ext uri="{FF2B5EF4-FFF2-40B4-BE49-F238E27FC236}">
                    <a16:creationId xmlns:a16="http://schemas.microsoft.com/office/drawing/2014/main" id="{A63ADEAC-CF09-8D54-0370-A8864463E58C}"/>
                  </a:ext>
                </a:extLst>
              </p:cNvPr>
              <p:cNvSpPr/>
              <p:nvPr/>
            </p:nvSpPr>
            <p:spPr>
              <a:xfrm>
                <a:off x="3286600" y="1519925"/>
                <a:ext cx="1093425" cy="1093450"/>
              </a:xfrm>
              <a:custGeom>
                <a:avLst/>
                <a:gdLst/>
                <a:ahLst/>
                <a:cxnLst/>
                <a:rect l="l" t="t" r="r" b="b"/>
                <a:pathLst>
                  <a:path w="43737" h="43738" extrusionOk="0">
                    <a:moveTo>
                      <a:pt x="21836" y="0"/>
                    </a:moveTo>
                    <a:lnTo>
                      <a:pt x="21836" y="453"/>
                    </a:lnTo>
                    <a:lnTo>
                      <a:pt x="21869" y="453"/>
                    </a:lnTo>
                    <a:cubicBezTo>
                      <a:pt x="22084" y="453"/>
                      <a:pt x="22297" y="456"/>
                      <a:pt x="22510" y="463"/>
                    </a:cubicBezTo>
                    <a:lnTo>
                      <a:pt x="22524" y="10"/>
                    </a:lnTo>
                    <a:cubicBezTo>
                      <a:pt x="22306" y="3"/>
                      <a:pt x="22088" y="0"/>
                      <a:pt x="21869" y="0"/>
                    </a:cubicBezTo>
                    <a:close/>
                    <a:moveTo>
                      <a:pt x="19097" y="173"/>
                    </a:moveTo>
                    <a:cubicBezTo>
                      <a:pt x="18869" y="203"/>
                      <a:pt x="18643" y="236"/>
                      <a:pt x="18417" y="271"/>
                    </a:cubicBezTo>
                    <a:lnTo>
                      <a:pt x="18488" y="717"/>
                    </a:lnTo>
                    <a:lnTo>
                      <a:pt x="18488" y="719"/>
                    </a:lnTo>
                    <a:cubicBezTo>
                      <a:pt x="18709" y="682"/>
                      <a:pt x="18930" y="651"/>
                      <a:pt x="19153" y="623"/>
                    </a:cubicBezTo>
                    <a:lnTo>
                      <a:pt x="19097" y="173"/>
                    </a:lnTo>
                    <a:close/>
                    <a:moveTo>
                      <a:pt x="25258" y="261"/>
                    </a:moveTo>
                    <a:lnTo>
                      <a:pt x="25187" y="709"/>
                    </a:lnTo>
                    <a:cubicBezTo>
                      <a:pt x="25410" y="743"/>
                      <a:pt x="25631" y="781"/>
                      <a:pt x="25851" y="823"/>
                    </a:cubicBezTo>
                    <a:lnTo>
                      <a:pt x="25934" y="378"/>
                    </a:lnTo>
                    <a:cubicBezTo>
                      <a:pt x="25709" y="335"/>
                      <a:pt x="25484" y="297"/>
                      <a:pt x="25258" y="261"/>
                    </a:cubicBezTo>
                    <a:close/>
                    <a:moveTo>
                      <a:pt x="15739" y="871"/>
                    </a:moveTo>
                    <a:cubicBezTo>
                      <a:pt x="15517" y="935"/>
                      <a:pt x="15299" y="1003"/>
                      <a:pt x="15081" y="1074"/>
                    </a:cubicBezTo>
                    <a:lnTo>
                      <a:pt x="15221" y="1503"/>
                    </a:lnTo>
                    <a:cubicBezTo>
                      <a:pt x="15435" y="1434"/>
                      <a:pt x="15649" y="1368"/>
                      <a:pt x="15864" y="1305"/>
                    </a:cubicBezTo>
                    <a:lnTo>
                      <a:pt x="15739" y="871"/>
                    </a:lnTo>
                    <a:close/>
                    <a:moveTo>
                      <a:pt x="28595" y="1054"/>
                    </a:moveTo>
                    <a:lnTo>
                      <a:pt x="28456" y="1485"/>
                    </a:lnTo>
                    <a:cubicBezTo>
                      <a:pt x="28671" y="1555"/>
                      <a:pt x="28883" y="1626"/>
                      <a:pt x="29094" y="1702"/>
                    </a:cubicBezTo>
                    <a:lnTo>
                      <a:pt x="29248" y="1277"/>
                    </a:lnTo>
                    <a:cubicBezTo>
                      <a:pt x="29031" y="1199"/>
                      <a:pt x="28815" y="1125"/>
                      <a:pt x="28595" y="1054"/>
                    </a:cubicBezTo>
                    <a:close/>
                    <a:moveTo>
                      <a:pt x="12530" y="2088"/>
                    </a:moveTo>
                    <a:cubicBezTo>
                      <a:pt x="12324" y="2187"/>
                      <a:pt x="12119" y="2288"/>
                      <a:pt x="11916" y="2392"/>
                    </a:cubicBezTo>
                    <a:lnTo>
                      <a:pt x="12122" y="2794"/>
                    </a:lnTo>
                    <a:cubicBezTo>
                      <a:pt x="12320" y="2693"/>
                      <a:pt x="12520" y="2594"/>
                      <a:pt x="12724" y="2498"/>
                    </a:cubicBezTo>
                    <a:lnTo>
                      <a:pt x="12530" y="2088"/>
                    </a:lnTo>
                    <a:close/>
                    <a:moveTo>
                      <a:pt x="31770" y="2364"/>
                    </a:moveTo>
                    <a:lnTo>
                      <a:pt x="31564" y="2767"/>
                    </a:lnTo>
                    <a:cubicBezTo>
                      <a:pt x="31765" y="2870"/>
                      <a:pt x="31964" y="2975"/>
                      <a:pt x="32160" y="3083"/>
                    </a:cubicBezTo>
                    <a:lnTo>
                      <a:pt x="32378" y="2686"/>
                    </a:lnTo>
                    <a:cubicBezTo>
                      <a:pt x="32177" y="2576"/>
                      <a:pt x="31974" y="2468"/>
                      <a:pt x="31770" y="2364"/>
                    </a:cubicBezTo>
                    <a:close/>
                    <a:moveTo>
                      <a:pt x="9556" y="3793"/>
                    </a:moveTo>
                    <a:cubicBezTo>
                      <a:pt x="9367" y="3922"/>
                      <a:pt x="9180" y="4054"/>
                      <a:pt x="8995" y="4190"/>
                    </a:cubicBezTo>
                    <a:lnTo>
                      <a:pt x="9262" y="4555"/>
                    </a:lnTo>
                    <a:cubicBezTo>
                      <a:pt x="9443" y="4423"/>
                      <a:pt x="9626" y="4294"/>
                      <a:pt x="9811" y="4167"/>
                    </a:cubicBezTo>
                    <a:lnTo>
                      <a:pt x="9556" y="3793"/>
                    </a:lnTo>
                    <a:close/>
                    <a:moveTo>
                      <a:pt x="34698" y="4157"/>
                    </a:moveTo>
                    <a:lnTo>
                      <a:pt x="34432" y="4523"/>
                    </a:lnTo>
                    <a:cubicBezTo>
                      <a:pt x="34614" y="4656"/>
                      <a:pt x="34794" y="4789"/>
                      <a:pt x="34970" y="4926"/>
                    </a:cubicBezTo>
                    <a:lnTo>
                      <a:pt x="35248" y="4570"/>
                    </a:lnTo>
                    <a:cubicBezTo>
                      <a:pt x="35066" y="4429"/>
                      <a:pt x="34883" y="4290"/>
                      <a:pt x="34698" y="4157"/>
                    </a:cubicBezTo>
                    <a:close/>
                    <a:moveTo>
                      <a:pt x="6883" y="5943"/>
                    </a:moveTo>
                    <a:cubicBezTo>
                      <a:pt x="6717" y="6099"/>
                      <a:pt x="6551" y="6260"/>
                      <a:pt x="6391" y="6422"/>
                    </a:cubicBezTo>
                    <a:lnTo>
                      <a:pt x="6710" y="6740"/>
                    </a:lnTo>
                    <a:cubicBezTo>
                      <a:pt x="6869" y="6582"/>
                      <a:pt x="7029" y="6425"/>
                      <a:pt x="7192" y="6271"/>
                    </a:cubicBezTo>
                    <a:lnTo>
                      <a:pt x="6883" y="5943"/>
                    </a:lnTo>
                    <a:close/>
                    <a:moveTo>
                      <a:pt x="37310" y="6382"/>
                    </a:moveTo>
                    <a:lnTo>
                      <a:pt x="36989" y="6702"/>
                    </a:lnTo>
                    <a:cubicBezTo>
                      <a:pt x="37148" y="6861"/>
                      <a:pt x="37305" y="7021"/>
                      <a:pt x="37458" y="7185"/>
                    </a:cubicBezTo>
                    <a:lnTo>
                      <a:pt x="37787" y="6874"/>
                    </a:lnTo>
                    <a:cubicBezTo>
                      <a:pt x="37630" y="6707"/>
                      <a:pt x="37472" y="6544"/>
                      <a:pt x="37310" y="6382"/>
                    </a:cubicBezTo>
                    <a:close/>
                    <a:moveTo>
                      <a:pt x="4575" y="8482"/>
                    </a:moveTo>
                    <a:cubicBezTo>
                      <a:pt x="4435" y="8662"/>
                      <a:pt x="4298" y="8845"/>
                      <a:pt x="4162" y="9032"/>
                    </a:cubicBezTo>
                    <a:lnTo>
                      <a:pt x="4529" y="9296"/>
                    </a:lnTo>
                    <a:lnTo>
                      <a:pt x="4529" y="9298"/>
                    </a:lnTo>
                    <a:cubicBezTo>
                      <a:pt x="4661" y="9116"/>
                      <a:pt x="4795" y="8936"/>
                      <a:pt x="4932" y="8759"/>
                    </a:cubicBezTo>
                    <a:lnTo>
                      <a:pt x="4575" y="8482"/>
                    </a:lnTo>
                    <a:close/>
                    <a:moveTo>
                      <a:pt x="39542" y="8986"/>
                    </a:moveTo>
                    <a:lnTo>
                      <a:pt x="39177" y="9253"/>
                    </a:lnTo>
                    <a:cubicBezTo>
                      <a:pt x="39309" y="9433"/>
                      <a:pt x="39438" y="9617"/>
                      <a:pt x="39565" y="9802"/>
                    </a:cubicBezTo>
                    <a:lnTo>
                      <a:pt x="39938" y="9547"/>
                    </a:lnTo>
                    <a:cubicBezTo>
                      <a:pt x="39809" y="9357"/>
                      <a:pt x="39677" y="9171"/>
                      <a:pt x="39542" y="8986"/>
                    </a:cubicBezTo>
                    <a:close/>
                    <a:moveTo>
                      <a:pt x="2692" y="11350"/>
                    </a:moveTo>
                    <a:cubicBezTo>
                      <a:pt x="2581" y="11551"/>
                      <a:pt x="2474" y="11755"/>
                      <a:pt x="2370" y="11958"/>
                    </a:cubicBezTo>
                    <a:lnTo>
                      <a:pt x="2773" y="12164"/>
                    </a:lnTo>
                    <a:cubicBezTo>
                      <a:pt x="2875" y="11963"/>
                      <a:pt x="2980" y="11764"/>
                      <a:pt x="3089" y="11568"/>
                    </a:cubicBezTo>
                    <a:lnTo>
                      <a:pt x="2692" y="11350"/>
                    </a:lnTo>
                    <a:close/>
                    <a:moveTo>
                      <a:pt x="41341" y="11905"/>
                    </a:moveTo>
                    <a:lnTo>
                      <a:pt x="40938" y="12111"/>
                    </a:lnTo>
                    <a:cubicBezTo>
                      <a:pt x="41040" y="12311"/>
                      <a:pt x="41139" y="12511"/>
                      <a:pt x="41235" y="12714"/>
                    </a:cubicBezTo>
                    <a:lnTo>
                      <a:pt x="41643" y="12519"/>
                    </a:lnTo>
                    <a:cubicBezTo>
                      <a:pt x="41546" y="12313"/>
                      <a:pt x="41445" y="12108"/>
                      <a:pt x="41341" y="11905"/>
                    </a:cubicBezTo>
                    <a:close/>
                    <a:moveTo>
                      <a:pt x="1280" y="14480"/>
                    </a:moveTo>
                    <a:cubicBezTo>
                      <a:pt x="1202" y="14697"/>
                      <a:pt x="1129" y="14913"/>
                      <a:pt x="1058" y="15133"/>
                    </a:cubicBezTo>
                    <a:lnTo>
                      <a:pt x="1488" y="15272"/>
                    </a:lnTo>
                    <a:cubicBezTo>
                      <a:pt x="1557" y="15057"/>
                      <a:pt x="1630" y="14844"/>
                      <a:pt x="1706" y="14632"/>
                    </a:cubicBezTo>
                    <a:lnTo>
                      <a:pt x="1280" y="14480"/>
                    </a:lnTo>
                    <a:close/>
                    <a:moveTo>
                      <a:pt x="42661" y="15070"/>
                    </a:moveTo>
                    <a:lnTo>
                      <a:pt x="42230" y="15211"/>
                    </a:lnTo>
                    <a:cubicBezTo>
                      <a:pt x="42299" y="15424"/>
                      <a:pt x="42365" y="15639"/>
                      <a:pt x="42430" y="15853"/>
                    </a:cubicBezTo>
                    <a:lnTo>
                      <a:pt x="42862" y="15728"/>
                    </a:lnTo>
                    <a:cubicBezTo>
                      <a:pt x="42800" y="15506"/>
                      <a:pt x="42732" y="15288"/>
                      <a:pt x="42661" y="15070"/>
                    </a:cubicBezTo>
                    <a:close/>
                    <a:moveTo>
                      <a:pt x="379" y="17793"/>
                    </a:moveTo>
                    <a:cubicBezTo>
                      <a:pt x="338" y="18018"/>
                      <a:pt x="298" y="18244"/>
                      <a:pt x="264" y="18470"/>
                    </a:cubicBezTo>
                    <a:lnTo>
                      <a:pt x="710" y="18540"/>
                    </a:lnTo>
                    <a:cubicBezTo>
                      <a:pt x="744" y="18318"/>
                      <a:pt x="782" y="18097"/>
                      <a:pt x="824" y="17877"/>
                    </a:cubicBezTo>
                    <a:lnTo>
                      <a:pt x="379" y="17793"/>
                    </a:lnTo>
                    <a:close/>
                    <a:moveTo>
                      <a:pt x="43465" y="18406"/>
                    </a:moveTo>
                    <a:lnTo>
                      <a:pt x="43018" y="18477"/>
                    </a:lnTo>
                    <a:cubicBezTo>
                      <a:pt x="43052" y="18698"/>
                      <a:pt x="43085" y="18920"/>
                      <a:pt x="43114" y="19143"/>
                    </a:cubicBezTo>
                    <a:lnTo>
                      <a:pt x="43561" y="19086"/>
                    </a:lnTo>
                    <a:cubicBezTo>
                      <a:pt x="43533" y="18858"/>
                      <a:pt x="43500" y="18632"/>
                      <a:pt x="43465" y="18406"/>
                    </a:cubicBezTo>
                    <a:close/>
                    <a:moveTo>
                      <a:pt x="11" y="21203"/>
                    </a:moveTo>
                    <a:cubicBezTo>
                      <a:pt x="4" y="21424"/>
                      <a:pt x="1" y="21646"/>
                      <a:pt x="1" y="21869"/>
                    </a:cubicBezTo>
                    <a:lnTo>
                      <a:pt x="1" y="21890"/>
                    </a:lnTo>
                    <a:lnTo>
                      <a:pt x="454" y="21869"/>
                    </a:lnTo>
                    <a:cubicBezTo>
                      <a:pt x="454" y="21650"/>
                      <a:pt x="457" y="21432"/>
                      <a:pt x="462" y="21218"/>
                    </a:cubicBezTo>
                    <a:lnTo>
                      <a:pt x="11" y="21203"/>
                    </a:lnTo>
                    <a:close/>
                    <a:moveTo>
                      <a:pt x="43285" y="21826"/>
                    </a:moveTo>
                    <a:lnTo>
                      <a:pt x="43285" y="21869"/>
                    </a:lnTo>
                    <a:cubicBezTo>
                      <a:pt x="43285" y="22093"/>
                      <a:pt x="43282" y="22318"/>
                      <a:pt x="43274" y="22541"/>
                    </a:cubicBezTo>
                    <a:lnTo>
                      <a:pt x="43726" y="22556"/>
                    </a:lnTo>
                    <a:cubicBezTo>
                      <a:pt x="43733" y="22328"/>
                      <a:pt x="43736" y="22098"/>
                      <a:pt x="43736" y="21867"/>
                    </a:cubicBezTo>
                    <a:lnTo>
                      <a:pt x="43736" y="21826"/>
                    </a:lnTo>
                    <a:close/>
                    <a:moveTo>
                      <a:pt x="622" y="24573"/>
                    </a:moveTo>
                    <a:lnTo>
                      <a:pt x="173" y="24631"/>
                    </a:lnTo>
                    <a:cubicBezTo>
                      <a:pt x="202" y="24857"/>
                      <a:pt x="234" y="25085"/>
                      <a:pt x="270" y="25310"/>
                    </a:cubicBezTo>
                    <a:lnTo>
                      <a:pt x="716" y="25239"/>
                    </a:lnTo>
                    <a:cubicBezTo>
                      <a:pt x="682" y="25019"/>
                      <a:pt x="650" y="24796"/>
                      <a:pt x="622" y="24573"/>
                    </a:cubicBezTo>
                    <a:close/>
                    <a:moveTo>
                      <a:pt x="43024" y="25219"/>
                    </a:moveTo>
                    <a:cubicBezTo>
                      <a:pt x="42990" y="25440"/>
                      <a:pt x="42952" y="25662"/>
                      <a:pt x="42910" y="25881"/>
                    </a:cubicBezTo>
                    <a:lnTo>
                      <a:pt x="43355" y="25966"/>
                    </a:lnTo>
                    <a:cubicBezTo>
                      <a:pt x="43396" y="25741"/>
                      <a:pt x="43436" y="25515"/>
                      <a:pt x="43472" y="25288"/>
                    </a:cubicBezTo>
                    <a:lnTo>
                      <a:pt x="43024" y="25219"/>
                    </a:lnTo>
                    <a:close/>
                    <a:moveTo>
                      <a:pt x="1303" y="27864"/>
                    </a:moveTo>
                    <a:lnTo>
                      <a:pt x="868" y="27989"/>
                    </a:lnTo>
                    <a:cubicBezTo>
                      <a:pt x="933" y="28209"/>
                      <a:pt x="1000" y="28429"/>
                      <a:pt x="1071" y="28645"/>
                    </a:cubicBezTo>
                    <a:lnTo>
                      <a:pt x="1501" y="28507"/>
                    </a:lnTo>
                    <a:cubicBezTo>
                      <a:pt x="1432" y="28293"/>
                      <a:pt x="1365" y="28079"/>
                      <a:pt x="1303" y="27864"/>
                    </a:cubicBezTo>
                    <a:close/>
                    <a:moveTo>
                      <a:pt x="42243" y="28487"/>
                    </a:moveTo>
                    <a:cubicBezTo>
                      <a:pt x="42173" y="28700"/>
                      <a:pt x="42101" y="28913"/>
                      <a:pt x="42025" y="29124"/>
                    </a:cubicBezTo>
                    <a:lnTo>
                      <a:pt x="42451" y="29278"/>
                    </a:lnTo>
                    <a:cubicBezTo>
                      <a:pt x="42527" y="29062"/>
                      <a:pt x="42601" y="28844"/>
                      <a:pt x="42672" y="28626"/>
                    </a:cubicBezTo>
                    <a:lnTo>
                      <a:pt x="42243" y="28487"/>
                    </a:lnTo>
                    <a:close/>
                    <a:moveTo>
                      <a:pt x="2494" y="31005"/>
                    </a:moveTo>
                    <a:lnTo>
                      <a:pt x="2084" y="31198"/>
                    </a:lnTo>
                    <a:cubicBezTo>
                      <a:pt x="2182" y="31404"/>
                      <a:pt x="2282" y="31609"/>
                      <a:pt x="2386" y="31812"/>
                    </a:cubicBezTo>
                    <a:lnTo>
                      <a:pt x="2790" y="31608"/>
                    </a:lnTo>
                    <a:cubicBezTo>
                      <a:pt x="2687" y="31408"/>
                      <a:pt x="2590" y="31208"/>
                      <a:pt x="2494" y="31005"/>
                    </a:cubicBezTo>
                    <a:close/>
                    <a:moveTo>
                      <a:pt x="40956" y="31593"/>
                    </a:moveTo>
                    <a:cubicBezTo>
                      <a:pt x="40853" y="31793"/>
                      <a:pt x="40748" y="31991"/>
                      <a:pt x="40639" y="32189"/>
                    </a:cubicBezTo>
                    <a:lnTo>
                      <a:pt x="41035" y="32405"/>
                    </a:lnTo>
                    <a:cubicBezTo>
                      <a:pt x="41146" y="32206"/>
                      <a:pt x="41253" y="32002"/>
                      <a:pt x="41357" y="31798"/>
                    </a:cubicBezTo>
                    <a:lnTo>
                      <a:pt x="40956" y="31593"/>
                    </a:lnTo>
                    <a:close/>
                    <a:moveTo>
                      <a:pt x="4161" y="33917"/>
                    </a:moveTo>
                    <a:lnTo>
                      <a:pt x="3787" y="34173"/>
                    </a:lnTo>
                    <a:cubicBezTo>
                      <a:pt x="3916" y="34362"/>
                      <a:pt x="4048" y="34548"/>
                      <a:pt x="4182" y="34733"/>
                    </a:cubicBezTo>
                    <a:lnTo>
                      <a:pt x="4549" y="34467"/>
                    </a:lnTo>
                    <a:cubicBezTo>
                      <a:pt x="4417" y="34286"/>
                      <a:pt x="4288" y="34102"/>
                      <a:pt x="4161" y="33917"/>
                    </a:cubicBezTo>
                    <a:close/>
                    <a:moveTo>
                      <a:pt x="39196" y="34457"/>
                    </a:moveTo>
                    <a:cubicBezTo>
                      <a:pt x="39064" y="34639"/>
                      <a:pt x="38929" y="34818"/>
                      <a:pt x="38792" y="34996"/>
                    </a:cubicBezTo>
                    <a:lnTo>
                      <a:pt x="39149" y="35273"/>
                    </a:lnTo>
                    <a:lnTo>
                      <a:pt x="39149" y="35272"/>
                    </a:lnTo>
                    <a:cubicBezTo>
                      <a:pt x="39289" y="35092"/>
                      <a:pt x="39428" y="34908"/>
                      <a:pt x="39562" y="34723"/>
                    </a:cubicBezTo>
                    <a:lnTo>
                      <a:pt x="39196" y="34457"/>
                    </a:lnTo>
                    <a:close/>
                    <a:moveTo>
                      <a:pt x="6264" y="36537"/>
                    </a:moveTo>
                    <a:lnTo>
                      <a:pt x="5935" y="36846"/>
                    </a:lnTo>
                    <a:cubicBezTo>
                      <a:pt x="6092" y="37013"/>
                      <a:pt x="6251" y="37178"/>
                      <a:pt x="6413" y="37340"/>
                    </a:cubicBezTo>
                    <a:lnTo>
                      <a:pt x="6413" y="37339"/>
                    </a:lnTo>
                    <a:lnTo>
                      <a:pt x="6733" y="37020"/>
                    </a:lnTo>
                    <a:cubicBezTo>
                      <a:pt x="6574" y="36861"/>
                      <a:pt x="6418" y="36701"/>
                      <a:pt x="6264" y="36537"/>
                    </a:cubicBezTo>
                    <a:close/>
                    <a:moveTo>
                      <a:pt x="37012" y="37011"/>
                    </a:moveTo>
                    <a:cubicBezTo>
                      <a:pt x="36854" y="37170"/>
                      <a:pt x="36692" y="37327"/>
                      <a:pt x="36530" y="37481"/>
                    </a:cubicBezTo>
                    <a:lnTo>
                      <a:pt x="36839" y="37809"/>
                    </a:lnTo>
                    <a:cubicBezTo>
                      <a:pt x="37006" y="37652"/>
                      <a:pt x="37169" y="37494"/>
                      <a:pt x="37331" y="37332"/>
                    </a:cubicBezTo>
                    <a:lnTo>
                      <a:pt x="37012" y="37011"/>
                    </a:lnTo>
                    <a:close/>
                    <a:moveTo>
                      <a:pt x="8750" y="38797"/>
                    </a:moveTo>
                    <a:lnTo>
                      <a:pt x="8473" y="39154"/>
                    </a:lnTo>
                    <a:cubicBezTo>
                      <a:pt x="8654" y="39296"/>
                      <a:pt x="8838" y="39433"/>
                      <a:pt x="9023" y="39567"/>
                    </a:cubicBezTo>
                    <a:lnTo>
                      <a:pt x="9289" y="39202"/>
                    </a:lnTo>
                    <a:cubicBezTo>
                      <a:pt x="9107" y="39070"/>
                      <a:pt x="8927" y="38936"/>
                      <a:pt x="8750" y="38797"/>
                    </a:cubicBezTo>
                    <a:close/>
                    <a:moveTo>
                      <a:pt x="34458" y="39196"/>
                    </a:moveTo>
                    <a:cubicBezTo>
                      <a:pt x="34278" y="39328"/>
                      <a:pt x="34095" y="39457"/>
                      <a:pt x="33910" y="39582"/>
                    </a:cubicBezTo>
                    <a:lnTo>
                      <a:pt x="34164" y="39955"/>
                    </a:lnTo>
                    <a:cubicBezTo>
                      <a:pt x="34353" y="39827"/>
                      <a:pt x="34539" y="39694"/>
                      <a:pt x="34724" y="39561"/>
                    </a:cubicBezTo>
                    <a:lnTo>
                      <a:pt x="34458" y="39196"/>
                    </a:lnTo>
                    <a:close/>
                    <a:moveTo>
                      <a:pt x="11559" y="40644"/>
                    </a:moveTo>
                    <a:lnTo>
                      <a:pt x="11341" y="41041"/>
                    </a:lnTo>
                    <a:cubicBezTo>
                      <a:pt x="11542" y="41152"/>
                      <a:pt x="11744" y="41259"/>
                      <a:pt x="11949" y="41363"/>
                    </a:cubicBezTo>
                    <a:lnTo>
                      <a:pt x="12155" y="40960"/>
                    </a:lnTo>
                    <a:cubicBezTo>
                      <a:pt x="11954" y="40858"/>
                      <a:pt x="11755" y="40753"/>
                      <a:pt x="11559" y="40644"/>
                    </a:cubicBezTo>
                    <a:close/>
                    <a:moveTo>
                      <a:pt x="31597" y="40952"/>
                    </a:moveTo>
                    <a:cubicBezTo>
                      <a:pt x="31399" y="41054"/>
                      <a:pt x="31197" y="41153"/>
                      <a:pt x="30996" y="41249"/>
                    </a:cubicBezTo>
                    <a:lnTo>
                      <a:pt x="31189" y="41657"/>
                    </a:lnTo>
                    <a:cubicBezTo>
                      <a:pt x="31395" y="41560"/>
                      <a:pt x="31600" y="41459"/>
                      <a:pt x="31803" y="41355"/>
                    </a:cubicBezTo>
                    <a:lnTo>
                      <a:pt x="31597" y="40952"/>
                    </a:lnTo>
                    <a:close/>
                    <a:moveTo>
                      <a:pt x="14623" y="42027"/>
                    </a:moveTo>
                    <a:lnTo>
                      <a:pt x="14470" y="42453"/>
                    </a:lnTo>
                    <a:cubicBezTo>
                      <a:pt x="14686" y="42531"/>
                      <a:pt x="14904" y="42605"/>
                      <a:pt x="15122" y="42676"/>
                    </a:cubicBezTo>
                    <a:lnTo>
                      <a:pt x="15261" y="42245"/>
                    </a:lnTo>
                    <a:cubicBezTo>
                      <a:pt x="15048" y="42176"/>
                      <a:pt x="14835" y="42103"/>
                      <a:pt x="14623" y="42027"/>
                    </a:cubicBezTo>
                    <a:close/>
                    <a:moveTo>
                      <a:pt x="28496" y="42240"/>
                    </a:moveTo>
                    <a:cubicBezTo>
                      <a:pt x="28283" y="42310"/>
                      <a:pt x="28070" y="42374"/>
                      <a:pt x="27853" y="42437"/>
                    </a:cubicBezTo>
                    <a:lnTo>
                      <a:pt x="27979" y="42871"/>
                    </a:lnTo>
                    <a:cubicBezTo>
                      <a:pt x="28200" y="42807"/>
                      <a:pt x="28418" y="42741"/>
                      <a:pt x="28636" y="42670"/>
                    </a:cubicBezTo>
                    <a:lnTo>
                      <a:pt x="28496" y="42240"/>
                    </a:lnTo>
                    <a:close/>
                    <a:moveTo>
                      <a:pt x="17866" y="42911"/>
                    </a:moveTo>
                    <a:lnTo>
                      <a:pt x="17782" y="43355"/>
                    </a:lnTo>
                    <a:cubicBezTo>
                      <a:pt x="18007" y="43398"/>
                      <a:pt x="18233" y="43436"/>
                      <a:pt x="18460" y="43473"/>
                    </a:cubicBezTo>
                    <a:lnTo>
                      <a:pt x="18529" y="43025"/>
                    </a:lnTo>
                    <a:cubicBezTo>
                      <a:pt x="18308" y="42990"/>
                      <a:pt x="18086" y="42952"/>
                      <a:pt x="17866" y="42911"/>
                    </a:cubicBezTo>
                    <a:close/>
                    <a:moveTo>
                      <a:pt x="25230" y="43022"/>
                    </a:moveTo>
                    <a:cubicBezTo>
                      <a:pt x="25008" y="43056"/>
                      <a:pt x="24787" y="43088"/>
                      <a:pt x="24562" y="43116"/>
                    </a:cubicBezTo>
                    <a:lnTo>
                      <a:pt x="24620" y="43565"/>
                    </a:lnTo>
                    <a:cubicBezTo>
                      <a:pt x="24848" y="43537"/>
                      <a:pt x="25074" y="43504"/>
                      <a:pt x="25299" y="43469"/>
                    </a:cubicBezTo>
                    <a:lnTo>
                      <a:pt x="25230" y="43022"/>
                    </a:lnTo>
                    <a:close/>
                    <a:moveTo>
                      <a:pt x="21207" y="43274"/>
                    </a:moveTo>
                    <a:lnTo>
                      <a:pt x="21194" y="43727"/>
                    </a:lnTo>
                    <a:cubicBezTo>
                      <a:pt x="21410" y="43734"/>
                      <a:pt x="21628" y="43737"/>
                      <a:pt x="21856" y="43737"/>
                    </a:cubicBezTo>
                    <a:lnTo>
                      <a:pt x="21856" y="43735"/>
                    </a:lnTo>
                    <a:lnTo>
                      <a:pt x="21878" y="43735"/>
                    </a:lnTo>
                    <a:lnTo>
                      <a:pt x="21878" y="43674"/>
                    </a:lnTo>
                    <a:lnTo>
                      <a:pt x="21869" y="43284"/>
                    </a:lnTo>
                    <a:cubicBezTo>
                      <a:pt x="21648" y="43284"/>
                      <a:pt x="21427" y="43281"/>
                      <a:pt x="21207" y="4327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314;p58">
                <a:extLst>
                  <a:ext uri="{FF2B5EF4-FFF2-40B4-BE49-F238E27FC236}">
                    <a16:creationId xmlns:a16="http://schemas.microsoft.com/office/drawing/2014/main" id="{651CE621-7AE5-0324-39BD-1BB6F74E9582}"/>
                  </a:ext>
                </a:extLst>
              </p:cNvPr>
              <p:cNvSpPr/>
              <p:nvPr/>
            </p:nvSpPr>
            <p:spPr>
              <a:xfrm>
                <a:off x="4015100" y="1891050"/>
                <a:ext cx="314250" cy="635550"/>
              </a:xfrm>
              <a:custGeom>
                <a:avLst/>
                <a:gdLst/>
                <a:ahLst/>
                <a:cxnLst/>
                <a:rect l="l" t="t" r="r" b="b"/>
                <a:pathLst>
                  <a:path w="12570" h="25422" extrusionOk="0">
                    <a:moveTo>
                      <a:pt x="11291" y="1"/>
                    </a:moveTo>
                    <a:lnTo>
                      <a:pt x="10868" y="161"/>
                    </a:lnTo>
                    <a:cubicBezTo>
                      <a:pt x="11697" y="2351"/>
                      <a:pt x="12117" y="4659"/>
                      <a:pt x="12117" y="7024"/>
                    </a:cubicBezTo>
                    <a:cubicBezTo>
                      <a:pt x="12117" y="14965"/>
                      <a:pt x="7360" y="22023"/>
                      <a:pt x="0" y="25003"/>
                    </a:cubicBezTo>
                    <a:lnTo>
                      <a:pt x="169" y="25421"/>
                    </a:lnTo>
                    <a:cubicBezTo>
                      <a:pt x="7702" y="22373"/>
                      <a:pt x="12569" y="15150"/>
                      <a:pt x="12569" y="7024"/>
                    </a:cubicBezTo>
                    <a:cubicBezTo>
                      <a:pt x="12569" y="4605"/>
                      <a:pt x="12140" y="2242"/>
                      <a:pt x="112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315;p58">
                <a:extLst>
                  <a:ext uri="{FF2B5EF4-FFF2-40B4-BE49-F238E27FC236}">
                    <a16:creationId xmlns:a16="http://schemas.microsoft.com/office/drawing/2014/main" id="{E64ED757-DEA8-0D42-5066-9730025796A9}"/>
                  </a:ext>
                </a:extLst>
              </p:cNvPr>
              <p:cNvSpPr/>
              <p:nvPr/>
            </p:nvSpPr>
            <p:spPr>
              <a:xfrm>
                <a:off x="3650025" y="1570625"/>
                <a:ext cx="518400" cy="138650"/>
              </a:xfrm>
              <a:custGeom>
                <a:avLst/>
                <a:gdLst/>
                <a:ahLst/>
                <a:cxnLst/>
                <a:rect l="l" t="t" r="r" b="b"/>
                <a:pathLst>
                  <a:path w="20736" h="5546" extrusionOk="0">
                    <a:moveTo>
                      <a:pt x="7332" y="1"/>
                    </a:moveTo>
                    <a:cubicBezTo>
                      <a:pt x="4800" y="1"/>
                      <a:pt x="2333" y="470"/>
                      <a:pt x="1" y="1398"/>
                    </a:cubicBezTo>
                    <a:lnTo>
                      <a:pt x="167" y="1818"/>
                    </a:lnTo>
                    <a:cubicBezTo>
                      <a:pt x="2447" y="913"/>
                      <a:pt x="4858" y="452"/>
                      <a:pt x="7332" y="452"/>
                    </a:cubicBezTo>
                    <a:cubicBezTo>
                      <a:pt x="12196" y="452"/>
                      <a:pt x="16847" y="2261"/>
                      <a:pt x="20430" y="5545"/>
                    </a:cubicBezTo>
                    <a:lnTo>
                      <a:pt x="20736" y="5211"/>
                    </a:lnTo>
                    <a:cubicBezTo>
                      <a:pt x="17070" y="1851"/>
                      <a:pt x="12310" y="1"/>
                      <a:pt x="73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316;p58">
                <a:extLst>
                  <a:ext uri="{FF2B5EF4-FFF2-40B4-BE49-F238E27FC236}">
                    <a16:creationId xmlns:a16="http://schemas.microsoft.com/office/drawing/2014/main" id="{6E3E8DD8-F315-BE52-C498-E4B359C4166B}"/>
                  </a:ext>
                </a:extLst>
              </p:cNvPr>
              <p:cNvSpPr/>
              <p:nvPr/>
            </p:nvSpPr>
            <p:spPr>
              <a:xfrm>
                <a:off x="3337275" y="1724525"/>
                <a:ext cx="376225" cy="822850"/>
              </a:xfrm>
              <a:custGeom>
                <a:avLst/>
                <a:gdLst/>
                <a:ahLst/>
                <a:cxnLst/>
                <a:rect l="l" t="t" r="r" b="b"/>
                <a:pathLst>
                  <a:path w="15049" h="32914" extrusionOk="0">
                    <a:moveTo>
                      <a:pt x="5476" y="0"/>
                    </a:moveTo>
                    <a:cubicBezTo>
                      <a:pt x="1945" y="3704"/>
                      <a:pt x="1" y="8565"/>
                      <a:pt x="1" y="13685"/>
                    </a:cubicBezTo>
                    <a:cubicBezTo>
                      <a:pt x="1" y="22769"/>
                      <a:pt x="6143" y="30676"/>
                      <a:pt x="14936" y="32913"/>
                    </a:cubicBezTo>
                    <a:lnTo>
                      <a:pt x="15048" y="32475"/>
                    </a:lnTo>
                    <a:cubicBezTo>
                      <a:pt x="6456" y="30290"/>
                      <a:pt x="454" y="22563"/>
                      <a:pt x="454" y="13685"/>
                    </a:cubicBezTo>
                    <a:cubicBezTo>
                      <a:pt x="454" y="8682"/>
                      <a:pt x="2354" y="3932"/>
                      <a:pt x="5803" y="313"/>
                    </a:cubicBezTo>
                    <a:lnTo>
                      <a:pt x="547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317;p58">
                <a:extLst>
                  <a:ext uri="{FF2B5EF4-FFF2-40B4-BE49-F238E27FC236}">
                    <a16:creationId xmlns:a16="http://schemas.microsoft.com/office/drawing/2014/main" id="{9CC947D7-4C9C-EBD7-8ADF-B907FE06CAA2}"/>
                  </a:ext>
                </a:extLst>
              </p:cNvPr>
              <p:cNvSpPr/>
              <p:nvPr/>
            </p:nvSpPr>
            <p:spPr>
              <a:xfrm>
                <a:off x="3383450" y="1683375"/>
                <a:ext cx="279575" cy="790175"/>
              </a:xfrm>
              <a:custGeom>
                <a:avLst/>
                <a:gdLst/>
                <a:ahLst/>
                <a:cxnLst/>
                <a:rect l="l" t="t" r="r" b="b"/>
                <a:pathLst>
                  <a:path w="11183" h="31607" extrusionOk="0">
                    <a:moveTo>
                      <a:pt x="8567" y="1"/>
                    </a:moveTo>
                    <a:cubicBezTo>
                      <a:pt x="3203" y="3307"/>
                      <a:pt x="1" y="9038"/>
                      <a:pt x="1" y="15331"/>
                    </a:cubicBezTo>
                    <a:cubicBezTo>
                      <a:pt x="1" y="22256"/>
                      <a:pt x="4049" y="28645"/>
                      <a:pt x="10313" y="31607"/>
                    </a:cubicBezTo>
                    <a:lnTo>
                      <a:pt x="11182" y="29766"/>
                    </a:lnTo>
                    <a:cubicBezTo>
                      <a:pt x="5626" y="27140"/>
                      <a:pt x="2036" y="21473"/>
                      <a:pt x="2036" y="15331"/>
                    </a:cubicBezTo>
                    <a:cubicBezTo>
                      <a:pt x="2036" y="9750"/>
                      <a:pt x="4876" y="4666"/>
                      <a:pt x="9634" y="1734"/>
                    </a:cubicBezTo>
                    <a:lnTo>
                      <a:pt x="856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318;p58">
                <a:extLst>
                  <a:ext uri="{FF2B5EF4-FFF2-40B4-BE49-F238E27FC236}">
                    <a16:creationId xmlns:a16="http://schemas.microsoft.com/office/drawing/2014/main" id="{B730A4CF-B8A0-CC72-0394-44C7CBD0BE56}"/>
                  </a:ext>
                </a:extLst>
              </p:cNvPr>
              <p:cNvSpPr/>
              <p:nvPr/>
            </p:nvSpPr>
            <p:spPr>
              <a:xfrm>
                <a:off x="3833325" y="1616775"/>
                <a:ext cx="449850" cy="843600"/>
              </a:xfrm>
              <a:custGeom>
                <a:avLst/>
                <a:gdLst/>
                <a:ahLst/>
                <a:cxnLst/>
                <a:rect l="l" t="t" r="r" b="b"/>
                <a:pathLst>
                  <a:path w="17994" h="33744" extrusionOk="0">
                    <a:moveTo>
                      <a:pt x="0" y="0"/>
                    </a:moveTo>
                    <a:lnTo>
                      <a:pt x="0" y="2035"/>
                    </a:lnTo>
                    <a:cubicBezTo>
                      <a:pt x="8799" y="2035"/>
                      <a:pt x="15960" y="9196"/>
                      <a:pt x="15960" y="17995"/>
                    </a:cubicBezTo>
                    <a:cubicBezTo>
                      <a:pt x="15960" y="23797"/>
                      <a:pt x="12802" y="29149"/>
                      <a:pt x="7722" y="31965"/>
                    </a:cubicBezTo>
                    <a:lnTo>
                      <a:pt x="8707" y="33744"/>
                    </a:lnTo>
                    <a:cubicBezTo>
                      <a:pt x="14436" y="30572"/>
                      <a:pt x="17993" y="24537"/>
                      <a:pt x="17993" y="17995"/>
                    </a:cubicBezTo>
                    <a:cubicBezTo>
                      <a:pt x="17993" y="8072"/>
                      <a:pt x="9921" y="0"/>
                      <a:pt x="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319;p58">
                <a:extLst>
                  <a:ext uri="{FF2B5EF4-FFF2-40B4-BE49-F238E27FC236}">
                    <a16:creationId xmlns:a16="http://schemas.microsoft.com/office/drawing/2014/main" id="{7B8030D1-022C-D76C-3E96-A03C5517BA95}"/>
                  </a:ext>
                </a:extLst>
              </p:cNvPr>
              <p:cNvSpPr/>
              <p:nvPr/>
            </p:nvSpPr>
            <p:spPr>
              <a:xfrm>
                <a:off x="3473875" y="1707175"/>
                <a:ext cx="718925" cy="718925"/>
              </a:xfrm>
              <a:custGeom>
                <a:avLst/>
                <a:gdLst/>
                <a:ahLst/>
                <a:cxnLst/>
                <a:rect l="l" t="t" r="r" b="b"/>
                <a:pathLst>
                  <a:path w="28757" h="28757" extrusionOk="0">
                    <a:moveTo>
                      <a:pt x="14342" y="1"/>
                    </a:moveTo>
                    <a:lnTo>
                      <a:pt x="14342" y="452"/>
                    </a:lnTo>
                    <a:lnTo>
                      <a:pt x="14378" y="452"/>
                    </a:lnTo>
                    <a:cubicBezTo>
                      <a:pt x="14950" y="452"/>
                      <a:pt x="15525" y="488"/>
                      <a:pt x="16088" y="556"/>
                    </a:cubicBezTo>
                    <a:lnTo>
                      <a:pt x="16143" y="108"/>
                    </a:lnTo>
                    <a:cubicBezTo>
                      <a:pt x="15563" y="37"/>
                      <a:pt x="14970" y="1"/>
                      <a:pt x="14375" y="1"/>
                    </a:cubicBezTo>
                    <a:close/>
                    <a:moveTo>
                      <a:pt x="11649" y="258"/>
                    </a:moveTo>
                    <a:cubicBezTo>
                      <a:pt x="11059" y="372"/>
                      <a:pt x="10471" y="524"/>
                      <a:pt x="9901" y="711"/>
                    </a:cubicBezTo>
                    <a:lnTo>
                      <a:pt x="10042" y="1140"/>
                    </a:lnTo>
                    <a:cubicBezTo>
                      <a:pt x="10594" y="960"/>
                      <a:pt x="11163" y="813"/>
                      <a:pt x="11735" y="703"/>
                    </a:cubicBezTo>
                    <a:lnTo>
                      <a:pt x="11649" y="258"/>
                    </a:lnTo>
                    <a:close/>
                    <a:moveTo>
                      <a:pt x="18785" y="688"/>
                    </a:moveTo>
                    <a:lnTo>
                      <a:pt x="18646" y="1119"/>
                    </a:lnTo>
                    <a:cubicBezTo>
                      <a:pt x="19199" y="1296"/>
                      <a:pt x="19748" y="1512"/>
                      <a:pt x="20273" y="1758"/>
                    </a:cubicBezTo>
                    <a:lnTo>
                      <a:pt x="20465" y="1349"/>
                    </a:lnTo>
                    <a:cubicBezTo>
                      <a:pt x="19921" y="1094"/>
                      <a:pt x="19356" y="871"/>
                      <a:pt x="18785" y="688"/>
                    </a:cubicBezTo>
                    <a:close/>
                    <a:moveTo>
                      <a:pt x="7422" y="1791"/>
                    </a:moveTo>
                    <a:cubicBezTo>
                      <a:pt x="6898" y="2082"/>
                      <a:pt x="6386" y="2409"/>
                      <a:pt x="5902" y="2763"/>
                    </a:cubicBezTo>
                    <a:lnTo>
                      <a:pt x="6168" y="3128"/>
                    </a:lnTo>
                    <a:cubicBezTo>
                      <a:pt x="6637" y="2786"/>
                      <a:pt x="7132" y="2469"/>
                      <a:pt x="7641" y="2188"/>
                    </a:cubicBezTo>
                    <a:lnTo>
                      <a:pt x="7422" y="1791"/>
                    </a:lnTo>
                    <a:close/>
                    <a:moveTo>
                      <a:pt x="22797" y="2721"/>
                    </a:moveTo>
                    <a:lnTo>
                      <a:pt x="22531" y="3088"/>
                    </a:lnTo>
                    <a:cubicBezTo>
                      <a:pt x="23002" y="3429"/>
                      <a:pt x="23457" y="3802"/>
                      <a:pt x="23881" y="4198"/>
                    </a:cubicBezTo>
                    <a:lnTo>
                      <a:pt x="24190" y="3868"/>
                    </a:lnTo>
                    <a:cubicBezTo>
                      <a:pt x="23752" y="3458"/>
                      <a:pt x="23283" y="3072"/>
                      <a:pt x="22797" y="2721"/>
                    </a:cubicBezTo>
                    <a:close/>
                    <a:moveTo>
                      <a:pt x="3876" y="4557"/>
                    </a:moveTo>
                    <a:cubicBezTo>
                      <a:pt x="3466" y="4996"/>
                      <a:pt x="3080" y="5464"/>
                      <a:pt x="2728" y="5950"/>
                    </a:cubicBezTo>
                    <a:lnTo>
                      <a:pt x="3095" y="6216"/>
                    </a:lnTo>
                    <a:cubicBezTo>
                      <a:pt x="3435" y="5745"/>
                      <a:pt x="3810" y="5290"/>
                      <a:pt x="4207" y="4866"/>
                    </a:cubicBezTo>
                    <a:lnTo>
                      <a:pt x="3876" y="4557"/>
                    </a:lnTo>
                    <a:close/>
                    <a:moveTo>
                      <a:pt x="25986" y="5892"/>
                    </a:moveTo>
                    <a:lnTo>
                      <a:pt x="25621" y="6159"/>
                    </a:lnTo>
                    <a:cubicBezTo>
                      <a:pt x="25964" y="6629"/>
                      <a:pt x="26282" y="7123"/>
                      <a:pt x="26563" y="7631"/>
                    </a:cubicBezTo>
                    <a:lnTo>
                      <a:pt x="26959" y="7412"/>
                    </a:lnTo>
                    <a:cubicBezTo>
                      <a:pt x="26668" y="6886"/>
                      <a:pt x="26341" y="6376"/>
                      <a:pt x="25986" y="5892"/>
                    </a:cubicBezTo>
                    <a:close/>
                    <a:moveTo>
                      <a:pt x="1353" y="8281"/>
                    </a:moveTo>
                    <a:cubicBezTo>
                      <a:pt x="1097" y="8824"/>
                      <a:pt x="876" y="9389"/>
                      <a:pt x="691" y="9961"/>
                    </a:cubicBezTo>
                    <a:lnTo>
                      <a:pt x="1122" y="10100"/>
                    </a:lnTo>
                    <a:cubicBezTo>
                      <a:pt x="1301" y="9546"/>
                      <a:pt x="1515" y="8999"/>
                      <a:pt x="1763" y="8472"/>
                    </a:cubicBezTo>
                    <a:lnTo>
                      <a:pt x="1353" y="8281"/>
                    </a:lnTo>
                    <a:close/>
                    <a:moveTo>
                      <a:pt x="28043" y="9890"/>
                    </a:moveTo>
                    <a:lnTo>
                      <a:pt x="27612" y="10030"/>
                    </a:lnTo>
                    <a:cubicBezTo>
                      <a:pt x="27793" y="10584"/>
                      <a:pt x="27942" y="11152"/>
                      <a:pt x="28051" y="11722"/>
                    </a:cubicBezTo>
                    <a:lnTo>
                      <a:pt x="28495" y="11638"/>
                    </a:lnTo>
                    <a:cubicBezTo>
                      <a:pt x="28381" y="11048"/>
                      <a:pt x="28229" y="10460"/>
                      <a:pt x="28043" y="9890"/>
                    </a:cubicBezTo>
                    <a:close/>
                    <a:moveTo>
                      <a:pt x="108" y="12601"/>
                    </a:moveTo>
                    <a:cubicBezTo>
                      <a:pt x="37" y="13186"/>
                      <a:pt x="0" y="13784"/>
                      <a:pt x="0" y="14379"/>
                    </a:cubicBezTo>
                    <a:lnTo>
                      <a:pt x="0" y="14402"/>
                    </a:lnTo>
                    <a:lnTo>
                      <a:pt x="451" y="14402"/>
                    </a:lnTo>
                    <a:lnTo>
                      <a:pt x="451" y="14379"/>
                    </a:lnTo>
                    <a:cubicBezTo>
                      <a:pt x="451" y="13802"/>
                      <a:pt x="488" y="13224"/>
                      <a:pt x="557" y="12657"/>
                    </a:cubicBezTo>
                    <a:lnTo>
                      <a:pt x="108" y="12601"/>
                    </a:lnTo>
                    <a:close/>
                    <a:moveTo>
                      <a:pt x="28304" y="14329"/>
                    </a:moveTo>
                    <a:lnTo>
                      <a:pt x="28304" y="14379"/>
                    </a:lnTo>
                    <a:cubicBezTo>
                      <a:pt x="28304" y="14962"/>
                      <a:pt x="28267" y="15548"/>
                      <a:pt x="28196" y="16123"/>
                    </a:cubicBezTo>
                    <a:lnTo>
                      <a:pt x="28644" y="16179"/>
                    </a:lnTo>
                    <a:cubicBezTo>
                      <a:pt x="28718" y="15586"/>
                      <a:pt x="28756" y="14980"/>
                      <a:pt x="28756" y="14379"/>
                    </a:cubicBezTo>
                    <a:lnTo>
                      <a:pt x="28756" y="14329"/>
                    </a:lnTo>
                    <a:close/>
                    <a:moveTo>
                      <a:pt x="701" y="17010"/>
                    </a:moveTo>
                    <a:lnTo>
                      <a:pt x="256" y="17095"/>
                    </a:lnTo>
                    <a:cubicBezTo>
                      <a:pt x="369" y="17684"/>
                      <a:pt x="521" y="18272"/>
                      <a:pt x="706" y="18842"/>
                    </a:cubicBezTo>
                    <a:lnTo>
                      <a:pt x="1137" y="18702"/>
                    </a:lnTo>
                    <a:cubicBezTo>
                      <a:pt x="957" y="18150"/>
                      <a:pt x="810" y="17580"/>
                      <a:pt x="701" y="17010"/>
                    </a:cubicBezTo>
                    <a:close/>
                    <a:moveTo>
                      <a:pt x="27626" y="18681"/>
                    </a:moveTo>
                    <a:cubicBezTo>
                      <a:pt x="27448" y="19234"/>
                      <a:pt x="27232" y="19781"/>
                      <a:pt x="26984" y="20306"/>
                    </a:cubicBezTo>
                    <a:lnTo>
                      <a:pt x="27392" y="20499"/>
                    </a:lnTo>
                    <a:cubicBezTo>
                      <a:pt x="27648" y="19956"/>
                      <a:pt x="27871" y="19391"/>
                      <a:pt x="28058" y="18819"/>
                    </a:cubicBezTo>
                    <a:lnTo>
                      <a:pt x="27626" y="18681"/>
                    </a:lnTo>
                    <a:close/>
                    <a:moveTo>
                      <a:pt x="2181" y="21106"/>
                    </a:moveTo>
                    <a:lnTo>
                      <a:pt x="1786" y="21324"/>
                    </a:lnTo>
                    <a:cubicBezTo>
                      <a:pt x="2075" y="21848"/>
                      <a:pt x="2403" y="22360"/>
                      <a:pt x="2756" y="22845"/>
                    </a:cubicBezTo>
                    <a:lnTo>
                      <a:pt x="3121" y="22578"/>
                    </a:lnTo>
                    <a:cubicBezTo>
                      <a:pt x="2778" y="22109"/>
                      <a:pt x="2462" y="21613"/>
                      <a:pt x="2181" y="21106"/>
                    </a:cubicBezTo>
                    <a:close/>
                    <a:moveTo>
                      <a:pt x="25647" y="22561"/>
                    </a:moveTo>
                    <a:cubicBezTo>
                      <a:pt x="25307" y="23030"/>
                      <a:pt x="24932" y="23483"/>
                      <a:pt x="24534" y="23908"/>
                    </a:cubicBezTo>
                    <a:lnTo>
                      <a:pt x="24863" y="24217"/>
                    </a:lnTo>
                    <a:cubicBezTo>
                      <a:pt x="25274" y="23781"/>
                      <a:pt x="25660" y="23311"/>
                      <a:pt x="26014" y="22827"/>
                    </a:cubicBezTo>
                    <a:lnTo>
                      <a:pt x="25647" y="22561"/>
                    </a:lnTo>
                    <a:close/>
                    <a:moveTo>
                      <a:pt x="4858" y="24542"/>
                    </a:moveTo>
                    <a:lnTo>
                      <a:pt x="4549" y="24871"/>
                    </a:lnTo>
                    <a:cubicBezTo>
                      <a:pt x="4985" y="25282"/>
                      <a:pt x="5454" y="25669"/>
                      <a:pt x="5940" y="26021"/>
                    </a:cubicBezTo>
                    <a:lnTo>
                      <a:pt x="6206" y="25656"/>
                    </a:lnTo>
                    <a:cubicBezTo>
                      <a:pt x="5735" y="25314"/>
                      <a:pt x="5280" y="24939"/>
                      <a:pt x="4858" y="24542"/>
                    </a:cubicBezTo>
                    <a:close/>
                    <a:moveTo>
                      <a:pt x="22569" y="25642"/>
                    </a:moveTo>
                    <a:cubicBezTo>
                      <a:pt x="22099" y="25984"/>
                      <a:pt x="21603" y="26302"/>
                      <a:pt x="21094" y="26581"/>
                    </a:cubicBezTo>
                    <a:lnTo>
                      <a:pt x="21314" y="26977"/>
                    </a:lnTo>
                    <a:cubicBezTo>
                      <a:pt x="21838" y="26688"/>
                      <a:pt x="22350" y="26363"/>
                      <a:pt x="22835" y="26008"/>
                    </a:cubicBezTo>
                    <a:lnTo>
                      <a:pt x="22569" y="25642"/>
                    </a:lnTo>
                    <a:close/>
                    <a:moveTo>
                      <a:pt x="8461" y="26989"/>
                    </a:moveTo>
                    <a:lnTo>
                      <a:pt x="8269" y="27397"/>
                    </a:lnTo>
                    <a:cubicBezTo>
                      <a:pt x="8813" y="27653"/>
                      <a:pt x="9378" y="27876"/>
                      <a:pt x="9948" y="28061"/>
                    </a:cubicBezTo>
                    <a:lnTo>
                      <a:pt x="10088" y="27631"/>
                    </a:lnTo>
                    <a:cubicBezTo>
                      <a:pt x="9535" y="27451"/>
                      <a:pt x="8988" y="27237"/>
                      <a:pt x="8461" y="26989"/>
                    </a:cubicBezTo>
                    <a:close/>
                    <a:moveTo>
                      <a:pt x="18692" y="27623"/>
                    </a:moveTo>
                    <a:cubicBezTo>
                      <a:pt x="18139" y="27803"/>
                      <a:pt x="17569" y="27950"/>
                      <a:pt x="16999" y="28058"/>
                    </a:cubicBezTo>
                    <a:lnTo>
                      <a:pt x="17083" y="28502"/>
                    </a:lnTo>
                    <a:cubicBezTo>
                      <a:pt x="17673" y="28390"/>
                      <a:pt x="18261" y="28239"/>
                      <a:pt x="18831" y="28054"/>
                    </a:cubicBezTo>
                    <a:lnTo>
                      <a:pt x="18692" y="27623"/>
                    </a:lnTo>
                    <a:close/>
                    <a:moveTo>
                      <a:pt x="12645" y="28198"/>
                    </a:moveTo>
                    <a:lnTo>
                      <a:pt x="12589" y="28646"/>
                    </a:lnTo>
                    <a:cubicBezTo>
                      <a:pt x="13179" y="28720"/>
                      <a:pt x="13780" y="28757"/>
                      <a:pt x="14378" y="28757"/>
                    </a:cubicBezTo>
                    <a:lnTo>
                      <a:pt x="14390" y="28757"/>
                    </a:lnTo>
                    <a:lnTo>
                      <a:pt x="14378" y="28304"/>
                    </a:lnTo>
                    <a:cubicBezTo>
                      <a:pt x="13799" y="28304"/>
                      <a:pt x="13215" y="28268"/>
                      <a:pt x="12645" y="2819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320;p58">
                <a:extLst>
                  <a:ext uri="{FF2B5EF4-FFF2-40B4-BE49-F238E27FC236}">
                    <a16:creationId xmlns:a16="http://schemas.microsoft.com/office/drawing/2014/main" id="{A7FBC861-E888-57A0-ADBC-074F58B779DA}"/>
                  </a:ext>
                </a:extLst>
              </p:cNvPr>
              <p:cNvSpPr/>
              <p:nvPr/>
            </p:nvSpPr>
            <p:spPr>
              <a:xfrm>
                <a:off x="3733550" y="1966850"/>
                <a:ext cx="199550" cy="199550"/>
              </a:xfrm>
              <a:custGeom>
                <a:avLst/>
                <a:gdLst/>
                <a:ahLst/>
                <a:cxnLst/>
                <a:rect l="l" t="t" r="r" b="b"/>
                <a:pathLst>
                  <a:path w="7982" h="7982" extrusionOk="0">
                    <a:moveTo>
                      <a:pt x="3991" y="795"/>
                    </a:moveTo>
                    <a:cubicBezTo>
                      <a:pt x="5754" y="795"/>
                      <a:pt x="7188" y="2229"/>
                      <a:pt x="7188" y="3992"/>
                    </a:cubicBezTo>
                    <a:cubicBezTo>
                      <a:pt x="7188" y="5754"/>
                      <a:pt x="5754" y="7188"/>
                      <a:pt x="3991" y="7188"/>
                    </a:cubicBezTo>
                    <a:cubicBezTo>
                      <a:pt x="2229" y="7188"/>
                      <a:pt x="795" y="5754"/>
                      <a:pt x="795" y="3992"/>
                    </a:cubicBezTo>
                    <a:cubicBezTo>
                      <a:pt x="795" y="2229"/>
                      <a:pt x="2229" y="795"/>
                      <a:pt x="3991" y="795"/>
                    </a:cubicBezTo>
                    <a:close/>
                    <a:moveTo>
                      <a:pt x="3991" y="0"/>
                    </a:moveTo>
                    <a:cubicBezTo>
                      <a:pt x="1791" y="0"/>
                      <a:pt x="0" y="1791"/>
                      <a:pt x="0" y="3992"/>
                    </a:cubicBezTo>
                    <a:cubicBezTo>
                      <a:pt x="0" y="6192"/>
                      <a:pt x="1791" y="7981"/>
                      <a:pt x="3991" y="7981"/>
                    </a:cubicBezTo>
                    <a:cubicBezTo>
                      <a:pt x="6192" y="7981"/>
                      <a:pt x="7981" y="6192"/>
                      <a:pt x="7981" y="3992"/>
                    </a:cubicBezTo>
                    <a:cubicBezTo>
                      <a:pt x="7981" y="1791"/>
                      <a:pt x="6192" y="0"/>
                      <a:pt x="399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321;p58">
                <a:extLst>
                  <a:ext uri="{FF2B5EF4-FFF2-40B4-BE49-F238E27FC236}">
                    <a16:creationId xmlns:a16="http://schemas.microsoft.com/office/drawing/2014/main" id="{0A24DE79-5366-66A3-7FAE-6A65E3BDA2DA}"/>
                  </a:ext>
                </a:extLst>
              </p:cNvPr>
              <p:cNvSpPr/>
              <p:nvPr/>
            </p:nvSpPr>
            <p:spPr>
              <a:xfrm>
                <a:off x="3643825" y="1877125"/>
                <a:ext cx="379025" cy="379025"/>
              </a:xfrm>
              <a:custGeom>
                <a:avLst/>
                <a:gdLst/>
                <a:ahLst/>
                <a:cxnLst/>
                <a:rect l="l" t="t" r="r" b="b"/>
                <a:pathLst>
                  <a:path w="15161" h="15161" extrusionOk="0">
                    <a:moveTo>
                      <a:pt x="8940" y="503"/>
                    </a:moveTo>
                    <a:cubicBezTo>
                      <a:pt x="9011" y="503"/>
                      <a:pt x="9069" y="561"/>
                      <a:pt x="9069" y="632"/>
                    </a:cubicBezTo>
                    <a:lnTo>
                      <a:pt x="9069" y="1678"/>
                    </a:lnTo>
                    <a:cubicBezTo>
                      <a:pt x="9069" y="1944"/>
                      <a:pt x="9236" y="2182"/>
                      <a:pt x="9485" y="2272"/>
                    </a:cubicBezTo>
                    <a:cubicBezTo>
                      <a:pt x="9655" y="2332"/>
                      <a:pt x="9822" y="2403"/>
                      <a:pt x="9986" y="2479"/>
                    </a:cubicBezTo>
                    <a:cubicBezTo>
                      <a:pt x="10071" y="2520"/>
                      <a:pt x="10163" y="2539"/>
                      <a:pt x="10254" y="2539"/>
                    </a:cubicBezTo>
                    <a:cubicBezTo>
                      <a:pt x="10418" y="2539"/>
                      <a:pt x="10580" y="2475"/>
                      <a:pt x="10701" y="2355"/>
                    </a:cubicBezTo>
                    <a:lnTo>
                      <a:pt x="11441" y="1615"/>
                    </a:lnTo>
                    <a:cubicBezTo>
                      <a:pt x="11466" y="1590"/>
                      <a:pt x="11499" y="1578"/>
                      <a:pt x="11532" y="1578"/>
                    </a:cubicBezTo>
                    <a:cubicBezTo>
                      <a:pt x="11565" y="1578"/>
                      <a:pt x="11598" y="1590"/>
                      <a:pt x="11623" y="1615"/>
                    </a:cubicBezTo>
                    <a:lnTo>
                      <a:pt x="13546" y="3536"/>
                    </a:lnTo>
                    <a:cubicBezTo>
                      <a:pt x="13571" y="3561"/>
                      <a:pt x="13584" y="3592"/>
                      <a:pt x="13584" y="3629"/>
                    </a:cubicBezTo>
                    <a:cubicBezTo>
                      <a:pt x="13584" y="3663"/>
                      <a:pt x="13571" y="3695"/>
                      <a:pt x="13546" y="3720"/>
                    </a:cubicBezTo>
                    <a:lnTo>
                      <a:pt x="12806" y="4460"/>
                    </a:lnTo>
                    <a:cubicBezTo>
                      <a:pt x="12618" y="4648"/>
                      <a:pt x="12568" y="4936"/>
                      <a:pt x="12682" y="5175"/>
                    </a:cubicBezTo>
                    <a:cubicBezTo>
                      <a:pt x="12758" y="5339"/>
                      <a:pt x="12827" y="5506"/>
                      <a:pt x="12889" y="5674"/>
                    </a:cubicBezTo>
                    <a:cubicBezTo>
                      <a:pt x="12978" y="5924"/>
                      <a:pt x="13217" y="6092"/>
                      <a:pt x="13482" y="6092"/>
                    </a:cubicBezTo>
                    <a:lnTo>
                      <a:pt x="14529" y="6092"/>
                    </a:lnTo>
                    <a:cubicBezTo>
                      <a:pt x="14600" y="6092"/>
                      <a:pt x="14658" y="6150"/>
                      <a:pt x="14658" y="6221"/>
                    </a:cubicBezTo>
                    <a:lnTo>
                      <a:pt x="14658" y="8940"/>
                    </a:lnTo>
                    <a:cubicBezTo>
                      <a:pt x="14658" y="9011"/>
                      <a:pt x="14600" y="9069"/>
                      <a:pt x="14529" y="9069"/>
                    </a:cubicBezTo>
                    <a:lnTo>
                      <a:pt x="13482" y="9069"/>
                    </a:lnTo>
                    <a:cubicBezTo>
                      <a:pt x="13217" y="9069"/>
                      <a:pt x="12978" y="9236"/>
                      <a:pt x="12889" y="9487"/>
                    </a:cubicBezTo>
                    <a:lnTo>
                      <a:pt x="12889" y="9485"/>
                    </a:lnTo>
                    <a:cubicBezTo>
                      <a:pt x="12829" y="9654"/>
                      <a:pt x="12758" y="9822"/>
                      <a:pt x="12682" y="9986"/>
                    </a:cubicBezTo>
                    <a:cubicBezTo>
                      <a:pt x="12568" y="10226"/>
                      <a:pt x="12618" y="10513"/>
                      <a:pt x="12806" y="10701"/>
                    </a:cubicBezTo>
                    <a:lnTo>
                      <a:pt x="13546" y="11441"/>
                    </a:lnTo>
                    <a:cubicBezTo>
                      <a:pt x="13571" y="11466"/>
                      <a:pt x="13584" y="11498"/>
                      <a:pt x="13584" y="11532"/>
                    </a:cubicBezTo>
                    <a:cubicBezTo>
                      <a:pt x="13584" y="11567"/>
                      <a:pt x="13571" y="11598"/>
                      <a:pt x="13546" y="11623"/>
                    </a:cubicBezTo>
                    <a:lnTo>
                      <a:pt x="11625" y="13546"/>
                    </a:lnTo>
                    <a:cubicBezTo>
                      <a:pt x="11600" y="13571"/>
                      <a:pt x="11566" y="13583"/>
                      <a:pt x="11533" y="13583"/>
                    </a:cubicBezTo>
                    <a:cubicBezTo>
                      <a:pt x="11500" y="13583"/>
                      <a:pt x="11466" y="13571"/>
                      <a:pt x="11441" y="13546"/>
                    </a:cubicBezTo>
                    <a:lnTo>
                      <a:pt x="10701" y="12806"/>
                    </a:lnTo>
                    <a:cubicBezTo>
                      <a:pt x="10580" y="12685"/>
                      <a:pt x="10419" y="12621"/>
                      <a:pt x="10255" y="12621"/>
                    </a:cubicBezTo>
                    <a:cubicBezTo>
                      <a:pt x="10164" y="12621"/>
                      <a:pt x="10072" y="12641"/>
                      <a:pt x="9986" y="12682"/>
                    </a:cubicBezTo>
                    <a:cubicBezTo>
                      <a:pt x="9822" y="12758"/>
                      <a:pt x="9655" y="12828"/>
                      <a:pt x="9485" y="12889"/>
                    </a:cubicBezTo>
                    <a:cubicBezTo>
                      <a:pt x="9236" y="12978"/>
                      <a:pt x="9069" y="13217"/>
                      <a:pt x="9069" y="13483"/>
                    </a:cubicBezTo>
                    <a:lnTo>
                      <a:pt x="9069" y="14529"/>
                    </a:lnTo>
                    <a:cubicBezTo>
                      <a:pt x="9069" y="14600"/>
                      <a:pt x="9011" y="14658"/>
                      <a:pt x="8940" y="14658"/>
                    </a:cubicBezTo>
                    <a:lnTo>
                      <a:pt x="6221" y="14658"/>
                    </a:lnTo>
                    <a:cubicBezTo>
                      <a:pt x="6150" y="14658"/>
                      <a:pt x="6092" y="14600"/>
                      <a:pt x="6092" y="14529"/>
                    </a:cubicBezTo>
                    <a:lnTo>
                      <a:pt x="6092" y="13483"/>
                    </a:lnTo>
                    <a:cubicBezTo>
                      <a:pt x="6092" y="13217"/>
                      <a:pt x="5923" y="12980"/>
                      <a:pt x="5674" y="12889"/>
                    </a:cubicBezTo>
                    <a:cubicBezTo>
                      <a:pt x="5505" y="12828"/>
                      <a:pt x="5337" y="12758"/>
                      <a:pt x="5175" y="12682"/>
                    </a:cubicBezTo>
                    <a:cubicBezTo>
                      <a:pt x="5091" y="12643"/>
                      <a:pt x="5000" y="12621"/>
                      <a:pt x="4906" y="12621"/>
                    </a:cubicBezTo>
                    <a:cubicBezTo>
                      <a:pt x="4739" y="12621"/>
                      <a:pt x="4577" y="12689"/>
                      <a:pt x="4460" y="12806"/>
                    </a:cubicBezTo>
                    <a:lnTo>
                      <a:pt x="3720" y="13546"/>
                    </a:lnTo>
                    <a:cubicBezTo>
                      <a:pt x="3695" y="13571"/>
                      <a:pt x="3661" y="13583"/>
                      <a:pt x="3628" y="13583"/>
                    </a:cubicBezTo>
                    <a:cubicBezTo>
                      <a:pt x="3594" y="13583"/>
                      <a:pt x="3561" y="13571"/>
                      <a:pt x="3536" y="13546"/>
                    </a:cubicBezTo>
                    <a:lnTo>
                      <a:pt x="1615" y="11623"/>
                    </a:lnTo>
                    <a:cubicBezTo>
                      <a:pt x="1590" y="11598"/>
                      <a:pt x="1577" y="11567"/>
                      <a:pt x="1577" y="11532"/>
                    </a:cubicBezTo>
                    <a:cubicBezTo>
                      <a:pt x="1577" y="11498"/>
                      <a:pt x="1590" y="11466"/>
                      <a:pt x="1615" y="11441"/>
                    </a:cubicBezTo>
                    <a:lnTo>
                      <a:pt x="2355" y="10701"/>
                    </a:lnTo>
                    <a:cubicBezTo>
                      <a:pt x="2543" y="10513"/>
                      <a:pt x="2593" y="10226"/>
                      <a:pt x="2479" y="9986"/>
                    </a:cubicBezTo>
                    <a:cubicBezTo>
                      <a:pt x="2401" y="9822"/>
                      <a:pt x="2332" y="9654"/>
                      <a:pt x="2272" y="9485"/>
                    </a:cubicBezTo>
                    <a:cubicBezTo>
                      <a:pt x="2181" y="9236"/>
                      <a:pt x="1944" y="9069"/>
                      <a:pt x="1678" y="9069"/>
                    </a:cubicBezTo>
                    <a:lnTo>
                      <a:pt x="632" y="9069"/>
                    </a:lnTo>
                    <a:cubicBezTo>
                      <a:pt x="561" y="9069"/>
                      <a:pt x="503" y="9011"/>
                      <a:pt x="503" y="8940"/>
                    </a:cubicBezTo>
                    <a:lnTo>
                      <a:pt x="503" y="6221"/>
                    </a:lnTo>
                    <a:cubicBezTo>
                      <a:pt x="503" y="6150"/>
                      <a:pt x="561" y="6092"/>
                      <a:pt x="632" y="6092"/>
                    </a:cubicBezTo>
                    <a:lnTo>
                      <a:pt x="1678" y="6092"/>
                    </a:lnTo>
                    <a:cubicBezTo>
                      <a:pt x="1944" y="6092"/>
                      <a:pt x="2181" y="5924"/>
                      <a:pt x="2272" y="5674"/>
                    </a:cubicBezTo>
                    <a:cubicBezTo>
                      <a:pt x="2332" y="5506"/>
                      <a:pt x="2401" y="5339"/>
                      <a:pt x="2479" y="5175"/>
                    </a:cubicBezTo>
                    <a:cubicBezTo>
                      <a:pt x="2593" y="4936"/>
                      <a:pt x="2542" y="4648"/>
                      <a:pt x="2355" y="4460"/>
                    </a:cubicBezTo>
                    <a:lnTo>
                      <a:pt x="1615" y="3720"/>
                    </a:lnTo>
                    <a:cubicBezTo>
                      <a:pt x="1590" y="3695"/>
                      <a:pt x="1577" y="3663"/>
                      <a:pt x="1577" y="3629"/>
                    </a:cubicBezTo>
                    <a:cubicBezTo>
                      <a:pt x="1577" y="3592"/>
                      <a:pt x="1590" y="3561"/>
                      <a:pt x="1615" y="3536"/>
                    </a:cubicBezTo>
                    <a:lnTo>
                      <a:pt x="3536" y="1615"/>
                    </a:lnTo>
                    <a:cubicBezTo>
                      <a:pt x="3561" y="1590"/>
                      <a:pt x="3594" y="1578"/>
                      <a:pt x="3628" y="1578"/>
                    </a:cubicBezTo>
                    <a:cubicBezTo>
                      <a:pt x="3661" y="1578"/>
                      <a:pt x="3695" y="1590"/>
                      <a:pt x="3720" y="1615"/>
                    </a:cubicBezTo>
                    <a:lnTo>
                      <a:pt x="4460" y="2355"/>
                    </a:lnTo>
                    <a:cubicBezTo>
                      <a:pt x="4581" y="2475"/>
                      <a:pt x="4743" y="2539"/>
                      <a:pt x="4907" y="2539"/>
                    </a:cubicBezTo>
                    <a:cubicBezTo>
                      <a:pt x="4998" y="2539"/>
                      <a:pt x="5090" y="2520"/>
                      <a:pt x="5175" y="2479"/>
                    </a:cubicBezTo>
                    <a:cubicBezTo>
                      <a:pt x="5337" y="2401"/>
                      <a:pt x="5505" y="2332"/>
                      <a:pt x="5674" y="2272"/>
                    </a:cubicBezTo>
                    <a:cubicBezTo>
                      <a:pt x="5923" y="2182"/>
                      <a:pt x="6092" y="1944"/>
                      <a:pt x="6092" y="1678"/>
                    </a:cubicBezTo>
                    <a:lnTo>
                      <a:pt x="6092" y="632"/>
                    </a:lnTo>
                    <a:cubicBezTo>
                      <a:pt x="6092" y="561"/>
                      <a:pt x="6150" y="503"/>
                      <a:pt x="6221" y="503"/>
                    </a:cubicBezTo>
                    <a:close/>
                    <a:moveTo>
                      <a:pt x="6221" y="1"/>
                    </a:moveTo>
                    <a:cubicBezTo>
                      <a:pt x="5872" y="1"/>
                      <a:pt x="5590" y="283"/>
                      <a:pt x="5590" y="632"/>
                    </a:cubicBezTo>
                    <a:lnTo>
                      <a:pt x="5590" y="1678"/>
                    </a:lnTo>
                    <a:cubicBezTo>
                      <a:pt x="5590" y="1732"/>
                      <a:pt x="5555" y="1782"/>
                      <a:pt x="5504" y="1800"/>
                    </a:cubicBezTo>
                    <a:cubicBezTo>
                      <a:pt x="5320" y="1866"/>
                      <a:pt x="5137" y="1942"/>
                      <a:pt x="4960" y="2025"/>
                    </a:cubicBezTo>
                    <a:cubicBezTo>
                      <a:pt x="4942" y="2033"/>
                      <a:pt x="4924" y="2037"/>
                      <a:pt x="4905" y="2037"/>
                    </a:cubicBezTo>
                    <a:cubicBezTo>
                      <a:pt x="4872" y="2037"/>
                      <a:pt x="4839" y="2024"/>
                      <a:pt x="4815" y="2000"/>
                    </a:cubicBezTo>
                    <a:lnTo>
                      <a:pt x="4075" y="1260"/>
                    </a:lnTo>
                    <a:cubicBezTo>
                      <a:pt x="3956" y="1141"/>
                      <a:pt x="3797" y="1075"/>
                      <a:pt x="3627" y="1075"/>
                    </a:cubicBezTo>
                    <a:cubicBezTo>
                      <a:pt x="3458" y="1075"/>
                      <a:pt x="3300" y="1141"/>
                      <a:pt x="3181" y="1260"/>
                    </a:cubicBezTo>
                    <a:lnTo>
                      <a:pt x="1260" y="3181"/>
                    </a:lnTo>
                    <a:cubicBezTo>
                      <a:pt x="1141" y="3302"/>
                      <a:pt x="1075" y="3460"/>
                      <a:pt x="1075" y="3629"/>
                    </a:cubicBezTo>
                    <a:cubicBezTo>
                      <a:pt x="1075" y="3797"/>
                      <a:pt x="1141" y="3956"/>
                      <a:pt x="1260" y="4075"/>
                    </a:cubicBezTo>
                    <a:lnTo>
                      <a:pt x="2000" y="4815"/>
                    </a:lnTo>
                    <a:cubicBezTo>
                      <a:pt x="2038" y="4853"/>
                      <a:pt x="2048" y="4911"/>
                      <a:pt x="2024" y="4960"/>
                    </a:cubicBezTo>
                    <a:cubicBezTo>
                      <a:pt x="1940" y="5139"/>
                      <a:pt x="1864" y="5322"/>
                      <a:pt x="1798" y="5506"/>
                    </a:cubicBezTo>
                    <a:cubicBezTo>
                      <a:pt x="1780" y="5555"/>
                      <a:pt x="1732" y="5590"/>
                      <a:pt x="1678" y="5590"/>
                    </a:cubicBezTo>
                    <a:lnTo>
                      <a:pt x="632" y="5590"/>
                    </a:lnTo>
                    <a:cubicBezTo>
                      <a:pt x="283" y="5590"/>
                      <a:pt x="1" y="5874"/>
                      <a:pt x="1" y="6221"/>
                    </a:cubicBezTo>
                    <a:lnTo>
                      <a:pt x="1" y="8940"/>
                    </a:lnTo>
                    <a:cubicBezTo>
                      <a:pt x="1" y="9287"/>
                      <a:pt x="283" y="9571"/>
                      <a:pt x="632" y="9571"/>
                    </a:cubicBezTo>
                    <a:lnTo>
                      <a:pt x="1678" y="9571"/>
                    </a:lnTo>
                    <a:cubicBezTo>
                      <a:pt x="1732" y="9571"/>
                      <a:pt x="1780" y="9606"/>
                      <a:pt x="1798" y="9656"/>
                    </a:cubicBezTo>
                    <a:cubicBezTo>
                      <a:pt x="1864" y="9839"/>
                      <a:pt x="1940" y="10022"/>
                      <a:pt x="2024" y="10201"/>
                    </a:cubicBezTo>
                    <a:cubicBezTo>
                      <a:pt x="2048" y="10249"/>
                      <a:pt x="2038" y="10308"/>
                      <a:pt x="2000" y="10346"/>
                    </a:cubicBezTo>
                    <a:lnTo>
                      <a:pt x="1260" y="11086"/>
                    </a:lnTo>
                    <a:cubicBezTo>
                      <a:pt x="1139" y="11205"/>
                      <a:pt x="1075" y="11364"/>
                      <a:pt x="1075" y="11532"/>
                    </a:cubicBezTo>
                    <a:cubicBezTo>
                      <a:pt x="1075" y="11701"/>
                      <a:pt x="1139" y="11859"/>
                      <a:pt x="1260" y="11978"/>
                    </a:cubicBezTo>
                    <a:lnTo>
                      <a:pt x="3181" y="13901"/>
                    </a:lnTo>
                    <a:cubicBezTo>
                      <a:pt x="3300" y="14020"/>
                      <a:pt x="3458" y="14086"/>
                      <a:pt x="3627" y="14086"/>
                    </a:cubicBezTo>
                    <a:cubicBezTo>
                      <a:pt x="3797" y="14086"/>
                      <a:pt x="3954" y="14020"/>
                      <a:pt x="4075" y="13901"/>
                    </a:cubicBezTo>
                    <a:lnTo>
                      <a:pt x="4813" y="13161"/>
                    </a:lnTo>
                    <a:cubicBezTo>
                      <a:pt x="4839" y="13136"/>
                      <a:pt x="4873" y="13123"/>
                      <a:pt x="4907" y="13123"/>
                    </a:cubicBezTo>
                    <a:cubicBezTo>
                      <a:pt x="4925" y="13123"/>
                      <a:pt x="4943" y="13127"/>
                      <a:pt x="4960" y="13135"/>
                    </a:cubicBezTo>
                    <a:cubicBezTo>
                      <a:pt x="5137" y="13219"/>
                      <a:pt x="5320" y="13295"/>
                      <a:pt x="5504" y="13361"/>
                    </a:cubicBezTo>
                    <a:cubicBezTo>
                      <a:pt x="5555" y="13379"/>
                      <a:pt x="5590" y="13429"/>
                      <a:pt x="5590" y="13483"/>
                    </a:cubicBezTo>
                    <a:lnTo>
                      <a:pt x="5590" y="14529"/>
                    </a:lnTo>
                    <a:cubicBezTo>
                      <a:pt x="5590" y="14876"/>
                      <a:pt x="5872" y="15160"/>
                      <a:pt x="6221" y="15160"/>
                    </a:cubicBezTo>
                    <a:lnTo>
                      <a:pt x="8938" y="15160"/>
                    </a:lnTo>
                    <a:cubicBezTo>
                      <a:pt x="9287" y="15160"/>
                      <a:pt x="9571" y="14876"/>
                      <a:pt x="9571" y="14529"/>
                    </a:cubicBezTo>
                    <a:lnTo>
                      <a:pt x="9571" y="13483"/>
                    </a:lnTo>
                    <a:cubicBezTo>
                      <a:pt x="9571" y="13429"/>
                      <a:pt x="9604" y="13379"/>
                      <a:pt x="9655" y="13361"/>
                    </a:cubicBezTo>
                    <a:cubicBezTo>
                      <a:pt x="9840" y="13295"/>
                      <a:pt x="10022" y="13219"/>
                      <a:pt x="10199" y="13136"/>
                    </a:cubicBezTo>
                    <a:cubicBezTo>
                      <a:pt x="10217" y="13128"/>
                      <a:pt x="10236" y="13124"/>
                      <a:pt x="10255" y="13124"/>
                    </a:cubicBezTo>
                    <a:cubicBezTo>
                      <a:pt x="10289" y="13124"/>
                      <a:pt x="10322" y="13137"/>
                      <a:pt x="10346" y="13161"/>
                    </a:cubicBezTo>
                    <a:lnTo>
                      <a:pt x="11086" y="13901"/>
                    </a:lnTo>
                    <a:cubicBezTo>
                      <a:pt x="11205" y="14020"/>
                      <a:pt x="11364" y="14086"/>
                      <a:pt x="11532" y="14086"/>
                    </a:cubicBezTo>
                    <a:cubicBezTo>
                      <a:pt x="11701" y="14086"/>
                      <a:pt x="11859" y="14020"/>
                      <a:pt x="11978" y="13901"/>
                    </a:cubicBezTo>
                    <a:lnTo>
                      <a:pt x="13901" y="11978"/>
                    </a:lnTo>
                    <a:cubicBezTo>
                      <a:pt x="14020" y="11859"/>
                      <a:pt x="14086" y="11701"/>
                      <a:pt x="14086" y="11532"/>
                    </a:cubicBezTo>
                    <a:cubicBezTo>
                      <a:pt x="14086" y="11364"/>
                      <a:pt x="14020" y="11205"/>
                      <a:pt x="13901" y="11086"/>
                    </a:cubicBezTo>
                    <a:lnTo>
                      <a:pt x="13161" y="10346"/>
                    </a:lnTo>
                    <a:cubicBezTo>
                      <a:pt x="13123" y="10308"/>
                      <a:pt x="13112" y="10249"/>
                      <a:pt x="13135" y="10201"/>
                    </a:cubicBezTo>
                    <a:cubicBezTo>
                      <a:pt x="13219" y="10022"/>
                      <a:pt x="13295" y="9839"/>
                      <a:pt x="13361" y="9656"/>
                    </a:cubicBezTo>
                    <a:cubicBezTo>
                      <a:pt x="13379" y="9604"/>
                      <a:pt x="13429" y="9571"/>
                      <a:pt x="13482" y="9571"/>
                    </a:cubicBezTo>
                    <a:lnTo>
                      <a:pt x="14529" y="9571"/>
                    </a:lnTo>
                    <a:cubicBezTo>
                      <a:pt x="14876" y="9571"/>
                      <a:pt x="15160" y="9287"/>
                      <a:pt x="15160" y="8940"/>
                    </a:cubicBezTo>
                    <a:lnTo>
                      <a:pt x="15160" y="6221"/>
                    </a:lnTo>
                    <a:cubicBezTo>
                      <a:pt x="15160" y="5872"/>
                      <a:pt x="14876" y="5590"/>
                      <a:pt x="14529" y="5590"/>
                    </a:cubicBezTo>
                    <a:lnTo>
                      <a:pt x="13483" y="5590"/>
                    </a:lnTo>
                    <a:cubicBezTo>
                      <a:pt x="13429" y="5590"/>
                      <a:pt x="13379" y="5555"/>
                      <a:pt x="13361" y="5504"/>
                    </a:cubicBezTo>
                    <a:cubicBezTo>
                      <a:pt x="13295" y="5321"/>
                      <a:pt x="13219" y="5137"/>
                      <a:pt x="13136" y="4960"/>
                    </a:cubicBezTo>
                    <a:cubicBezTo>
                      <a:pt x="13113" y="4911"/>
                      <a:pt x="13123" y="4853"/>
                      <a:pt x="13161" y="4813"/>
                    </a:cubicBezTo>
                    <a:lnTo>
                      <a:pt x="13901" y="4075"/>
                    </a:lnTo>
                    <a:cubicBezTo>
                      <a:pt x="14020" y="3954"/>
                      <a:pt x="14086" y="3796"/>
                      <a:pt x="14086" y="3627"/>
                    </a:cubicBezTo>
                    <a:cubicBezTo>
                      <a:pt x="14086" y="3459"/>
                      <a:pt x="14020" y="3300"/>
                      <a:pt x="13901" y="3181"/>
                    </a:cubicBezTo>
                    <a:lnTo>
                      <a:pt x="11978" y="1260"/>
                    </a:lnTo>
                    <a:cubicBezTo>
                      <a:pt x="11859" y="1141"/>
                      <a:pt x="11701" y="1075"/>
                      <a:pt x="11532" y="1075"/>
                    </a:cubicBezTo>
                    <a:cubicBezTo>
                      <a:pt x="11364" y="1075"/>
                      <a:pt x="11205" y="1141"/>
                      <a:pt x="11086" y="1260"/>
                    </a:cubicBezTo>
                    <a:lnTo>
                      <a:pt x="10346" y="2000"/>
                    </a:lnTo>
                    <a:cubicBezTo>
                      <a:pt x="10322" y="2024"/>
                      <a:pt x="10289" y="2037"/>
                      <a:pt x="10255" y="2037"/>
                    </a:cubicBezTo>
                    <a:cubicBezTo>
                      <a:pt x="10237" y="2037"/>
                      <a:pt x="10218" y="2033"/>
                      <a:pt x="10201" y="2025"/>
                    </a:cubicBezTo>
                    <a:cubicBezTo>
                      <a:pt x="10024" y="1942"/>
                      <a:pt x="9840" y="1866"/>
                      <a:pt x="9655" y="1800"/>
                    </a:cubicBezTo>
                    <a:cubicBezTo>
                      <a:pt x="9604" y="1780"/>
                      <a:pt x="9571" y="1732"/>
                      <a:pt x="9571" y="1678"/>
                    </a:cubicBezTo>
                    <a:lnTo>
                      <a:pt x="9571" y="632"/>
                    </a:lnTo>
                    <a:cubicBezTo>
                      <a:pt x="9571" y="283"/>
                      <a:pt x="9287" y="1"/>
                      <a:pt x="894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 name="Google Shape;1322;p58">
              <a:extLst>
                <a:ext uri="{FF2B5EF4-FFF2-40B4-BE49-F238E27FC236}">
                  <a16:creationId xmlns:a16="http://schemas.microsoft.com/office/drawing/2014/main" id="{A8F8C9FF-8758-EB37-A6D3-8A21BF3DC293}"/>
                </a:ext>
              </a:extLst>
            </p:cNvPr>
            <p:cNvSpPr/>
            <p:nvPr/>
          </p:nvSpPr>
          <p:spPr>
            <a:xfrm>
              <a:off x="8699646" y="2669687"/>
              <a:ext cx="96300" cy="960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8" name="Google Shape;1323;p58">
              <a:extLst>
                <a:ext uri="{FF2B5EF4-FFF2-40B4-BE49-F238E27FC236}">
                  <a16:creationId xmlns:a16="http://schemas.microsoft.com/office/drawing/2014/main" id="{64B245AF-5627-EFB1-0CB6-51B5BEC6EDC9}"/>
                </a:ext>
              </a:extLst>
            </p:cNvPr>
            <p:cNvCxnSpPr>
              <a:stCxn id="7" idx="4"/>
              <a:endCxn id="14" idx="7"/>
            </p:cNvCxnSpPr>
            <p:nvPr/>
          </p:nvCxnSpPr>
          <p:spPr>
            <a:xfrm flipH="1">
              <a:off x="8191596" y="2765687"/>
              <a:ext cx="556200" cy="1824600"/>
            </a:xfrm>
            <a:prstGeom prst="straightConnector1">
              <a:avLst/>
            </a:prstGeom>
            <a:noFill/>
            <a:ln w="19050" cap="flat" cmpd="sng">
              <a:solidFill>
                <a:schemeClr val="dk1"/>
              </a:solidFill>
              <a:prstDash val="solid"/>
              <a:round/>
              <a:headEnd type="none" w="med" len="med"/>
              <a:tailEnd type="none" w="med" len="med"/>
            </a:ln>
          </p:spPr>
        </p:cxnSp>
        <p:cxnSp>
          <p:nvCxnSpPr>
            <p:cNvPr id="9" name="Google Shape;1325;p58">
              <a:extLst>
                <a:ext uri="{FF2B5EF4-FFF2-40B4-BE49-F238E27FC236}">
                  <a16:creationId xmlns:a16="http://schemas.microsoft.com/office/drawing/2014/main" id="{9266DF59-1664-06D7-C2B6-2560D9216010}"/>
                </a:ext>
              </a:extLst>
            </p:cNvPr>
            <p:cNvCxnSpPr>
              <a:stCxn id="4" idx="4"/>
            </p:cNvCxnSpPr>
            <p:nvPr/>
          </p:nvCxnSpPr>
          <p:spPr>
            <a:xfrm flipH="1">
              <a:off x="6669019" y="3606377"/>
              <a:ext cx="450600" cy="1682100"/>
            </a:xfrm>
            <a:prstGeom prst="straightConnector1">
              <a:avLst/>
            </a:prstGeom>
            <a:noFill/>
            <a:ln w="19050" cap="flat" cmpd="sng">
              <a:solidFill>
                <a:schemeClr val="dk1"/>
              </a:solidFill>
              <a:prstDash val="solid"/>
              <a:round/>
              <a:headEnd type="none" w="med" len="med"/>
              <a:tailEnd type="none" w="med" len="med"/>
            </a:ln>
          </p:spPr>
        </p:cxnSp>
        <p:cxnSp>
          <p:nvCxnSpPr>
            <p:cNvPr id="10" name="Google Shape;1326;p58">
              <a:extLst>
                <a:ext uri="{FF2B5EF4-FFF2-40B4-BE49-F238E27FC236}">
                  <a16:creationId xmlns:a16="http://schemas.microsoft.com/office/drawing/2014/main" id="{400F381E-6BA6-83AF-4F6A-637574198ADB}"/>
                </a:ext>
              </a:extLst>
            </p:cNvPr>
            <p:cNvCxnSpPr>
              <a:stCxn id="14" idx="6"/>
            </p:cNvCxnSpPr>
            <p:nvPr/>
          </p:nvCxnSpPr>
          <p:spPr>
            <a:xfrm>
              <a:off x="8233269" y="4691017"/>
              <a:ext cx="1098000" cy="359400"/>
            </a:xfrm>
            <a:prstGeom prst="straightConnector1">
              <a:avLst/>
            </a:prstGeom>
            <a:noFill/>
            <a:ln w="19050" cap="flat" cmpd="sng">
              <a:solidFill>
                <a:schemeClr val="dk1"/>
              </a:solidFill>
              <a:prstDash val="solid"/>
              <a:round/>
              <a:headEnd type="none" w="med" len="med"/>
              <a:tailEnd type="none" w="med" len="med"/>
            </a:ln>
          </p:spPr>
        </p:cxnSp>
        <p:grpSp>
          <p:nvGrpSpPr>
            <p:cNvPr id="11" name="Google Shape;1327;p58">
              <a:extLst>
                <a:ext uri="{FF2B5EF4-FFF2-40B4-BE49-F238E27FC236}">
                  <a16:creationId xmlns:a16="http://schemas.microsoft.com/office/drawing/2014/main" id="{EFE4E9C1-D3C0-5EBD-4DD0-F61E833B62E6}"/>
                </a:ext>
              </a:extLst>
            </p:cNvPr>
            <p:cNvGrpSpPr/>
            <p:nvPr/>
          </p:nvGrpSpPr>
          <p:grpSpPr>
            <a:xfrm rot="-652733">
              <a:off x="7396428" y="3996836"/>
              <a:ext cx="1388278" cy="1388278"/>
              <a:chOff x="2479700" y="3408200"/>
              <a:chExt cx="546775" cy="546775"/>
            </a:xfrm>
          </p:grpSpPr>
          <p:sp>
            <p:nvSpPr>
              <p:cNvPr id="19" name="Google Shape;1328;p58">
                <a:extLst>
                  <a:ext uri="{FF2B5EF4-FFF2-40B4-BE49-F238E27FC236}">
                    <a16:creationId xmlns:a16="http://schemas.microsoft.com/office/drawing/2014/main" id="{2BB61391-94CE-6E40-4934-F04B6298D334}"/>
                  </a:ext>
                </a:extLst>
              </p:cNvPr>
              <p:cNvSpPr/>
              <p:nvPr/>
            </p:nvSpPr>
            <p:spPr>
              <a:xfrm>
                <a:off x="2479700" y="3408200"/>
                <a:ext cx="546775" cy="546775"/>
              </a:xfrm>
              <a:custGeom>
                <a:avLst/>
                <a:gdLst/>
                <a:ahLst/>
                <a:cxnLst/>
                <a:rect l="l" t="t" r="r" b="b"/>
                <a:pathLst>
                  <a:path w="21871" h="21871" extrusionOk="0">
                    <a:moveTo>
                      <a:pt x="11029" y="227"/>
                    </a:moveTo>
                    <a:cubicBezTo>
                      <a:pt x="13134" y="245"/>
                      <a:pt x="15161" y="871"/>
                      <a:pt x="16903" y="2042"/>
                    </a:cubicBezTo>
                    <a:lnTo>
                      <a:pt x="15976" y="3390"/>
                    </a:lnTo>
                    <a:lnTo>
                      <a:pt x="16068" y="3455"/>
                    </a:lnTo>
                    <a:cubicBezTo>
                      <a:pt x="16521" y="3765"/>
                      <a:pt x="16947" y="4119"/>
                      <a:pt x="17332" y="4502"/>
                    </a:cubicBezTo>
                    <a:lnTo>
                      <a:pt x="17411" y="4582"/>
                    </a:lnTo>
                    <a:lnTo>
                      <a:pt x="18566" y="3422"/>
                    </a:lnTo>
                    <a:cubicBezTo>
                      <a:pt x="20047" y="4923"/>
                      <a:pt x="21039" y="6802"/>
                      <a:pt x="21443" y="8862"/>
                    </a:cubicBezTo>
                    <a:lnTo>
                      <a:pt x="19837" y="9161"/>
                    </a:lnTo>
                    <a:lnTo>
                      <a:pt x="19857" y="9272"/>
                    </a:lnTo>
                    <a:cubicBezTo>
                      <a:pt x="19957" y="9815"/>
                      <a:pt x="20010" y="10365"/>
                      <a:pt x="20012" y="10907"/>
                    </a:cubicBezTo>
                    <a:lnTo>
                      <a:pt x="20012" y="11020"/>
                    </a:lnTo>
                    <a:lnTo>
                      <a:pt x="21644" y="11020"/>
                    </a:lnTo>
                    <a:cubicBezTo>
                      <a:pt x="21628" y="13138"/>
                      <a:pt x="20996" y="15175"/>
                      <a:pt x="19814" y="16924"/>
                    </a:cubicBezTo>
                    <a:lnTo>
                      <a:pt x="18467" y="15994"/>
                    </a:lnTo>
                    <a:lnTo>
                      <a:pt x="18404" y="16087"/>
                    </a:lnTo>
                    <a:cubicBezTo>
                      <a:pt x="18089" y="16541"/>
                      <a:pt x="17735" y="16965"/>
                      <a:pt x="17354" y="17349"/>
                    </a:cubicBezTo>
                    <a:lnTo>
                      <a:pt x="17274" y="17428"/>
                    </a:lnTo>
                    <a:lnTo>
                      <a:pt x="18431" y="18585"/>
                    </a:lnTo>
                    <a:cubicBezTo>
                      <a:pt x="16924" y="20061"/>
                      <a:pt x="15044" y="21049"/>
                      <a:pt x="12982" y="21449"/>
                    </a:cubicBezTo>
                    <a:lnTo>
                      <a:pt x="12688" y="19840"/>
                    </a:lnTo>
                    <a:lnTo>
                      <a:pt x="12577" y="19862"/>
                    </a:lnTo>
                    <a:cubicBezTo>
                      <a:pt x="12031" y="19961"/>
                      <a:pt x="11481" y="20012"/>
                      <a:pt x="10940" y="20014"/>
                    </a:cubicBezTo>
                    <a:lnTo>
                      <a:pt x="10826" y="20014"/>
                    </a:lnTo>
                    <a:lnTo>
                      <a:pt x="10830" y="21644"/>
                    </a:lnTo>
                    <a:cubicBezTo>
                      <a:pt x="8722" y="21623"/>
                      <a:pt x="6694" y="20993"/>
                      <a:pt x="4953" y="19819"/>
                    </a:cubicBezTo>
                    <a:lnTo>
                      <a:pt x="5882" y="18472"/>
                    </a:lnTo>
                    <a:lnTo>
                      <a:pt x="5789" y="18408"/>
                    </a:lnTo>
                    <a:cubicBezTo>
                      <a:pt x="5335" y="18094"/>
                      <a:pt x="4910" y="17740"/>
                      <a:pt x="4527" y="17359"/>
                    </a:cubicBezTo>
                    <a:lnTo>
                      <a:pt x="4448" y="17279"/>
                    </a:lnTo>
                    <a:lnTo>
                      <a:pt x="3293" y="18437"/>
                    </a:lnTo>
                    <a:cubicBezTo>
                      <a:pt x="1814" y="16931"/>
                      <a:pt x="825" y="15052"/>
                      <a:pt x="423" y="12991"/>
                    </a:cubicBezTo>
                    <a:lnTo>
                      <a:pt x="2031" y="12695"/>
                    </a:lnTo>
                    <a:lnTo>
                      <a:pt x="2011" y="12584"/>
                    </a:lnTo>
                    <a:cubicBezTo>
                      <a:pt x="1910" y="12041"/>
                      <a:pt x="1859" y="11490"/>
                      <a:pt x="1857" y="10952"/>
                    </a:cubicBezTo>
                    <a:lnTo>
                      <a:pt x="1857" y="10838"/>
                    </a:lnTo>
                    <a:lnTo>
                      <a:pt x="227" y="10853"/>
                    </a:lnTo>
                    <a:cubicBezTo>
                      <a:pt x="241" y="8741"/>
                      <a:pt x="871" y="6708"/>
                      <a:pt x="2045" y="4961"/>
                    </a:cubicBezTo>
                    <a:lnTo>
                      <a:pt x="3394" y="5888"/>
                    </a:lnTo>
                    <a:lnTo>
                      <a:pt x="3458" y="5796"/>
                    </a:lnTo>
                    <a:cubicBezTo>
                      <a:pt x="3770" y="5343"/>
                      <a:pt x="4124" y="4919"/>
                      <a:pt x="4507" y="4534"/>
                    </a:cubicBezTo>
                    <a:lnTo>
                      <a:pt x="4586" y="4453"/>
                    </a:lnTo>
                    <a:lnTo>
                      <a:pt x="3427" y="3298"/>
                    </a:lnTo>
                    <a:cubicBezTo>
                      <a:pt x="4932" y="1819"/>
                      <a:pt x="6810" y="828"/>
                      <a:pt x="8872" y="425"/>
                    </a:cubicBezTo>
                    <a:lnTo>
                      <a:pt x="9168" y="2032"/>
                    </a:lnTo>
                    <a:lnTo>
                      <a:pt x="9278" y="2013"/>
                    </a:lnTo>
                    <a:cubicBezTo>
                      <a:pt x="9823" y="1912"/>
                      <a:pt x="10374" y="1859"/>
                      <a:pt x="10916" y="1857"/>
                    </a:cubicBezTo>
                    <a:lnTo>
                      <a:pt x="11028" y="1857"/>
                    </a:lnTo>
                    <a:lnTo>
                      <a:pt x="11029" y="227"/>
                    </a:lnTo>
                    <a:close/>
                    <a:moveTo>
                      <a:pt x="10803" y="0"/>
                    </a:moveTo>
                    <a:lnTo>
                      <a:pt x="10802" y="1633"/>
                    </a:lnTo>
                    <a:cubicBezTo>
                      <a:pt x="10321" y="1639"/>
                      <a:pt x="9832" y="1685"/>
                      <a:pt x="9349" y="1770"/>
                    </a:cubicBezTo>
                    <a:lnTo>
                      <a:pt x="9052" y="161"/>
                    </a:lnTo>
                    <a:lnTo>
                      <a:pt x="8941" y="180"/>
                    </a:lnTo>
                    <a:cubicBezTo>
                      <a:pt x="6754" y="585"/>
                      <a:pt x="4763" y="1634"/>
                      <a:pt x="3187" y="3219"/>
                    </a:cubicBezTo>
                    <a:lnTo>
                      <a:pt x="3108" y="3298"/>
                    </a:lnTo>
                    <a:lnTo>
                      <a:pt x="4268" y="4453"/>
                    </a:lnTo>
                    <a:cubicBezTo>
                      <a:pt x="3931" y="4800"/>
                      <a:pt x="3618" y="5176"/>
                      <a:pt x="3336" y="5574"/>
                    </a:cubicBezTo>
                    <a:lnTo>
                      <a:pt x="1988" y="4646"/>
                    </a:lnTo>
                    <a:lnTo>
                      <a:pt x="1923" y="4738"/>
                    </a:lnTo>
                    <a:cubicBezTo>
                      <a:pt x="664" y="6567"/>
                      <a:pt x="0" y="8708"/>
                      <a:pt x="0" y="10935"/>
                    </a:cubicBezTo>
                    <a:lnTo>
                      <a:pt x="0" y="11081"/>
                    </a:lnTo>
                    <a:lnTo>
                      <a:pt x="1632" y="11066"/>
                    </a:lnTo>
                    <a:cubicBezTo>
                      <a:pt x="1639" y="11545"/>
                      <a:pt x="1685" y="12031"/>
                      <a:pt x="1768" y="12513"/>
                    </a:cubicBezTo>
                    <a:lnTo>
                      <a:pt x="159" y="12809"/>
                    </a:lnTo>
                    <a:lnTo>
                      <a:pt x="180" y="12920"/>
                    </a:lnTo>
                    <a:cubicBezTo>
                      <a:pt x="582" y="15109"/>
                      <a:pt x="1631" y="17099"/>
                      <a:pt x="3212" y="18677"/>
                    </a:cubicBezTo>
                    <a:lnTo>
                      <a:pt x="3293" y="18756"/>
                    </a:lnTo>
                    <a:lnTo>
                      <a:pt x="4448" y="17598"/>
                    </a:lnTo>
                    <a:cubicBezTo>
                      <a:pt x="4793" y="17934"/>
                      <a:pt x="5170" y="18246"/>
                      <a:pt x="5568" y="18528"/>
                    </a:cubicBezTo>
                    <a:lnTo>
                      <a:pt x="4639" y="19876"/>
                    </a:lnTo>
                    <a:lnTo>
                      <a:pt x="4732" y="19941"/>
                    </a:lnTo>
                    <a:cubicBezTo>
                      <a:pt x="6561" y="21203"/>
                      <a:pt x="8705" y="21870"/>
                      <a:pt x="10942" y="21870"/>
                    </a:cubicBezTo>
                    <a:lnTo>
                      <a:pt x="11056" y="21870"/>
                    </a:lnTo>
                    <a:lnTo>
                      <a:pt x="11056" y="21869"/>
                    </a:lnTo>
                    <a:lnTo>
                      <a:pt x="11053" y="20237"/>
                    </a:lnTo>
                    <a:cubicBezTo>
                      <a:pt x="11533" y="20232"/>
                      <a:pt x="12021" y="20185"/>
                      <a:pt x="12506" y="20103"/>
                    </a:cubicBezTo>
                    <a:lnTo>
                      <a:pt x="12801" y="21712"/>
                    </a:lnTo>
                    <a:lnTo>
                      <a:pt x="12911" y="21692"/>
                    </a:lnTo>
                    <a:cubicBezTo>
                      <a:pt x="15100" y="21291"/>
                      <a:pt x="17091" y="20245"/>
                      <a:pt x="18670" y="18664"/>
                    </a:cubicBezTo>
                    <a:lnTo>
                      <a:pt x="18750" y="18585"/>
                    </a:lnTo>
                    <a:lnTo>
                      <a:pt x="17593" y="17426"/>
                    </a:lnTo>
                    <a:cubicBezTo>
                      <a:pt x="17929" y="17083"/>
                      <a:pt x="18241" y="16708"/>
                      <a:pt x="18525" y="16308"/>
                    </a:cubicBezTo>
                    <a:lnTo>
                      <a:pt x="19871" y="17238"/>
                    </a:lnTo>
                    <a:lnTo>
                      <a:pt x="19936" y="17146"/>
                    </a:lnTo>
                    <a:cubicBezTo>
                      <a:pt x="21201" y="15315"/>
                      <a:pt x="21870" y="13167"/>
                      <a:pt x="21870" y="10934"/>
                    </a:cubicBezTo>
                    <a:lnTo>
                      <a:pt x="21869" y="10793"/>
                    </a:lnTo>
                    <a:lnTo>
                      <a:pt x="20237" y="10793"/>
                    </a:lnTo>
                    <a:cubicBezTo>
                      <a:pt x="20230" y="10311"/>
                      <a:pt x="20184" y="9824"/>
                      <a:pt x="20099" y="9341"/>
                    </a:cubicBezTo>
                    <a:lnTo>
                      <a:pt x="21707" y="9044"/>
                    </a:lnTo>
                    <a:lnTo>
                      <a:pt x="21687" y="8931"/>
                    </a:lnTo>
                    <a:cubicBezTo>
                      <a:pt x="21281" y="6744"/>
                      <a:pt x="20230" y="4755"/>
                      <a:pt x="18646" y="3181"/>
                    </a:cubicBezTo>
                    <a:lnTo>
                      <a:pt x="18565" y="3101"/>
                    </a:lnTo>
                    <a:lnTo>
                      <a:pt x="17410" y="4261"/>
                    </a:lnTo>
                    <a:cubicBezTo>
                      <a:pt x="17065" y="3926"/>
                      <a:pt x="16688" y="3613"/>
                      <a:pt x="16290" y="3333"/>
                    </a:cubicBezTo>
                    <a:lnTo>
                      <a:pt x="17217" y="1983"/>
                    </a:lnTo>
                    <a:lnTo>
                      <a:pt x="17124" y="1918"/>
                    </a:lnTo>
                    <a:cubicBezTo>
                      <a:pt x="15298" y="663"/>
                      <a:pt x="13159" y="0"/>
                      <a:pt x="1091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329;p58">
                <a:extLst>
                  <a:ext uri="{FF2B5EF4-FFF2-40B4-BE49-F238E27FC236}">
                    <a16:creationId xmlns:a16="http://schemas.microsoft.com/office/drawing/2014/main" id="{7CD83D2A-B688-2135-04B0-7672A78CD370}"/>
                  </a:ext>
                </a:extLst>
              </p:cNvPr>
              <p:cNvSpPr/>
              <p:nvPr/>
            </p:nvSpPr>
            <p:spPr>
              <a:xfrm>
                <a:off x="2626900" y="3555400"/>
                <a:ext cx="252375" cy="252375"/>
              </a:xfrm>
              <a:custGeom>
                <a:avLst/>
                <a:gdLst/>
                <a:ahLst/>
                <a:cxnLst/>
                <a:rect l="l" t="t" r="r" b="b"/>
                <a:pathLst>
                  <a:path w="10095" h="10095" extrusionOk="0">
                    <a:moveTo>
                      <a:pt x="4821" y="460"/>
                    </a:moveTo>
                    <a:lnTo>
                      <a:pt x="5047" y="463"/>
                    </a:lnTo>
                    <a:cubicBezTo>
                      <a:pt x="5979" y="463"/>
                      <a:pt x="6876" y="740"/>
                      <a:pt x="7641" y="1266"/>
                    </a:cubicBezTo>
                    <a:lnTo>
                      <a:pt x="7760" y="1343"/>
                    </a:lnTo>
                    <a:cubicBezTo>
                      <a:pt x="7884" y="1434"/>
                      <a:pt x="8003" y="1530"/>
                      <a:pt x="8115" y="1633"/>
                    </a:cubicBezTo>
                    <a:lnTo>
                      <a:pt x="8280" y="1796"/>
                    </a:lnTo>
                    <a:cubicBezTo>
                      <a:pt x="8945" y="2457"/>
                      <a:pt x="9386" y="3290"/>
                      <a:pt x="9556" y="4203"/>
                    </a:cubicBezTo>
                    <a:lnTo>
                      <a:pt x="9587" y="4352"/>
                    </a:lnTo>
                    <a:cubicBezTo>
                      <a:pt x="9612" y="4507"/>
                      <a:pt x="9627" y="4664"/>
                      <a:pt x="9635" y="4821"/>
                    </a:cubicBezTo>
                    <a:lnTo>
                      <a:pt x="9632" y="5047"/>
                    </a:lnTo>
                    <a:cubicBezTo>
                      <a:pt x="9632" y="5982"/>
                      <a:pt x="9353" y="6883"/>
                      <a:pt x="8824" y="7649"/>
                    </a:cubicBezTo>
                    <a:lnTo>
                      <a:pt x="8745" y="7770"/>
                    </a:lnTo>
                    <a:cubicBezTo>
                      <a:pt x="8652" y="7896"/>
                      <a:pt x="8553" y="8016"/>
                      <a:pt x="8451" y="8130"/>
                    </a:cubicBezTo>
                    <a:lnTo>
                      <a:pt x="8449" y="8130"/>
                    </a:lnTo>
                    <a:lnTo>
                      <a:pt x="8290" y="8289"/>
                    </a:lnTo>
                    <a:cubicBezTo>
                      <a:pt x="7628" y="8951"/>
                      <a:pt x="6794" y="9391"/>
                      <a:pt x="5880" y="9558"/>
                    </a:cubicBezTo>
                    <a:lnTo>
                      <a:pt x="5728" y="9591"/>
                    </a:lnTo>
                    <a:cubicBezTo>
                      <a:pt x="5576" y="9612"/>
                      <a:pt x="5424" y="9629"/>
                      <a:pt x="5274" y="9635"/>
                    </a:cubicBezTo>
                    <a:lnTo>
                      <a:pt x="5047" y="9632"/>
                    </a:lnTo>
                    <a:cubicBezTo>
                      <a:pt x="4112" y="9632"/>
                      <a:pt x="3214" y="9353"/>
                      <a:pt x="2449" y="8826"/>
                    </a:cubicBezTo>
                    <a:lnTo>
                      <a:pt x="2326" y="8746"/>
                    </a:lnTo>
                    <a:lnTo>
                      <a:pt x="2328" y="8746"/>
                    </a:lnTo>
                    <a:cubicBezTo>
                      <a:pt x="2202" y="8654"/>
                      <a:pt x="2082" y="8556"/>
                      <a:pt x="1966" y="8452"/>
                    </a:cubicBezTo>
                    <a:lnTo>
                      <a:pt x="1968" y="8452"/>
                    </a:lnTo>
                    <a:lnTo>
                      <a:pt x="1809" y="8294"/>
                    </a:lnTo>
                    <a:cubicBezTo>
                      <a:pt x="1145" y="7631"/>
                      <a:pt x="706" y="6799"/>
                      <a:pt x="537" y="5883"/>
                    </a:cubicBezTo>
                    <a:lnTo>
                      <a:pt x="506" y="5733"/>
                    </a:lnTo>
                    <a:cubicBezTo>
                      <a:pt x="483" y="5581"/>
                      <a:pt x="466" y="5427"/>
                      <a:pt x="460" y="5274"/>
                    </a:cubicBezTo>
                    <a:lnTo>
                      <a:pt x="463" y="5047"/>
                    </a:lnTo>
                    <a:cubicBezTo>
                      <a:pt x="463" y="4114"/>
                      <a:pt x="740" y="3215"/>
                      <a:pt x="1267" y="2452"/>
                    </a:cubicBezTo>
                    <a:lnTo>
                      <a:pt x="1345" y="2331"/>
                    </a:lnTo>
                    <a:cubicBezTo>
                      <a:pt x="1438" y="2206"/>
                      <a:pt x="1535" y="2085"/>
                      <a:pt x="1637" y="1971"/>
                    </a:cubicBezTo>
                    <a:lnTo>
                      <a:pt x="1639" y="1973"/>
                    </a:lnTo>
                    <a:lnTo>
                      <a:pt x="1799" y="1811"/>
                    </a:lnTo>
                    <a:cubicBezTo>
                      <a:pt x="2460" y="1147"/>
                      <a:pt x="3293" y="707"/>
                      <a:pt x="4208" y="539"/>
                    </a:cubicBezTo>
                    <a:lnTo>
                      <a:pt x="4357" y="506"/>
                    </a:lnTo>
                    <a:cubicBezTo>
                      <a:pt x="4512" y="483"/>
                      <a:pt x="4667" y="466"/>
                      <a:pt x="4821" y="460"/>
                    </a:cubicBezTo>
                    <a:close/>
                    <a:moveTo>
                      <a:pt x="5031" y="0"/>
                    </a:moveTo>
                    <a:cubicBezTo>
                      <a:pt x="4730" y="2"/>
                      <a:pt x="4426" y="30"/>
                      <a:pt x="4124" y="86"/>
                    </a:cubicBezTo>
                    <a:lnTo>
                      <a:pt x="3902" y="134"/>
                    </a:lnTo>
                    <a:lnTo>
                      <a:pt x="3904" y="139"/>
                    </a:lnTo>
                    <a:cubicBezTo>
                      <a:pt x="3058" y="334"/>
                      <a:pt x="2283" y="744"/>
                      <a:pt x="1641" y="1335"/>
                    </a:cubicBezTo>
                    <a:lnTo>
                      <a:pt x="1634" y="1327"/>
                    </a:lnTo>
                    <a:lnTo>
                      <a:pt x="1474" y="1487"/>
                    </a:lnTo>
                    <a:cubicBezTo>
                      <a:pt x="1261" y="1700"/>
                      <a:pt x="1064" y="1938"/>
                      <a:pt x="889" y="2191"/>
                    </a:cubicBezTo>
                    <a:lnTo>
                      <a:pt x="768" y="2378"/>
                    </a:lnTo>
                    <a:lnTo>
                      <a:pt x="772" y="2381"/>
                    </a:lnTo>
                    <a:cubicBezTo>
                      <a:pt x="312" y="3116"/>
                      <a:pt x="53" y="3954"/>
                      <a:pt x="15" y="4831"/>
                    </a:cubicBezTo>
                    <a:lnTo>
                      <a:pt x="0" y="4831"/>
                    </a:lnTo>
                    <a:lnTo>
                      <a:pt x="0" y="5057"/>
                    </a:lnTo>
                    <a:cubicBezTo>
                      <a:pt x="2" y="5360"/>
                      <a:pt x="30" y="5664"/>
                      <a:pt x="86" y="5966"/>
                    </a:cubicBezTo>
                    <a:lnTo>
                      <a:pt x="134" y="6189"/>
                    </a:lnTo>
                    <a:lnTo>
                      <a:pt x="139" y="6187"/>
                    </a:lnTo>
                    <a:cubicBezTo>
                      <a:pt x="334" y="7033"/>
                      <a:pt x="744" y="7808"/>
                      <a:pt x="1335" y="8452"/>
                    </a:cubicBezTo>
                    <a:lnTo>
                      <a:pt x="1327" y="8461"/>
                    </a:lnTo>
                    <a:lnTo>
                      <a:pt x="1485" y="8619"/>
                    </a:lnTo>
                    <a:cubicBezTo>
                      <a:pt x="1699" y="8832"/>
                      <a:pt x="1935" y="9029"/>
                      <a:pt x="2188" y="9202"/>
                    </a:cubicBezTo>
                    <a:lnTo>
                      <a:pt x="2379" y="9328"/>
                    </a:lnTo>
                    <a:lnTo>
                      <a:pt x="2383" y="9323"/>
                    </a:lnTo>
                    <a:cubicBezTo>
                      <a:pt x="3118" y="9782"/>
                      <a:pt x="3954" y="10042"/>
                      <a:pt x="4824" y="10080"/>
                    </a:cubicBezTo>
                    <a:lnTo>
                      <a:pt x="4824" y="10094"/>
                    </a:lnTo>
                    <a:lnTo>
                      <a:pt x="5047" y="10094"/>
                    </a:lnTo>
                    <a:lnTo>
                      <a:pt x="5047" y="10093"/>
                    </a:lnTo>
                    <a:cubicBezTo>
                      <a:pt x="5350" y="10093"/>
                      <a:pt x="5657" y="10065"/>
                      <a:pt x="5963" y="10009"/>
                    </a:cubicBezTo>
                    <a:lnTo>
                      <a:pt x="6186" y="9961"/>
                    </a:lnTo>
                    <a:lnTo>
                      <a:pt x="6184" y="9956"/>
                    </a:lnTo>
                    <a:cubicBezTo>
                      <a:pt x="7030" y="9761"/>
                      <a:pt x="7805" y="9353"/>
                      <a:pt x="8449" y="8761"/>
                    </a:cubicBezTo>
                    <a:lnTo>
                      <a:pt x="8457" y="8770"/>
                    </a:lnTo>
                    <a:lnTo>
                      <a:pt x="8616" y="8613"/>
                    </a:lnTo>
                    <a:cubicBezTo>
                      <a:pt x="8829" y="8399"/>
                      <a:pt x="9026" y="8162"/>
                      <a:pt x="9201" y="7909"/>
                    </a:cubicBezTo>
                    <a:lnTo>
                      <a:pt x="9326" y="7717"/>
                    </a:lnTo>
                    <a:lnTo>
                      <a:pt x="9321" y="7714"/>
                    </a:lnTo>
                    <a:cubicBezTo>
                      <a:pt x="9782" y="6977"/>
                      <a:pt x="10042" y="6139"/>
                      <a:pt x="10080" y="5252"/>
                    </a:cubicBezTo>
                    <a:lnTo>
                      <a:pt x="10094" y="5252"/>
                    </a:lnTo>
                    <a:lnTo>
                      <a:pt x="10093" y="5024"/>
                    </a:lnTo>
                    <a:cubicBezTo>
                      <a:pt x="10091" y="4724"/>
                      <a:pt x="10063" y="4418"/>
                      <a:pt x="10007" y="4119"/>
                    </a:cubicBezTo>
                    <a:lnTo>
                      <a:pt x="9959" y="3904"/>
                    </a:lnTo>
                    <a:lnTo>
                      <a:pt x="9956" y="3906"/>
                    </a:lnTo>
                    <a:cubicBezTo>
                      <a:pt x="9761" y="3060"/>
                      <a:pt x="9351" y="2285"/>
                      <a:pt x="8760" y="1642"/>
                    </a:cubicBezTo>
                    <a:lnTo>
                      <a:pt x="8768" y="1634"/>
                    </a:lnTo>
                    <a:lnTo>
                      <a:pt x="8604" y="1471"/>
                    </a:lnTo>
                    <a:cubicBezTo>
                      <a:pt x="8389" y="1256"/>
                      <a:pt x="8152" y="1061"/>
                      <a:pt x="7900" y="887"/>
                    </a:cubicBezTo>
                    <a:lnTo>
                      <a:pt x="7710" y="765"/>
                    </a:lnTo>
                    <a:lnTo>
                      <a:pt x="7709" y="769"/>
                    </a:lnTo>
                    <a:cubicBezTo>
                      <a:pt x="6974" y="309"/>
                      <a:pt x="6138" y="52"/>
                      <a:pt x="5257" y="14"/>
                    </a:cubicBezTo>
                    <a:lnTo>
                      <a:pt x="525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330;p58">
                <a:extLst>
                  <a:ext uri="{FF2B5EF4-FFF2-40B4-BE49-F238E27FC236}">
                    <a16:creationId xmlns:a16="http://schemas.microsoft.com/office/drawing/2014/main" id="{311EF826-FC09-C99A-2683-893EA7DDC37C}"/>
                  </a:ext>
                </a:extLst>
              </p:cNvPr>
              <p:cNvSpPr/>
              <p:nvPr/>
            </p:nvSpPr>
            <p:spPr>
              <a:xfrm>
                <a:off x="2560075" y="3487825"/>
                <a:ext cx="388100" cy="388800"/>
              </a:xfrm>
              <a:custGeom>
                <a:avLst/>
                <a:gdLst/>
                <a:ahLst/>
                <a:cxnLst/>
                <a:rect l="l" t="t" r="r" b="b"/>
                <a:pathLst>
                  <a:path w="15524" h="15552" extrusionOk="0">
                    <a:moveTo>
                      <a:pt x="8636" y="1"/>
                    </a:moveTo>
                    <a:lnTo>
                      <a:pt x="8479" y="1349"/>
                    </a:lnTo>
                    <a:cubicBezTo>
                      <a:pt x="8683" y="1372"/>
                      <a:pt x="8890" y="1406"/>
                      <a:pt x="9092" y="1451"/>
                    </a:cubicBezTo>
                    <a:lnTo>
                      <a:pt x="9379" y="124"/>
                    </a:lnTo>
                    <a:cubicBezTo>
                      <a:pt x="9135" y="72"/>
                      <a:pt x="8885" y="30"/>
                      <a:pt x="8636" y="1"/>
                    </a:cubicBezTo>
                    <a:close/>
                    <a:moveTo>
                      <a:pt x="5649" y="225"/>
                    </a:moveTo>
                    <a:cubicBezTo>
                      <a:pt x="5407" y="291"/>
                      <a:pt x="5166" y="371"/>
                      <a:pt x="4933" y="460"/>
                    </a:cubicBezTo>
                    <a:lnTo>
                      <a:pt x="5417" y="1727"/>
                    </a:lnTo>
                    <a:cubicBezTo>
                      <a:pt x="5609" y="1653"/>
                      <a:pt x="5809" y="1588"/>
                      <a:pt x="6009" y="1534"/>
                    </a:cubicBezTo>
                    <a:lnTo>
                      <a:pt x="5649" y="225"/>
                    </a:lnTo>
                    <a:close/>
                    <a:moveTo>
                      <a:pt x="12131" y="1314"/>
                    </a:moveTo>
                    <a:lnTo>
                      <a:pt x="11363" y="2432"/>
                    </a:lnTo>
                    <a:cubicBezTo>
                      <a:pt x="11535" y="2548"/>
                      <a:pt x="11702" y="2675"/>
                      <a:pt x="11860" y="2809"/>
                    </a:cubicBezTo>
                    <a:lnTo>
                      <a:pt x="12731" y="1768"/>
                    </a:lnTo>
                    <a:cubicBezTo>
                      <a:pt x="12539" y="1608"/>
                      <a:pt x="12338" y="1454"/>
                      <a:pt x="12131" y="1314"/>
                    </a:cubicBezTo>
                    <a:close/>
                    <a:moveTo>
                      <a:pt x="2391" y="2049"/>
                    </a:moveTo>
                    <a:cubicBezTo>
                      <a:pt x="2207" y="2221"/>
                      <a:pt x="2031" y="2403"/>
                      <a:pt x="1867" y="2591"/>
                    </a:cubicBezTo>
                    <a:lnTo>
                      <a:pt x="2885" y="3486"/>
                    </a:lnTo>
                    <a:cubicBezTo>
                      <a:pt x="3020" y="3333"/>
                      <a:pt x="3167" y="3182"/>
                      <a:pt x="3319" y="3040"/>
                    </a:cubicBezTo>
                    <a:lnTo>
                      <a:pt x="2391" y="2049"/>
                    </a:lnTo>
                    <a:close/>
                    <a:moveTo>
                      <a:pt x="14616" y="4098"/>
                    </a:moveTo>
                    <a:lnTo>
                      <a:pt x="13418" y="4734"/>
                    </a:lnTo>
                    <a:cubicBezTo>
                      <a:pt x="13516" y="4915"/>
                      <a:pt x="13605" y="5105"/>
                      <a:pt x="13683" y="5297"/>
                    </a:cubicBezTo>
                    <a:lnTo>
                      <a:pt x="14937" y="4780"/>
                    </a:lnTo>
                    <a:cubicBezTo>
                      <a:pt x="14842" y="4547"/>
                      <a:pt x="14733" y="4317"/>
                      <a:pt x="14616" y="4098"/>
                    </a:cubicBezTo>
                    <a:close/>
                    <a:moveTo>
                      <a:pt x="352" y="5176"/>
                    </a:moveTo>
                    <a:cubicBezTo>
                      <a:pt x="269" y="5413"/>
                      <a:pt x="197" y="5656"/>
                      <a:pt x="137" y="5898"/>
                    </a:cubicBezTo>
                    <a:lnTo>
                      <a:pt x="1456" y="6221"/>
                    </a:lnTo>
                    <a:lnTo>
                      <a:pt x="1456" y="6219"/>
                    </a:lnTo>
                    <a:cubicBezTo>
                      <a:pt x="1505" y="6019"/>
                      <a:pt x="1565" y="5819"/>
                      <a:pt x="1632" y="5623"/>
                    </a:cubicBezTo>
                    <a:lnTo>
                      <a:pt x="352" y="5176"/>
                    </a:lnTo>
                    <a:close/>
                    <a:moveTo>
                      <a:pt x="14167" y="7722"/>
                    </a:moveTo>
                    <a:lnTo>
                      <a:pt x="14167" y="7750"/>
                    </a:lnTo>
                    <a:cubicBezTo>
                      <a:pt x="14167" y="7959"/>
                      <a:pt x="14157" y="8168"/>
                      <a:pt x="14137" y="8373"/>
                    </a:cubicBezTo>
                    <a:lnTo>
                      <a:pt x="15487" y="8502"/>
                    </a:lnTo>
                    <a:cubicBezTo>
                      <a:pt x="15512" y="8254"/>
                      <a:pt x="15523" y="8002"/>
                      <a:pt x="15523" y="7750"/>
                    </a:cubicBezTo>
                    <a:lnTo>
                      <a:pt x="15523" y="7722"/>
                    </a:lnTo>
                    <a:close/>
                    <a:moveTo>
                      <a:pt x="1342" y="8695"/>
                    </a:moveTo>
                    <a:lnTo>
                      <a:pt x="0" y="8892"/>
                    </a:lnTo>
                    <a:cubicBezTo>
                      <a:pt x="37" y="9140"/>
                      <a:pt x="84" y="9388"/>
                      <a:pt x="146" y="9632"/>
                    </a:cubicBezTo>
                    <a:lnTo>
                      <a:pt x="146" y="9630"/>
                    </a:lnTo>
                    <a:lnTo>
                      <a:pt x="1462" y="9305"/>
                    </a:lnTo>
                    <a:cubicBezTo>
                      <a:pt x="1413" y="9105"/>
                      <a:pt x="1371" y="8899"/>
                      <a:pt x="1342" y="8695"/>
                    </a:cubicBezTo>
                    <a:close/>
                    <a:moveTo>
                      <a:pt x="13430" y="10744"/>
                    </a:moveTo>
                    <a:cubicBezTo>
                      <a:pt x="13334" y="10927"/>
                      <a:pt x="13228" y="11107"/>
                      <a:pt x="13114" y="11281"/>
                    </a:cubicBezTo>
                    <a:lnTo>
                      <a:pt x="14249" y="12026"/>
                    </a:lnTo>
                    <a:cubicBezTo>
                      <a:pt x="14386" y="11816"/>
                      <a:pt x="14515" y="11598"/>
                      <a:pt x="14631" y="11375"/>
                    </a:cubicBezTo>
                    <a:lnTo>
                      <a:pt x="13430" y="10744"/>
                    </a:lnTo>
                    <a:close/>
                    <a:moveTo>
                      <a:pt x="2510" y="11547"/>
                    </a:moveTo>
                    <a:lnTo>
                      <a:pt x="1414" y="12346"/>
                    </a:lnTo>
                    <a:cubicBezTo>
                      <a:pt x="1561" y="12548"/>
                      <a:pt x="1720" y="12746"/>
                      <a:pt x="1887" y="12933"/>
                    </a:cubicBezTo>
                    <a:lnTo>
                      <a:pt x="2901" y="12033"/>
                    </a:lnTo>
                    <a:cubicBezTo>
                      <a:pt x="2762" y="11877"/>
                      <a:pt x="2632" y="11714"/>
                      <a:pt x="2510" y="11547"/>
                    </a:cubicBezTo>
                    <a:close/>
                    <a:moveTo>
                      <a:pt x="11385" y="13055"/>
                    </a:moveTo>
                    <a:cubicBezTo>
                      <a:pt x="11216" y="13173"/>
                      <a:pt x="11038" y="13283"/>
                      <a:pt x="10856" y="13384"/>
                    </a:cubicBezTo>
                    <a:lnTo>
                      <a:pt x="11518" y="14569"/>
                    </a:lnTo>
                    <a:cubicBezTo>
                      <a:pt x="11737" y="14446"/>
                      <a:pt x="11951" y="14312"/>
                      <a:pt x="12158" y="14170"/>
                    </a:cubicBezTo>
                    <a:lnTo>
                      <a:pt x="11385" y="13055"/>
                    </a:lnTo>
                    <a:close/>
                    <a:moveTo>
                      <a:pt x="4869" y="13534"/>
                    </a:moveTo>
                    <a:lnTo>
                      <a:pt x="4269" y="14752"/>
                    </a:lnTo>
                    <a:cubicBezTo>
                      <a:pt x="4495" y="14863"/>
                      <a:pt x="4727" y="14963"/>
                      <a:pt x="4961" y="15051"/>
                    </a:cubicBezTo>
                    <a:lnTo>
                      <a:pt x="5440" y="13782"/>
                    </a:lnTo>
                    <a:cubicBezTo>
                      <a:pt x="5247" y="13709"/>
                      <a:pt x="5056" y="13625"/>
                      <a:pt x="4869" y="13534"/>
                    </a:cubicBezTo>
                    <a:close/>
                    <a:moveTo>
                      <a:pt x="8503" y="14151"/>
                    </a:moveTo>
                    <a:cubicBezTo>
                      <a:pt x="8300" y="14175"/>
                      <a:pt x="8090" y="14190"/>
                      <a:pt x="7882" y="14195"/>
                    </a:cubicBezTo>
                    <a:lnTo>
                      <a:pt x="7917" y="15551"/>
                    </a:lnTo>
                    <a:cubicBezTo>
                      <a:pt x="8168" y="15545"/>
                      <a:pt x="8419" y="15527"/>
                      <a:pt x="8667" y="15497"/>
                    </a:cubicBezTo>
                    <a:lnTo>
                      <a:pt x="8503" y="1415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 name="Google Shape;1331;p58">
              <a:extLst>
                <a:ext uri="{FF2B5EF4-FFF2-40B4-BE49-F238E27FC236}">
                  <a16:creationId xmlns:a16="http://schemas.microsoft.com/office/drawing/2014/main" id="{51354665-E4D7-2B18-A2E4-7824B415B928}"/>
                </a:ext>
              </a:extLst>
            </p:cNvPr>
            <p:cNvSpPr/>
            <p:nvPr/>
          </p:nvSpPr>
          <p:spPr>
            <a:xfrm>
              <a:off x="6445170" y="1955384"/>
              <a:ext cx="432798" cy="432798"/>
            </a:xfrm>
            <a:custGeom>
              <a:avLst/>
              <a:gdLst/>
              <a:ahLst/>
              <a:cxnLst/>
              <a:rect l="l" t="t" r="r" b="b"/>
              <a:pathLst>
                <a:path w="17371" h="17371" extrusionOk="0">
                  <a:moveTo>
                    <a:pt x="8685" y="5061"/>
                  </a:moveTo>
                  <a:cubicBezTo>
                    <a:pt x="10683" y="5061"/>
                    <a:pt x="12308" y="6687"/>
                    <a:pt x="12308" y="8686"/>
                  </a:cubicBezTo>
                  <a:cubicBezTo>
                    <a:pt x="12308" y="10683"/>
                    <a:pt x="10683" y="12309"/>
                    <a:pt x="8685" y="12309"/>
                  </a:cubicBezTo>
                  <a:cubicBezTo>
                    <a:pt x="6686" y="12309"/>
                    <a:pt x="5061" y="10683"/>
                    <a:pt x="5061" y="8686"/>
                  </a:cubicBezTo>
                  <a:cubicBezTo>
                    <a:pt x="5061" y="6687"/>
                    <a:pt x="6686" y="5061"/>
                    <a:pt x="8685" y="5061"/>
                  </a:cubicBezTo>
                  <a:close/>
                  <a:moveTo>
                    <a:pt x="8670" y="1"/>
                  </a:moveTo>
                  <a:lnTo>
                    <a:pt x="8669" y="1813"/>
                  </a:lnTo>
                  <a:lnTo>
                    <a:pt x="8669" y="3415"/>
                  </a:lnTo>
                  <a:cubicBezTo>
                    <a:pt x="8345" y="3415"/>
                    <a:pt x="8028" y="3447"/>
                    <a:pt x="7721" y="3505"/>
                  </a:cubicBezTo>
                  <a:lnTo>
                    <a:pt x="7101" y="144"/>
                  </a:lnTo>
                  <a:cubicBezTo>
                    <a:pt x="5365" y="465"/>
                    <a:pt x="3784" y="1299"/>
                    <a:pt x="2531" y="2556"/>
                  </a:cubicBezTo>
                  <a:lnTo>
                    <a:pt x="4952" y="4968"/>
                  </a:lnTo>
                  <a:cubicBezTo>
                    <a:pt x="4727" y="5193"/>
                    <a:pt x="4524" y="5439"/>
                    <a:pt x="4342" y="5702"/>
                  </a:cubicBezTo>
                  <a:lnTo>
                    <a:pt x="1529" y="3764"/>
                  </a:lnTo>
                  <a:cubicBezTo>
                    <a:pt x="529" y="5216"/>
                    <a:pt x="0" y="6918"/>
                    <a:pt x="0" y="8686"/>
                  </a:cubicBezTo>
                  <a:lnTo>
                    <a:pt x="0" y="8710"/>
                  </a:lnTo>
                  <a:lnTo>
                    <a:pt x="1552" y="8697"/>
                  </a:lnTo>
                  <a:lnTo>
                    <a:pt x="3415" y="8697"/>
                  </a:lnTo>
                  <a:cubicBezTo>
                    <a:pt x="3415" y="9021"/>
                    <a:pt x="3447" y="9336"/>
                    <a:pt x="3503" y="9645"/>
                  </a:cubicBezTo>
                  <a:lnTo>
                    <a:pt x="144" y="10262"/>
                  </a:lnTo>
                  <a:cubicBezTo>
                    <a:pt x="463" y="12000"/>
                    <a:pt x="1296" y="13581"/>
                    <a:pt x="2551" y="14833"/>
                  </a:cubicBezTo>
                  <a:lnTo>
                    <a:pt x="4965" y="12414"/>
                  </a:lnTo>
                  <a:cubicBezTo>
                    <a:pt x="5190" y="12639"/>
                    <a:pt x="5436" y="12844"/>
                    <a:pt x="5698" y="13026"/>
                  </a:cubicBezTo>
                  <a:lnTo>
                    <a:pt x="3759" y="15837"/>
                  </a:lnTo>
                  <a:cubicBezTo>
                    <a:pt x="5211" y="16840"/>
                    <a:pt x="6914" y="17371"/>
                    <a:pt x="8685" y="17371"/>
                  </a:cubicBezTo>
                  <a:lnTo>
                    <a:pt x="8690" y="17371"/>
                  </a:lnTo>
                  <a:lnTo>
                    <a:pt x="8685" y="13956"/>
                  </a:lnTo>
                  <a:cubicBezTo>
                    <a:pt x="9011" y="13956"/>
                    <a:pt x="9330" y="13924"/>
                    <a:pt x="9640" y="13868"/>
                  </a:cubicBezTo>
                  <a:lnTo>
                    <a:pt x="10255" y="17228"/>
                  </a:lnTo>
                  <a:cubicBezTo>
                    <a:pt x="11993" y="16910"/>
                    <a:pt x="13574" y="16079"/>
                    <a:pt x="14828" y="14823"/>
                  </a:cubicBezTo>
                  <a:lnTo>
                    <a:pt x="12412" y="12409"/>
                  </a:lnTo>
                  <a:cubicBezTo>
                    <a:pt x="12637" y="12183"/>
                    <a:pt x="12840" y="11938"/>
                    <a:pt x="13022" y="11676"/>
                  </a:cubicBezTo>
                  <a:lnTo>
                    <a:pt x="15834" y="13617"/>
                  </a:lnTo>
                  <a:lnTo>
                    <a:pt x="15834" y="13619"/>
                  </a:lnTo>
                  <a:cubicBezTo>
                    <a:pt x="16838" y="12163"/>
                    <a:pt x="17370" y="10458"/>
                    <a:pt x="17370" y="8686"/>
                  </a:cubicBezTo>
                  <a:lnTo>
                    <a:pt x="17370" y="8662"/>
                  </a:lnTo>
                  <a:lnTo>
                    <a:pt x="13955" y="8662"/>
                  </a:lnTo>
                  <a:cubicBezTo>
                    <a:pt x="13954" y="8340"/>
                    <a:pt x="13922" y="8023"/>
                    <a:pt x="13866" y="7717"/>
                  </a:cubicBezTo>
                  <a:lnTo>
                    <a:pt x="17225" y="7095"/>
                  </a:lnTo>
                  <a:cubicBezTo>
                    <a:pt x="16903" y="5357"/>
                    <a:pt x="16067" y="3777"/>
                    <a:pt x="14810" y="2527"/>
                  </a:cubicBezTo>
                  <a:lnTo>
                    <a:pt x="12399" y="4950"/>
                  </a:lnTo>
                  <a:cubicBezTo>
                    <a:pt x="12175" y="4726"/>
                    <a:pt x="11928" y="4521"/>
                    <a:pt x="11664" y="4341"/>
                  </a:cubicBezTo>
                  <a:lnTo>
                    <a:pt x="13600" y="1524"/>
                  </a:lnTo>
                  <a:cubicBezTo>
                    <a:pt x="12150" y="528"/>
                    <a:pt x="10450" y="1"/>
                    <a:pt x="868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32;p58">
              <a:extLst>
                <a:ext uri="{FF2B5EF4-FFF2-40B4-BE49-F238E27FC236}">
                  <a16:creationId xmlns:a16="http://schemas.microsoft.com/office/drawing/2014/main" id="{F5490BB5-89D4-31A8-C66A-ED20AE602D02}"/>
                </a:ext>
              </a:extLst>
            </p:cNvPr>
            <p:cNvSpPr/>
            <p:nvPr/>
          </p:nvSpPr>
          <p:spPr>
            <a:xfrm>
              <a:off x="6635207" y="2145524"/>
              <a:ext cx="52800" cy="525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324;p58">
              <a:extLst>
                <a:ext uri="{FF2B5EF4-FFF2-40B4-BE49-F238E27FC236}">
                  <a16:creationId xmlns:a16="http://schemas.microsoft.com/office/drawing/2014/main" id="{C9A3F671-7487-D85E-E012-445219A8C9A3}"/>
                </a:ext>
              </a:extLst>
            </p:cNvPr>
            <p:cNvSpPr/>
            <p:nvPr/>
          </p:nvSpPr>
          <p:spPr>
            <a:xfrm>
              <a:off x="7947969" y="4548367"/>
              <a:ext cx="285300" cy="2853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 name="Google Shape;1333;p58">
              <a:extLst>
                <a:ext uri="{FF2B5EF4-FFF2-40B4-BE49-F238E27FC236}">
                  <a16:creationId xmlns:a16="http://schemas.microsoft.com/office/drawing/2014/main" id="{39FE55A6-8F5C-BCA7-86CC-EEFF7212B9F5}"/>
                </a:ext>
              </a:extLst>
            </p:cNvPr>
            <p:cNvCxnSpPr>
              <a:stCxn id="13" idx="4"/>
              <a:endCxn id="4" idx="0"/>
            </p:cNvCxnSpPr>
            <p:nvPr/>
          </p:nvCxnSpPr>
          <p:spPr>
            <a:xfrm>
              <a:off x="6661607" y="2198024"/>
              <a:ext cx="458100" cy="1272300"/>
            </a:xfrm>
            <a:prstGeom prst="straightConnector1">
              <a:avLst/>
            </a:prstGeom>
            <a:noFill/>
            <a:ln w="19050" cap="flat" cmpd="sng">
              <a:solidFill>
                <a:schemeClr val="dk1"/>
              </a:solidFill>
              <a:prstDash val="solid"/>
              <a:round/>
              <a:headEnd type="none" w="med" len="med"/>
              <a:tailEnd type="none" w="med" len="med"/>
            </a:ln>
          </p:spPr>
        </p:cxnSp>
        <p:cxnSp>
          <p:nvCxnSpPr>
            <p:cNvPr id="16" name="Google Shape;1334;p58">
              <a:extLst>
                <a:ext uri="{FF2B5EF4-FFF2-40B4-BE49-F238E27FC236}">
                  <a16:creationId xmlns:a16="http://schemas.microsoft.com/office/drawing/2014/main" id="{394758B1-5758-D65B-82EC-32AF6D594BFC}"/>
                </a:ext>
              </a:extLst>
            </p:cNvPr>
            <p:cNvCxnSpPr>
              <a:stCxn id="13" idx="5"/>
              <a:endCxn id="7" idx="1"/>
            </p:cNvCxnSpPr>
            <p:nvPr/>
          </p:nvCxnSpPr>
          <p:spPr>
            <a:xfrm>
              <a:off x="6680275" y="2190336"/>
              <a:ext cx="2033400" cy="493500"/>
            </a:xfrm>
            <a:prstGeom prst="straightConnector1">
              <a:avLst/>
            </a:prstGeom>
            <a:noFill/>
            <a:ln w="19050" cap="flat" cmpd="sng">
              <a:solidFill>
                <a:schemeClr val="dk1"/>
              </a:solidFill>
              <a:prstDash val="solid"/>
              <a:round/>
              <a:headEnd type="none" w="med" len="med"/>
              <a:tailEnd type="none" w="med" len="med"/>
            </a:ln>
          </p:spPr>
        </p:cxnSp>
        <p:cxnSp>
          <p:nvCxnSpPr>
            <p:cNvPr id="17" name="Google Shape;1335;p58">
              <a:extLst>
                <a:ext uri="{FF2B5EF4-FFF2-40B4-BE49-F238E27FC236}">
                  <a16:creationId xmlns:a16="http://schemas.microsoft.com/office/drawing/2014/main" id="{A4E04B7A-294D-A340-3D2C-1258DE5AD440}"/>
                </a:ext>
              </a:extLst>
            </p:cNvPr>
            <p:cNvCxnSpPr>
              <a:stCxn id="4" idx="6"/>
              <a:endCxn id="7" idx="3"/>
            </p:cNvCxnSpPr>
            <p:nvPr/>
          </p:nvCxnSpPr>
          <p:spPr>
            <a:xfrm rot="10800000" flipH="1">
              <a:off x="7187719" y="2751677"/>
              <a:ext cx="1526100" cy="786600"/>
            </a:xfrm>
            <a:prstGeom prst="straightConnector1">
              <a:avLst/>
            </a:prstGeom>
            <a:noFill/>
            <a:ln w="19050" cap="flat" cmpd="sng">
              <a:solidFill>
                <a:schemeClr val="dk1"/>
              </a:solidFill>
              <a:prstDash val="solid"/>
              <a:round/>
              <a:headEnd type="none" w="med" len="med"/>
              <a:tailEnd type="none" w="med" len="med"/>
            </a:ln>
          </p:spPr>
        </p:cxnSp>
        <p:cxnSp>
          <p:nvCxnSpPr>
            <p:cNvPr id="18" name="Google Shape;1336;p58">
              <a:extLst>
                <a:ext uri="{FF2B5EF4-FFF2-40B4-BE49-F238E27FC236}">
                  <a16:creationId xmlns:a16="http://schemas.microsoft.com/office/drawing/2014/main" id="{6ED76295-A741-22D6-2547-A1DA4A5C1702}"/>
                </a:ext>
              </a:extLst>
            </p:cNvPr>
            <p:cNvCxnSpPr>
              <a:stCxn id="4" idx="5"/>
              <a:endCxn id="14" idx="1"/>
            </p:cNvCxnSpPr>
            <p:nvPr/>
          </p:nvCxnSpPr>
          <p:spPr>
            <a:xfrm>
              <a:off x="7167773" y="3586431"/>
              <a:ext cx="822000" cy="1003800"/>
            </a:xfrm>
            <a:prstGeom prst="straightConnector1">
              <a:avLst/>
            </a:prstGeom>
            <a:noFill/>
            <a:ln w="19050" cap="flat" cmpd="sng">
              <a:solidFill>
                <a:schemeClr val="dk1"/>
              </a:solidFill>
              <a:prstDash val="solid"/>
              <a:round/>
              <a:headEnd type="none" w="med" len="med"/>
              <a:tailEnd type="none" w="med" len="med"/>
            </a:ln>
          </p:spPr>
        </p:cxnSp>
      </p:grpSp>
      <p:sp>
        <p:nvSpPr>
          <p:cNvPr id="720" name="Google Shape;724;p41">
            <a:extLst>
              <a:ext uri="{FF2B5EF4-FFF2-40B4-BE49-F238E27FC236}">
                <a16:creationId xmlns:a16="http://schemas.microsoft.com/office/drawing/2014/main" id="{501F05AD-66C2-B628-A254-A5AC6ECE0468}"/>
              </a:ext>
            </a:extLst>
          </p:cNvPr>
          <p:cNvSpPr txBox="1">
            <a:spLocks/>
          </p:cNvSpPr>
          <p:nvPr/>
        </p:nvSpPr>
        <p:spPr>
          <a:xfrm>
            <a:off x="744503" y="2023809"/>
            <a:ext cx="7137600" cy="201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Kantumruy Pro"/>
              <a:buNone/>
              <a:defRPr sz="5000" b="0" i="0" u="none" strike="noStrike" cap="none">
                <a:solidFill>
                  <a:schemeClr val="dk1"/>
                </a:solidFill>
                <a:latin typeface="Kantumruy Pro"/>
                <a:ea typeface="Kantumruy Pro"/>
                <a:cs typeface="Kantumruy Pro"/>
                <a:sym typeface="Kantumruy Pro"/>
              </a:defRPr>
            </a:lvl1pPr>
            <a:lvl2pPr marR="0" lvl="1"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9pPr>
          </a:lstStyle>
          <a:p>
            <a:r>
              <a:rPr lang="en-US" dirty="0">
                <a:latin typeface="Kantumruy Pro" panose="020B0604020202020204" charset="0"/>
                <a:ea typeface="Kantumruy Pro SemiBold"/>
                <a:cs typeface="Kantumruy Pro" panose="020B0604020202020204" charset="0"/>
                <a:sym typeface="Kantumruy Pro SemiBold"/>
              </a:rPr>
              <a:t>R</a:t>
            </a:r>
            <a:r>
              <a:rPr lang="en-IN" dirty="0" err="1">
                <a:latin typeface="Kantumruy Pro" panose="020B0604020202020204" charset="0"/>
                <a:ea typeface="Kantumruy Pro SemiBold"/>
                <a:cs typeface="Kantumruy Pro" panose="020B0604020202020204" charset="0"/>
                <a:sym typeface="Kantumruy Pro SemiBold"/>
              </a:rPr>
              <a:t>equirement</a:t>
            </a:r>
            <a:endParaRPr lang="en-IN" dirty="0">
              <a:latin typeface="Kantumruy Pro" panose="020B0604020202020204" charset="0"/>
              <a:ea typeface="Kantumruy Pro SemiBold"/>
              <a:cs typeface="Kantumruy Pro" panose="020B0604020202020204" charset="0"/>
              <a:sym typeface="Kantumruy Pro SemiBold"/>
            </a:endParaRPr>
          </a:p>
          <a:p>
            <a:r>
              <a:rPr lang="en-IN" dirty="0">
                <a:latin typeface="Kantumruy Pro" panose="020B0604020202020204" charset="0"/>
                <a:ea typeface="Kantumruy Pro SemiBold"/>
                <a:cs typeface="Kantumruy Pro" panose="020B0604020202020204" charset="0"/>
                <a:sym typeface="Kantumruy Pro SemiBold"/>
              </a:rPr>
              <a:t>Validation</a:t>
            </a:r>
          </a:p>
        </p:txBody>
      </p:sp>
    </p:spTree>
    <p:extLst>
      <p:ext uri="{BB962C8B-B14F-4D97-AF65-F5344CB8AC3E}">
        <p14:creationId xmlns:p14="http://schemas.microsoft.com/office/powerpoint/2010/main" val="2187931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8" name="Google Shape;858;p46"/>
          <p:cNvSpPr txBox="1">
            <a:spLocks noGrp="1"/>
          </p:cNvSpPr>
          <p:nvPr>
            <p:ph type="body" idx="1"/>
          </p:nvPr>
        </p:nvSpPr>
        <p:spPr>
          <a:xfrm>
            <a:off x="3918858" y="1425842"/>
            <a:ext cx="5036358" cy="1591403"/>
          </a:xfrm>
          <a:prstGeom prst="rect">
            <a:avLst/>
          </a:prstGeom>
        </p:spPr>
        <p:txBody>
          <a:bodyPr spcFirstLastPara="1" wrap="square" lIns="91425" tIns="91425" rIns="91425" bIns="91425" anchor="t" anchorCtr="0">
            <a:noAutofit/>
          </a:bodyPr>
          <a:lstStyle/>
          <a:p>
            <a:pPr marL="285750" indent="-285750" eaLnBrk="0" fontAlgn="base" hangingPunct="0">
              <a:lnSpc>
                <a:spcPct val="100000"/>
              </a:lnSpc>
              <a:spcBef>
                <a:spcPct val="0"/>
              </a:spcBef>
              <a:spcAft>
                <a:spcPct val="0"/>
              </a:spcAft>
              <a:buClrTx/>
              <a:buSzTx/>
            </a:pPr>
            <a:r>
              <a:rPr lang="en-US" altLang="en-US" dirty="0">
                <a:solidFill>
                  <a:schemeClr val="tx1"/>
                </a:solidFill>
                <a:latin typeface="Kantumruy Pro Medium" panose="020B0604020202020204" charset="0"/>
                <a:cs typeface="Kantumruy Pro Medium" panose="020B0604020202020204" charset="0"/>
              </a:rPr>
              <a:t>Ensures requirements define the system the customer actually wants.</a:t>
            </a:r>
          </a:p>
          <a:p>
            <a:pPr marL="285750" indent="-285750" eaLnBrk="0" fontAlgn="base" hangingPunct="0">
              <a:lnSpc>
                <a:spcPct val="100000"/>
              </a:lnSpc>
              <a:spcBef>
                <a:spcPct val="0"/>
              </a:spcBef>
              <a:spcAft>
                <a:spcPct val="0"/>
              </a:spcAft>
              <a:buClrTx/>
              <a:buSzTx/>
            </a:pPr>
            <a:r>
              <a:rPr lang="en-US" altLang="en-US" dirty="0">
                <a:solidFill>
                  <a:schemeClr val="tx1"/>
                </a:solidFill>
                <a:latin typeface="Kantumruy Pro Medium" panose="020B0604020202020204" charset="0"/>
                <a:cs typeface="Kantumruy Pro Medium" panose="020B0604020202020204" charset="0"/>
              </a:rPr>
              <a:t>Focused on detecting problems in requirements.</a:t>
            </a:r>
          </a:p>
          <a:p>
            <a:pPr marL="285750" indent="-285750" eaLnBrk="0" fontAlgn="base" hangingPunct="0">
              <a:lnSpc>
                <a:spcPct val="100000"/>
              </a:lnSpc>
              <a:spcBef>
                <a:spcPct val="0"/>
              </a:spcBef>
              <a:spcAft>
                <a:spcPct val="0"/>
              </a:spcAft>
              <a:buClrTx/>
              <a:buSzTx/>
            </a:pPr>
            <a:r>
              <a:rPr lang="en-US" altLang="en-US" b="1" dirty="0">
                <a:solidFill>
                  <a:schemeClr val="tx1"/>
                </a:solidFill>
                <a:latin typeface="Kantumruy Pro Medium" panose="020B0604020202020204" charset="0"/>
                <a:cs typeface="Kantumruy Pro Medium" panose="020B0604020202020204" charset="0"/>
              </a:rPr>
              <a:t>Importance</a:t>
            </a:r>
            <a:r>
              <a:rPr lang="en-US" altLang="en-US" dirty="0">
                <a:solidFill>
                  <a:schemeClr val="tx1"/>
                </a:solidFill>
                <a:latin typeface="Kantumruy Pro Medium" panose="020B0604020202020204" charset="0"/>
                <a:cs typeface="Kantumruy Pro Medium" panose="020B0604020202020204" charset="0"/>
              </a:rPr>
              <a:t>:</a:t>
            </a:r>
          </a:p>
          <a:p>
            <a:pPr marL="742950" lvl="1" indent="-285750" eaLnBrk="0" fontAlgn="base" hangingPunct="0">
              <a:lnSpc>
                <a:spcPct val="100000"/>
              </a:lnSpc>
              <a:spcBef>
                <a:spcPct val="0"/>
              </a:spcBef>
              <a:spcAft>
                <a:spcPct val="0"/>
              </a:spcAft>
              <a:buClrTx/>
              <a:buSzTx/>
            </a:pPr>
            <a:r>
              <a:rPr lang="en-US" altLang="en-US" dirty="0">
                <a:solidFill>
                  <a:schemeClr val="tx1"/>
                </a:solidFill>
                <a:latin typeface="Kantumruy Pro Medium" panose="020B0604020202020204" charset="0"/>
                <a:cs typeface="Kantumruy Pro Medium" panose="020B0604020202020204" charset="0"/>
              </a:rPr>
              <a:t>Errors in requirements documents are costly if discovered late.</a:t>
            </a:r>
          </a:p>
          <a:p>
            <a:pPr marL="742950" lvl="1" indent="-285750" eaLnBrk="0" fontAlgn="base" hangingPunct="0">
              <a:lnSpc>
                <a:spcPct val="100000"/>
              </a:lnSpc>
              <a:spcBef>
                <a:spcPct val="0"/>
              </a:spcBef>
              <a:spcAft>
                <a:spcPct val="0"/>
              </a:spcAft>
              <a:buClrTx/>
              <a:buSzTx/>
            </a:pPr>
            <a:r>
              <a:rPr lang="en-US" altLang="en-US" dirty="0">
                <a:solidFill>
                  <a:schemeClr val="tx1"/>
                </a:solidFill>
                <a:latin typeface="Kantumruy Pro Medium" panose="020B0604020202020204" charset="0"/>
                <a:cs typeface="Kantumruy Pro Medium" panose="020B0604020202020204" charset="0"/>
              </a:rPr>
              <a:t>Fixing requirement errors is more expensive than fixing design or coding errors because if Requirement changes it will directly affect design, implementation, and testing.</a:t>
            </a:r>
          </a:p>
          <a:p>
            <a:pPr marL="0" indent="0" eaLnBrk="0" fontAlgn="base" hangingPunct="0">
              <a:lnSpc>
                <a:spcPct val="100000"/>
              </a:lnSpc>
              <a:spcBef>
                <a:spcPct val="0"/>
              </a:spcBef>
              <a:spcAft>
                <a:spcPct val="0"/>
              </a:spcAft>
              <a:buClrTx/>
              <a:buSzTx/>
              <a:buNone/>
            </a:pPr>
            <a:endParaRPr lang="en-US" altLang="en-US" dirty="0">
              <a:solidFill>
                <a:schemeClr val="tx1"/>
              </a:solidFill>
              <a:latin typeface="Kantumruy Pro Medium" panose="020B0604020202020204" charset="0"/>
              <a:cs typeface="Kantumruy Pro Medium" panose="020B0604020202020204" charset="0"/>
            </a:endParaRPr>
          </a:p>
        </p:txBody>
      </p:sp>
      <p:grpSp>
        <p:nvGrpSpPr>
          <p:cNvPr id="859" name="Google Shape;859;p46"/>
          <p:cNvGrpSpPr/>
          <p:nvPr/>
        </p:nvGrpSpPr>
        <p:grpSpPr>
          <a:xfrm>
            <a:off x="6684971" y="-644076"/>
            <a:ext cx="2639795" cy="1853191"/>
            <a:chOff x="6684971" y="-644076"/>
            <a:chExt cx="2639795" cy="1853191"/>
          </a:xfrm>
        </p:grpSpPr>
        <p:grpSp>
          <p:nvGrpSpPr>
            <p:cNvPr id="860" name="Google Shape;860;p46"/>
            <p:cNvGrpSpPr/>
            <p:nvPr/>
          </p:nvGrpSpPr>
          <p:grpSpPr>
            <a:xfrm>
              <a:off x="8521968" y="406316"/>
              <a:ext cx="802799" cy="802799"/>
              <a:chOff x="353675" y="3417700"/>
              <a:chExt cx="527775" cy="527775"/>
            </a:xfrm>
          </p:grpSpPr>
          <p:sp>
            <p:nvSpPr>
              <p:cNvPr id="861" name="Google Shape;861;p46"/>
              <p:cNvSpPr/>
              <p:nvPr/>
            </p:nvSpPr>
            <p:spPr>
              <a:xfrm>
                <a:off x="444125" y="3731600"/>
                <a:ext cx="15050" cy="16050"/>
              </a:xfrm>
              <a:custGeom>
                <a:avLst/>
                <a:gdLst/>
                <a:ahLst/>
                <a:cxnLst/>
                <a:rect l="l" t="t" r="r" b="b"/>
                <a:pathLst>
                  <a:path w="602" h="642" extrusionOk="0">
                    <a:moveTo>
                      <a:pt x="432" y="0"/>
                    </a:moveTo>
                    <a:lnTo>
                      <a:pt x="1" y="144"/>
                    </a:lnTo>
                    <a:lnTo>
                      <a:pt x="52" y="297"/>
                    </a:lnTo>
                    <a:cubicBezTo>
                      <a:pt x="73" y="360"/>
                      <a:pt x="96" y="425"/>
                      <a:pt x="120" y="489"/>
                    </a:cubicBezTo>
                    <a:lnTo>
                      <a:pt x="174" y="641"/>
                    </a:lnTo>
                    <a:lnTo>
                      <a:pt x="602" y="486"/>
                    </a:lnTo>
                    <a:lnTo>
                      <a:pt x="546" y="332"/>
                    </a:lnTo>
                    <a:cubicBezTo>
                      <a:pt x="524" y="273"/>
                      <a:pt x="503" y="213"/>
                      <a:pt x="483" y="154"/>
                    </a:cubicBezTo>
                    <a:lnTo>
                      <a:pt x="432"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46"/>
              <p:cNvSpPr/>
              <p:nvPr/>
            </p:nvSpPr>
            <p:spPr>
              <a:xfrm>
                <a:off x="438375" y="3708450"/>
                <a:ext cx="13700" cy="15025"/>
              </a:xfrm>
              <a:custGeom>
                <a:avLst/>
                <a:gdLst/>
                <a:ahLst/>
                <a:cxnLst/>
                <a:rect l="l" t="t" r="r" b="b"/>
                <a:pathLst>
                  <a:path w="548" h="601" extrusionOk="0">
                    <a:moveTo>
                      <a:pt x="447" y="1"/>
                    </a:moveTo>
                    <a:lnTo>
                      <a:pt x="1" y="83"/>
                    </a:lnTo>
                    <a:lnTo>
                      <a:pt x="29" y="242"/>
                    </a:lnTo>
                    <a:cubicBezTo>
                      <a:pt x="42" y="310"/>
                      <a:pt x="55" y="376"/>
                      <a:pt x="69" y="442"/>
                    </a:cubicBezTo>
                    <a:lnTo>
                      <a:pt x="103" y="601"/>
                    </a:lnTo>
                    <a:lnTo>
                      <a:pt x="548" y="505"/>
                    </a:lnTo>
                    <a:lnTo>
                      <a:pt x="513" y="346"/>
                    </a:lnTo>
                    <a:cubicBezTo>
                      <a:pt x="500" y="285"/>
                      <a:pt x="488" y="222"/>
                      <a:pt x="477" y="161"/>
                    </a:cubicBezTo>
                    <a:lnTo>
                      <a:pt x="44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46"/>
              <p:cNvSpPr/>
              <p:nvPr/>
            </p:nvSpPr>
            <p:spPr>
              <a:xfrm>
                <a:off x="436125" y="3684825"/>
                <a:ext cx="12125" cy="13675"/>
              </a:xfrm>
              <a:custGeom>
                <a:avLst/>
                <a:gdLst/>
                <a:ahLst/>
                <a:cxnLst/>
                <a:rect l="l" t="t" r="r" b="b"/>
                <a:pathLst>
                  <a:path w="485" h="547" extrusionOk="0">
                    <a:moveTo>
                      <a:pt x="454" y="1"/>
                    </a:moveTo>
                    <a:lnTo>
                      <a:pt x="0" y="19"/>
                    </a:lnTo>
                    <a:lnTo>
                      <a:pt x="7" y="181"/>
                    </a:lnTo>
                    <a:cubicBezTo>
                      <a:pt x="10" y="249"/>
                      <a:pt x="13" y="316"/>
                      <a:pt x="18" y="384"/>
                    </a:cubicBezTo>
                    <a:lnTo>
                      <a:pt x="30" y="546"/>
                    </a:lnTo>
                    <a:lnTo>
                      <a:pt x="484" y="515"/>
                    </a:lnTo>
                    <a:lnTo>
                      <a:pt x="473" y="351"/>
                    </a:lnTo>
                    <a:lnTo>
                      <a:pt x="473" y="353"/>
                    </a:lnTo>
                    <a:cubicBezTo>
                      <a:pt x="468" y="290"/>
                      <a:pt x="464" y="226"/>
                      <a:pt x="461" y="163"/>
                    </a:cubicBezTo>
                    <a:lnTo>
                      <a:pt x="4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46"/>
              <p:cNvSpPr/>
              <p:nvPr/>
            </p:nvSpPr>
            <p:spPr>
              <a:xfrm>
                <a:off x="436275" y="3660025"/>
                <a:ext cx="12425" cy="13925"/>
              </a:xfrm>
              <a:custGeom>
                <a:avLst/>
                <a:gdLst/>
                <a:ahLst/>
                <a:cxnLst/>
                <a:rect l="l" t="t" r="r" b="b"/>
                <a:pathLst>
                  <a:path w="497" h="557" extrusionOk="0">
                    <a:moveTo>
                      <a:pt x="44" y="0"/>
                    </a:moveTo>
                    <a:lnTo>
                      <a:pt x="29" y="162"/>
                    </a:lnTo>
                    <a:cubicBezTo>
                      <a:pt x="22" y="230"/>
                      <a:pt x="16" y="297"/>
                      <a:pt x="11" y="365"/>
                    </a:cubicBezTo>
                    <a:lnTo>
                      <a:pt x="1" y="527"/>
                    </a:lnTo>
                    <a:lnTo>
                      <a:pt x="453" y="557"/>
                    </a:lnTo>
                    <a:lnTo>
                      <a:pt x="465" y="395"/>
                    </a:lnTo>
                    <a:cubicBezTo>
                      <a:pt x="470" y="332"/>
                      <a:pt x="475" y="269"/>
                      <a:pt x="480" y="207"/>
                    </a:cubicBezTo>
                    <a:lnTo>
                      <a:pt x="496" y="45"/>
                    </a:lnTo>
                    <a:lnTo>
                      <a:pt x="4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46"/>
              <p:cNvSpPr/>
              <p:nvPr/>
            </p:nvSpPr>
            <p:spPr>
              <a:xfrm>
                <a:off x="439175" y="3635150"/>
                <a:ext cx="13975" cy="15225"/>
              </a:xfrm>
              <a:custGeom>
                <a:avLst/>
                <a:gdLst/>
                <a:ahLst/>
                <a:cxnLst/>
                <a:rect l="l" t="t" r="r" b="b"/>
                <a:pathLst>
                  <a:path w="559" h="609" extrusionOk="0">
                    <a:moveTo>
                      <a:pt x="116" y="0"/>
                    </a:moveTo>
                    <a:lnTo>
                      <a:pt x="78" y="159"/>
                    </a:lnTo>
                    <a:cubicBezTo>
                      <a:pt x="63" y="223"/>
                      <a:pt x="48" y="290"/>
                      <a:pt x="33" y="356"/>
                    </a:cubicBezTo>
                    <a:lnTo>
                      <a:pt x="0" y="516"/>
                    </a:lnTo>
                    <a:lnTo>
                      <a:pt x="445" y="608"/>
                    </a:lnTo>
                    <a:lnTo>
                      <a:pt x="478" y="450"/>
                    </a:lnTo>
                    <a:lnTo>
                      <a:pt x="479" y="450"/>
                    </a:lnTo>
                    <a:cubicBezTo>
                      <a:pt x="491" y="389"/>
                      <a:pt x="506" y="326"/>
                      <a:pt x="521" y="265"/>
                    </a:cubicBezTo>
                    <a:lnTo>
                      <a:pt x="559" y="108"/>
                    </a:lnTo>
                    <a:lnTo>
                      <a:pt x="1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46"/>
              <p:cNvSpPr/>
              <p:nvPr/>
            </p:nvSpPr>
            <p:spPr>
              <a:xfrm>
                <a:off x="453250" y="3753725"/>
                <a:ext cx="16100" cy="16800"/>
              </a:xfrm>
              <a:custGeom>
                <a:avLst/>
                <a:gdLst/>
                <a:ahLst/>
                <a:cxnLst/>
                <a:rect l="l" t="t" r="r" b="b"/>
                <a:pathLst>
                  <a:path w="644" h="672" extrusionOk="0">
                    <a:moveTo>
                      <a:pt x="409" y="1"/>
                    </a:moveTo>
                    <a:lnTo>
                      <a:pt x="1" y="202"/>
                    </a:lnTo>
                    <a:lnTo>
                      <a:pt x="73" y="348"/>
                    </a:lnTo>
                    <a:cubicBezTo>
                      <a:pt x="105" y="409"/>
                      <a:pt x="134" y="468"/>
                      <a:pt x="166" y="528"/>
                    </a:cubicBezTo>
                    <a:lnTo>
                      <a:pt x="244" y="671"/>
                    </a:lnTo>
                    <a:lnTo>
                      <a:pt x="643" y="457"/>
                    </a:lnTo>
                    <a:lnTo>
                      <a:pt x="567" y="313"/>
                    </a:lnTo>
                    <a:cubicBezTo>
                      <a:pt x="538" y="258"/>
                      <a:pt x="510" y="202"/>
                      <a:pt x="480" y="144"/>
                    </a:cubicBezTo>
                    <a:lnTo>
                      <a:pt x="40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46"/>
              <p:cNvSpPr/>
              <p:nvPr/>
            </p:nvSpPr>
            <p:spPr>
              <a:xfrm>
                <a:off x="498850" y="3810100"/>
                <a:ext cx="17300" cy="17050"/>
              </a:xfrm>
              <a:custGeom>
                <a:avLst/>
                <a:gdLst/>
                <a:ahLst/>
                <a:cxnLst/>
                <a:rect l="l" t="t" r="r" b="b"/>
                <a:pathLst>
                  <a:path w="692" h="682" extrusionOk="0">
                    <a:moveTo>
                      <a:pt x="291" y="1"/>
                    </a:moveTo>
                    <a:lnTo>
                      <a:pt x="1" y="351"/>
                    </a:lnTo>
                    <a:lnTo>
                      <a:pt x="126" y="455"/>
                    </a:lnTo>
                    <a:cubicBezTo>
                      <a:pt x="177" y="498"/>
                      <a:pt x="230" y="539"/>
                      <a:pt x="285" y="581"/>
                    </a:cubicBezTo>
                    <a:lnTo>
                      <a:pt x="412" y="681"/>
                    </a:lnTo>
                    <a:lnTo>
                      <a:pt x="691" y="323"/>
                    </a:lnTo>
                    <a:lnTo>
                      <a:pt x="564" y="224"/>
                    </a:lnTo>
                    <a:cubicBezTo>
                      <a:pt x="514" y="184"/>
                      <a:pt x="465" y="144"/>
                      <a:pt x="415" y="103"/>
                    </a:cubicBezTo>
                    <a:lnTo>
                      <a:pt x="415" y="105"/>
                    </a:lnTo>
                    <a:lnTo>
                      <a:pt x="29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46"/>
              <p:cNvSpPr/>
              <p:nvPr/>
            </p:nvSpPr>
            <p:spPr>
              <a:xfrm>
                <a:off x="502475" y="3533250"/>
                <a:ext cx="17300" cy="16925"/>
              </a:xfrm>
              <a:custGeom>
                <a:avLst/>
                <a:gdLst/>
                <a:ahLst/>
                <a:cxnLst/>
                <a:rect l="l" t="t" r="r" b="b"/>
                <a:pathLst>
                  <a:path w="692" h="677" extrusionOk="0">
                    <a:moveTo>
                      <a:pt x="421" y="1"/>
                    </a:moveTo>
                    <a:lnTo>
                      <a:pt x="290" y="97"/>
                    </a:lnTo>
                    <a:cubicBezTo>
                      <a:pt x="236" y="136"/>
                      <a:pt x="183" y="178"/>
                      <a:pt x="130" y="219"/>
                    </a:cubicBezTo>
                    <a:lnTo>
                      <a:pt x="1" y="320"/>
                    </a:lnTo>
                    <a:lnTo>
                      <a:pt x="282" y="676"/>
                    </a:lnTo>
                    <a:lnTo>
                      <a:pt x="409" y="577"/>
                    </a:lnTo>
                    <a:cubicBezTo>
                      <a:pt x="460" y="538"/>
                      <a:pt x="510" y="500"/>
                      <a:pt x="561" y="462"/>
                    </a:cubicBezTo>
                    <a:lnTo>
                      <a:pt x="692" y="366"/>
                    </a:lnTo>
                    <a:lnTo>
                      <a:pt x="42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46"/>
              <p:cNvSpPr/>
              <p:nvPr/>
            </p:nvSpPr>
            <p:spPr>
              <a:xfrm>
                <a:off x="465650" y="3774425"/>
                <a:ext cx="16800" cy="17200"/>
              </a:xfrm>
              <a:custGeom>
                <a:avLst/>
                <a:gdLst/>
                <a:ahLst/>
                <a:cxnLst/>
                <a:rect l="l" t="t" r="r" b="b"/>
                <a:pathLst>
                  <a:path w="672" h="688" extrusionOk="0">
                    <a:moveTo>
                      <a:pt x="374" y="0"/>
                    </a:moveTo>
                    <a:lnTo>
                      <a:pt x="0" y="258"/>
                    </a:lnTo>
                    <a:lnTo>
                      <a:pt x="91" y="392"/>
                    </a:lnTo>
                    <a:cubicBezTo>
                      <a:pt x="129" y="446"/>
                      <a:pt x="169" y="502"/>
                      <a:pt x="208" y="557"/>
                    </a:cubicBezTo>
                    <a:lnTo>
                      <a:pt x="304" y="688"/>
                    </a:lnTo>
                    <a:lnTo>
                      <a:pt x="671" y="420"/>
                    </a:lnTo>
                    <a:lnTo>
                      <a:pt x="575" y="289"/>
                    </a:lnTo>
                    <a:cubicBezTo>
                      <a:pt x="539" y="238"/>
                      <a:pt x="503" y="187"/>
                      <a:pt x="466" y="134"/>
                    </a:cubicBezTo>
                    <a:lnTo>
                      <a:pt x="374"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46"/>
              <p:cNvSpPr/>
              <p:nvPr/>
            </p:nvSpPr>
            <p:spPr>
              <a:xfrm>
                <a:off x="480925" y="3793325"/>
                <a:ext cx="17200" cy="17300"/>
              </a:xfrm>
              <a:custGeom>
                <a:avLst/>
                <a:gdLst/>
                <a:ahLst/>
                <a:cxnLst/>
                <a:rect l="l" t="t" r="r" b="b"/>
                <a:pathLst>
                  <a:path w="688" h="692" extrusionOk="0">
                    <a:moveTo>
                      <a:pt x="336" y="1"/>
                    </a:moveTo>
                    <a:lnTo>
                      <a:pt x="1" y="308"/>
                    </a:lnTo>
                    <a:lnTo>
                      <a:pt x="110" y="427"/>
                    </a:lnTo>
                    <a:cubicBezTo>
                      <a:pt x="156" y="477"/>
                      <a:pt x="202" y="526"/>
                      <a:pt x="248" y="576"/>
                    </a:cubicBezTo>
                    <a:lnTo>
                      <a:pt x="362" y="691"/>
                    </a:lnTo>
                    <a:lnTo>
                      <a:pt x="688" y="376"/>
                    </a:lnTo>
                    <a:lnTo>
                      <a:pt x="575" y="259"/>
                    </a:lnTo>
                    <a:cubicBezTo>
                      <a:pt x="531" y="214"/>
                      <a:pt x="488" y="168"/>
                      <a:pt x="445" y="122"/>
                    </a:cubicBez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46"/>
              <p:cNvSpPr/>
              <p:nvPr/>
            </p:nvSpPr>
            <p:spPr>
              <a:xfrm>
                <a:off x="519125" y="3824400"/>
                <a:ext cx="17050" cy="16450"/>
              </a:xfrm>
              <a:custGeom>
                <a:avLst/>
                <a:gdLst/>
                <a:ahLst/>
                <a:cxnLst/>
                <a:rect l="l" t="t" r="r" b="b"/>
                <a:pathLst>
                  <a:path w="682" h="658" extrusionOk="0">
                    <a:moveTo>
                      <a:pt x="239" y="0"/>
                    </a:moveTo>
                    <a:lnTo>
                      <a:pt x="1" y="387"/>
                    </a:lnTo>
                    <a:lnTo>
                      <a:pt x="138" y="473"/>
                    </a:lnTo>
                    <a:cubicBezTo>
                      <a:pt x="196" y="507"/>
                      <a:pt x="254" y="542"/>
                      <a:pt x="313" y="575"/>
                    </a:cubicBezTo>
                    <a:lnTo>
                      <a:pt x="453" y="658"/>
                    </a:lnTo>
                    <a:lnTo>
                      <a:pt x="681" y="263"/>
                    </a:lnTo>
                    <a:lnTo>
                      <a:pt x="539" y="182"/>
                    </a:lnTo>
                    <a:cubicBezTo>
                      <a:pt x="485" y="151"/>
                      <a:pt x="430" y="118"/>
                      <a:pt x="377" y="85"/>
                    </a:cubicBezTo>
                    <a:lnTo>
                      <a:pt x="376" y="85"/>
                    </a:lnTo>
                    <a:lnTo>
                      <a:pt x="23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46"/>
              <p:cNvSpPr/>
              <p:nvPr/>
            </p:nvSpPr>
            <p:spPr>
              <a:xfrm>
                <a:off x="484100" y="3549250"/>
                <a:ext cx="17250" cy="17250"/>
              </a:xfrm>
              <a:custGeom>
                <a:avLst/>
                <a:gdLst/>
                <a:ahLst/>
                <a:cxnLst/>
                <a:rect l="l" t="t" r="r" b="b"/>
                <a:pathLst>
                  <a:path w="690" h="690" extrusionOk="0">
                    <a:moveTo>
                      <a:pt x="371" y="0"/>
                    </a:moveTo>
                    <a:lnTo>
                      <a:pt x="255" y="114"/>
                    </a:lnTo>
                    <a:cubicBezTo>
                      <a:pt x="207" y="160"/>
                      <a:pt x="159" y="208"/>
                      <a:pt x="113" y="258"/>
                    </a:cubicBezTo>
                    <a:lnTo>
                      <a:pt x="1" y="374"/>
                    </a:lnTo>
                    <a:lnTo>
                      <a:pt x="328" y="689"/>
                    </a:lnTo>
                    <a:lnTo>
                      <a:pt x="440" y="573"/>
                    </a:lnTo>
                    <a:cubicBezTo>
                      <a:pt x="485" y="527"/>
                      <a:pt x="529" y="483"/>
                      <a:pt x="574" y="438"/>
                    </a:cubicBezTo>
                    <a:lnTo>
                      <a:pt x="690" y="324"/>
                    </a:lnTo>
                    <a:lnTo>
                      <a:pt x="37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46"/>
              <p:cNvSpPr/>
              <p:nvPr/>
            </p:nvSpPr>
            <p:spPr>
              <a:xfrm>
                <a:off x="771200" y="3603750"/>
                <a:ext cx="15600" cy="16475"/>
              </a:xfrm>
              <a:custGeom>
                <a:avLst/>
                <a:gdLst/>
                <a:ahLst/>
                <a:cxnLst/>
                <a:rect l="l" t="t" r="r" b="b"/>
                <a:pathLst>
                  <a:path w="624" h="659" extrusionOk="0">
                    <a:moveTo>
                      <a:pt x="415" y="1"/>
                    </a:moveTo>
                    <a:lnTo>
                      <a:pt x="0" y="188"/>
                    </a:lnTo>
                    <a:lnTo>
                      <a:pt x="66" y="335"/>
                    </a:lnTo>
                    <a:cubicBezTo>
                      <a:pt x="93" y="392"/>
                      <a:pt x="118" y="450"/>
                      <a:pt x="142" y="508"/>
                    </a:cubicBezTo>
                    <a:lnTo>
                      <a:pt x="204" y="658"/>
                    </a:lnTo>
                    <a:lnTo>
                      <a:pt x="623" y="485"/>
                    </a:lnTo>
                    <a:lnTo>
                      <a:pt x="562" y="335"/>
                    </a:lnTo>
                    <a:cubicBezTo>
                      <a:pt x="536" y="272"/>
                      <a:pt x="509" y="211"/>
                      <a:pt x="481" y="150"/>
                    </a:cubicBezTo>
                    <a:lnTo>
                      <a:pt x="4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46"/>
              <p:cNvSpPr/>
              <p:nvPr/>
            </p:nvSpPr>
            <p:spPr>
              <a:xfrm>
                <a:off x="759500" y="3581750"/>
                <a:ext cx="16525" cy="17025"/>
              </a:xfrm>
              <a:custGeom>
                <a:avLst/>
                <a:gdLst/>
                <a:ahLst/>
                <a:cxnLst/>
                <a:rect l="l" t="t" r="r" b="b"/>
                <a:pathLst>
                  <a:path w="661" h="681" extrusionOk="0">
                    <a:moveTo>
                      <a:pt x="386" y="0"/>
                    </a:moveTo>
                    <a:lnTo>
                      <a:pt x="1" y="242"/>
                    </a:lnTo>
                    <a:lnTo>
                      <a:pt x="87" y="379"/>
                    </a:lnTo>
                    <a:cubicBezTo>
                      <a:pt x="121" y="432"/>
                      <a:pt x="154" y="486"/>
                      <a:pt x="186" y="541"/>
                    </a:cubicBezTo>
                    <a:lnTo>
                      <a:pt x="268" y="681"/>
                    </a:lnTo>
                    <a:lnTo>
                      <a:pt x="660" y="450"/>
                    </a:lnTo>
                    <a:lnTo>
                      <a:pt x="577" y="309"/>
                    </a:lnTo>
                    <a:cubicBezTo>
                      <a:pt x="543" y="251"/>
                      <a:pt x="508" y="194"/>
                      <a:pt x="472" y="137"/>
                    </a:cubicBezTo>
                    <a:lnTo>
                      <a:pt x="38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46"/>
              <p:cNvSpPr/>
              <p:nvPr/>
            </p:nvSpPr>
            <p:spPr>
              <a:xfrm>
                <a:off x="779875" y="3627300"/>
                <a:ext cx="14425" cy="15600"/>
              </a:xfrm>
              <a:custGeom>
                <a:avLst/>
                <a:gdLst/>
                <a:ahLst/>
                <a:cxnLst/>
                <a:rect l="l" t="t" r="r" b="b"/>
                <a:pathLst>
                  <a:path w="577" h="624" extrusionOk="0">
                    <a:moveTo>
                      <a:pt x="438" y="1"/>
                    </a:moveTo>
                    <a:lnTo>
                      <a:pt x="0" y="128"/>
                    </a:lnTo>
                    <a:lnTo>
                      <a:pt x="47" y="283"/>
                    </a:lnTo>
                    <a:cubicBezTo>
                      <a:pt x="63" y="344"/>
                      <a:pt x="80" y="405"/>
                      <a:pt x="96" y="466"/>
                    </a:cubicBezTo>
                    <a:lnTo>
                      <a:pt x="136" y="623"/>
                    </a:lnTo>
                    <a:lnTo>
                      <a:pt x="577" y="509"/>
                    </a:lnTo>
                    <a:lnTo>
                      <a:pt x="536" y="352"/>
                    </a:lnTo>
                    <a:cubicBezTo>
                      <a:pt x="519" y="288"/>
                      <a:pt x="501" y="222"/>
                      <a:pt x="483" y="158"/>
                    </a:cubicBezTo>
                    <a:lnTo>
                      <a:pt x="43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46"/>
              <p:cNvSpPr/>
              <p:nvPr/>
            </p:nvSpPr>
            <p:spPr>
              <a:xfrm>
                <a:off x="745050" y="3561625"/>
                <a:ext cx="17075" cy="17300"/>
              </a:xfrm>
              <a:custGeom>
                <a:avLst/>
                <a:gdLst/>
                <a:ahLst/>
                <a:cxnLst/>
                <a:rect l="l" t="t" r="r" b="b"/>
                <a:pathLst>
                  <a:path w="683" h="692" extrusionOk="0">
                    <a:moveTo>
                      <a:pt x="349" y="1"/>
                    </a:moveTo>
                    <a:lnTo>
                      <a:pt x="1" y="293"/>
                    </a:lnTo>
                    <a:lnTo>
                      <a:pt x="105" y="417"/>
                    </a:lnTo>
                    <a:lnTo>
                      <a:pt x="106" y="417"/>
                    </a:lnTo>
                    <a:cubicBezTo>
                      <a:pt x="146" y="465"/>
                      <a:pt x="187" y="515"/>
                      <a:pt x="227" y="564"/>
                    </a:cubicBezTo>
                    <a:lnTo>
                      <a:pt x="328" y="691"/>
                    </a:lnTo>
                    <a:lnTo>
                      <a:pt x="683" y="409"/>
                    </a:lnTo>
                    <a:lnTo>
                      <a:pt x="582" y="282"/>
                    </a:lnTo>
                    <a:cubicBezTo>
                      <a:pt x="539" y="229"/>
                      <a:pt x="496" y="176"/>
                      <a:pt x="453" y="125"/>
                    </a:cubicBezTo>
                    <a:lnTo>
                      <a:pt x="3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46"/>
              <p:cNvSpPr/>
              <p:nvPr/>
            </p:nvSpPr>
            <p:spPr>
              <a:xfrm>
                <a:off x="785400" y="3651950"/>
                <a:ext cx="12925" cy="14375"/>
              </a:xfrm>
              <a:custGeom>
                <a:avLst/>
                <a:gdLst/>
                <a:ahLst/>
                <a:cxnLst/>
                <a:rect l="l" t="t" r="r" b="b"/>
                <a:pathLst>
                  <a:path w="517" h="575" extrusionOk="0">
                    <a:moveTo>
                      <a:pt x="450" y="1"/>
                    </a:moveTo>
                    <a:lnTo>
                      <a:pt x="1" y="64"/>
                    </a:lnTo>
                    <a:lnTo>
                      <a:pt x="22" y="224"/>
                    </a:lnTo>
                    <a:lnTo>
                      <a:pt x="22" y="226"/>
                    </a:lnTo>
                    <a:cubicBezTo>
                      <a:pt x="32" y="287"/>
                      <a:pt x="40" y="349"/>
                      <a:pt x="47" y="414"/>
                    </a:cubicBezTo>
                    <a:lnTo>
                      <a:pt x="65" y="574"/>
                    </a:lnTo>
                    <a:lnTo>
                      <a:pt x="516" y="523"/>
                    </a:lnTo>
                    <a:lnTo>
                      <a:pt x="498" y="363"/>
                    </a:lnTo>
                    <a:cubicBezTo>
                      <a:pt x="491" y="295"/>
                      <a:pt x="483" y="227"/>
                      <a:pt x="473" y="161"/>
                    </a:cubicBezTo>
                    <a:lnTo>
                      <a:pt x="45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46"/>
              <p:cNvSpPr/>
              <p:nvPr/>
            </p:nvSpPr>
            <p:spPr>
              <a:xfrm>
                <a:off x="728150" y="3543825"/>
                <a:ext cx="17300" cy="17200"/>
              </a:xfrm>
              <a:custGeom>
                <a:avLst/>
                <a:gdLst/>
                <a:ahLst/>
                <a:cxnLst/>
                <a:rect l="l" t="t" r="r" b="b"/>
                <a:pathLst>
                  <a:path w="692" h="688" extrusionOk="0">
                    <a:moveTo>
                      <a:pt x="303" y="1"/>
                    </a:moveTo>
                    <a:lnTo>
                      <a:pt x="1" y="339"/>
                    </a:lnTo>
                    <a:lnTo>
                      <a:pt x="122" y="448"/>
                    </a:lnTo>
                    <a:cubicBezTo>
                      <a:pt x="168" y="490"/>
                      <a:pt x="214" y="533"/>
                      <a:pt x="260" y="577"/>
                    </a:cubicBezTo>
                    <a:lnTo>
                      <a:pt x="379" y="688"/>
                    </a:lnTo>
                    <a:lnTo>
                      <a:pt x="691" y="359"/>
                    </a:lnTo>
                    <a:lnTo>
                      <a:pt x="574" y="247"/>
                    </a:lnTo>
                    <a:cubicBezTo>
                      <a:pt x="525" y="201"/>
                      <a:pt x="475" y="154"/>
                      <a:pt x="425" y="110"/>
                    </a:cubicBezTo>
                    <a:lnTo>
                      <a:pt x="30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9" name="Google Shape;879;p46"/>
              <p:cNvSpPr/>
              <p:nvPr/>
            </p:nvSpPr>
            <p:spPr>
              <a:xfrm>
                <a:off x="468300" y="3567775"/>
                <a:ext cx="16900" cy="17300"/>
              </a:xfrm>
              <a:custGeom>
                <a:avLst/>
                <a:gdLst/>
                <a:ahLst/>
                <a:cxnLst/>
                <a:rect l="l" t="t" r="r" b="b"/>
                <a:pathLst>
                  <a:path w="676" h="692" extrusionOk="0">
                    <a:moveTo>
                      <a:pt x="316" y="1"/>
                    </a:moveTo>
                    <a:lnTo>
                      <a:pt x="216" y="130"/>
                    </a:lnTo>
                    <a:cubicBezTo>
                      <a:pt x="175" y="184"/>
                      <a:pt x="134" y="237"/>
                      <a:pt x="94" y="292"/>
                    </a:cubicBezTo>
                    <a:lnTo>
                      <a:pt x="0" y="424"/>
                    </a:lnTo>
                    <a:lnTo>
                      <a:pt x="367" y="691"/>
                    </a:lnTo>
                    <a:lnTo>
                      <a:pt x="463" y="559"/>
                    </a:lnTo>
                    <a:cubicBezTo>
                      <a:pt x="501" y="508"/>
                      <a:pt x="537" y="457"/>
                      <a:pt x="577" y="407"/>
                    </a:cubicBezTo>
                    <a:lnTo>
                      <a:pt x="676" y="278"/>
                    </a:lnTo>
                    <a:lnTo>
                      <a:pt x="3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46"/>
              <p:cNvSpPr/>
              <p:nvPr/>
            </p:nvSpPr>
            <p:spPr>
              <a:xfrm>
                <a:off x="455350" y="3588550"/>
                <a:ext cx="16225" cy="16925"/>
              </a:xfrm>
              <a:custGeom>
                <a:avLst/>
                <a:gdLst/>
                <a:ahLst/>
                <a:cxnLst/>
                <a:rect l="l" t="t" r="r" b="b"/>
                <a:pathLst>
                  <a:path w="649" h="677" extrusionOk="0">
                    <a:moveTo>
                      <a:pt x="254" y="1"/>
                    </a:moveTo>
                    <a:lnTo>
                      <a:pt x="174" y="143"/>
                    </a:lnTo>
                    <a:cubicBezTo>
                      <a:pt x="140" y="201"/>
                      <a:pt x="108" y="260"/>
                      <a:pt x="77" y="321"/>
                    </a:cubicBezTo>
                    <a:lnTo>
                      <a:pt x="1" y="463"/>
                    </a:lnTo>
                    <a:lnTo>
                      <a:pt x="401" y="677"/>
                    </a:lnTo>
                    <a:lnTo>
                      <a:pt x="477" y="533"/>
                    </a:lnTo>
                    <a:cubicBezTo>
                      <a:pt x="506" y="478"/>
                      <a:pt x="538" y="422"/>
                      <a:pt x="569" y="368"/>
                    </a:cubicBezTo>
                    <a:lnTo>
                      <a:pt x="649" y="226"/>
                    </a:lnTo>
                    <a:lnTo>
                      <a:pt x="25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46"/>
              <p:cNvSpPr/>
              <p:nvPr/>
            </p:nvSpPr>
            <p:spPr>
              <a:xfrm>
                <a:off x="709075" y="3528725"/>
                <a:ext cx="17200" cy="16775"/>
              </a:xfrm>
              <a:custGeom>
                <a:avLst/>
                <a:gdLst/>
                <a:ahLst/>
                <a:cxnLst/>
                <a:rect l="l" t="t" r="r" b="b"/>
                <a:pathLst>
                  <a:path w="688" h="671" extrusionOk="0">
                    <a:moveTo>
                      <a:pt x="255" y="0"/>
                    </a:moveTo>
                    <a:lnTo>
                      <a:pt x="1" y="377"/>
                    </a:lnTo>
                    <a:lnTo>
                      <a:pt x="136" y="468"/>
                    </a:lnTo>
                    <a:cubicBezTo>
                      <a:pt x="189" y="504"/>
                      <a:pt x="240" y="539"/>
                      <a:pt x="291" y="577"/>
                    </a:cubicBezTo>
                    <a:lnTo>
                      <a:pt x="424" y="671"/>
                    </a:lnTo>
                    <a:lnTo>
                      <a:pt x="688" y="301"/>
                    </a:lnTo>
                    <a:lnTo>
                      <a:pt x="556" y="207"/>
                    </a:lnTo>
                    <a:cubicBezTo>
                      <a:pt x="501" y="167"/>
                      <a:pt x="447" y="129"/>
                      <a:pt x="391" y="91"/>
                    </a:cubicBezTo>
                    <a:lnTo>
                      <a:pt x="255"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46"/>
              <p:cNvSpPr/>
              <p:nvPr/>
            </p:nvSpPr>
            <p:spPr>
              <a:xfrm>
                <a:off x="445575" y="3611150"/>
                <a:ext cx="15275" cy="16250"/>
              </a:xfrm>
              <a:custGeom>
                <a:avLst/>
                <a:gdLst/>
                <a:ahLst/>
                <a:cxnLst/>
                <a:rect l="l" t="t" r="r" b="b"/>
                <a:pathLst>
                  <a:path w="611" h="650" extrusionOk="0">
                    <a:moveTo>
                      <a:pt x="187" y="1"/>
                    </a:moveTo>
                    <a:lnTo>
                      <a:pt x="128" y="153"/>
                    </a:lnTo>
                    <a:cubicBezTo>
                      <a:pt x="103" y="215"/>
                      <a:pt x="78" y="278"/>
                      <a:pt x="55" y="343"/>
                    </a:cubicBezTo>
                    <a:lnTo>
                      <a:pt x="0" y="495"/>
                    </a:lnTo>
                    <a:lnTo>
                      <a:pt x="427" y="650"/>
                    </a:lnTo>
                    <a:lnTo>
                      <a:pt x="483" y="498"/>
                    </a:lnTo>
                    <a:cubicBezTo>
                      <a:pt x="504" y="438"/>
                      <a:pt x="527" y="379"/>
                      <a:pt x="551" y="319"/>
                    </a:cubicBezTo>
                    <a:lnTo>
                      <a:pt x="610" y="167"/>
                    </a:lnTo>
                    <a:lnTo>
                      <a:pt x="1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46"/>
              <p:cNvSpPr/>
              <p:nvPr/>
            </p:nvSpPr>
            <p:spPr>
              <a:xfrm>
                <a:off x="705325" y="3820300"/>
                <a:ext cx="17125" cy="16675"/>
              </a:xfrm>
              <a:custGeom>
                <a:avLst/>
                <a:gdLst/>
                <a:ahLst/>
                <a:cxnLst/>
                <a:rect l="l" t="t" r="r" b="b"/>
                <a:pathLst>
                  <a:path w="685" h="667" extrusionOk="0">
                    <a:moveTo>
                      <a:pt x="430" y="1"/>
                    </a:moveTo>
                    <a:lnTo>
                      <a:pt x="296" y="92"/>
                    </a:lnTo>
                    <a:cubicBezTo>
                      <a:pt x="243" y="126"/>
                      <a:pt x="190" y="161"/>
                      <a:pt x="137" y="196"/>
                    </a:cubicBezTo>
                    <a:lnTo>
                      <a:pt x="0" y="283"/>
                    </a:lnTo>
                    <a:lnTo>
                      <a:pt x="243" y="667"/>
                    </a:lnTo>
                    <a:lnTo>
                      <a:pt x="380" y="579"/>
                    </a:lnTo>
                    <a:cubicBezTo>
                      <a:pt x="438" y="543"/>
                      <a:pt x="494" y="506"/>
                      <a:pt x="550" y="468"/>
                    </a:cubicBezTo>
                    <a:lnTo>
                      <a:pt x="684" y="377"/>
                    </a:lnTo>
                    <a:lnTo>
                      <a:pt x="430"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46"/>
              <p:cNvSpPr/>
              <p:nvPr/>
            </p:nvSpPr>
            <p:spPr>
              <a:xfrm>
                <a:off x="724725" y="3805225"/>
                <a:ext cx="17300" cy="17175"/>
              </a:xfrm>
              <a:custGeom>
                <a:avLst/>
                <a:gdLst/>
                <a:ahLst/>
                <a:cxnLst/>
                <a:rect l="l" t="t" r="r" b="b"/>
                <a:pathLst>
                  <a:path w="692" h="687" extrusionOk="0">
                    <a:moveTo>
                      <a:pt x="387" y="1"/>
                    </a:moveTo>
                    <a:lnTo>
                      <a:pt x="267" y="110"/>
                    </a:lnTo>
                    <a:cubicBezTo>
                      <a:pt x="221" y="153"/>
                      <a:pt x="173" y="194"/>
                      <a:pt x="125" y="235"/>
                    </a:cubicBezTo>
                    <a:lnTo>
                      <a:pt x="1" y="339"/>
                    </a:lnTo>
                    <a:lnTo>
                      <a:pt x="295" y="686"/>
                    </a:lnTo>
                    <a:lnTo>
                      <a:pt x="419" y="581"/>
                    </a:lnTo>
                    <a:cubicBezTo>
                      <a:pt x="470" y="538"/>
                      <a:pt x="521" y="493"/>
                      <a:pt x="571" y="447"/>
                    </a:cubicBezTo>
                    <a:lnTo>
                      <a:pt x="691" y="339"/>
                    </a:lnTo>
                    <a:lnTo>
                      <a:pt x="387"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46"/>
              <p:cNvSpPr/>
              <p:nvPr/>
            </p:nvSpPr>
            <p:spPr>
              <a:xfrm>
                <a:off x="688250" y="3516575"/>
                <a:ext cx="16775" cy="16050"/>
              </a:xfrm>
              <a:custGeom>
                <a:avLst/>
                <a:gdLst/>
                <a:ahLst/>
                <a:cxnLst/>
                <a:rect l="l" t="t" r="r" b="b"/>
                <a:pathLst>
                  <a:path w="671" h="642" extrusionOk="0">
                    <a:moveTo>
                      <a:pt x="199" y="0"/>
                    </a:moveTo>
                    <a:lnTo>
                      <a:pt x="1" y="408"/>
                    </a:lnTo>
                    <a:lnTo>
                      <a:pt x="146" y="479"/>
                    </a:lnTo>
                    <a:cubicBezTo>
                      <a:pt x="204" y="508"/>
                      <a:pt x="260" y="536"/>
                      <a:pt x="317" y="565"/>
                    </a:cubicBezTo>
                    <a:lnTo>
                      <a:pt x="460" y="641"/>
                    </a:lnTo>
                    <a:lnTo>
                      <a:pt x="670" y="238"/>
                    </a:lnTo>
                    <a:lnTo>
                      <a:pt x="526" y="162"/>
                    </a:lnTo>
                    <a:cubicBezTo>
                      <a:pt x="467" y="131"/>
                      <a:pt x="406" y="101"/>
                      <a:pt x="345" y="71"/>
                    </a:cubicBezTo>
                    <a:lnTo>
                      <a:pt x="19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46"/>
              <p:cNvSpPr/>
              <p:nvPr/>
            </p:nvSpPr>
            <p:spPr>
              <a:xfrm>
                <a:off x="742075" y="3787750"/>
                <a:ext cx="17125" cy="17350"/>
              </a:xfrm>
              <a:custGeom>
                <a:avLst/>
                <a:gdLst/>
                <a:ahLst/>
                <a:cxnLst/>
                <a:rect l="l" t="t" r="r" b="b"/>
                <a:pathLst>
                  <a:path w="685" h="694" extrusionOk="0">
                    <a:moveTo>
                      <a:pt x="336" y="1"/>
                    </a:moveTo>
                    <a:lnTo>
                      <a:pt x="232" y="126"/>
                    </a:lnTo>
                    <a:cubicBezTo>
                      <a:pt x="191" y="174"/>
                      <a:pt x="149" y="222"/>
                      <a:pt x="108" y="270"/>
                    </a:cubicBezTo>
                    <a:lnTo>
                      <a:pt x="1" y="391"/>
                    </a:lnTo>
                    <a:lnTo>
                      <a:pt x="339" y="693"/>
                    </a:lnTo>
                    <a:lnTo>
                      <a:pt x="447" y="571"/>
                    </a:lnTo>
                    <a:cubicBezTo>
                      <a:pt x="493" y="521"/>
                      <a:pt x="536" y="470"/>
                      <a:pt x="581" y="419"/>
                    </a:cubicBezTo>
                    <a:lnTo>
                      <a:pt x="685" y="293"/>
                    </a:lnTo>
                    <a:lnTo>
                      <a:pt x="33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46"/>
              <p:cNvSpPr/>
              <p:nvPr/>
            </p:nvSpPr>
            <p:spPr>
              <a:xfrm>
                <a:off x="666000" y="3507650"/>
                <a:ext cx="16050" cy="14925"/>
              </a:xfrm>
              <a:custGeom>
                <a:avLst/>
                <a:gdLst/>
                <a:ahLst/>
                <a:cxnLst/>
                <a:rect l="l" t="t" r="r" b="b"/>
                <a:pathLst>
                  <a:path w="642" h="597" extrusionOk="0">
                    <a:moveTo>
                      <a:pt x="141" y="0"/>
                    </a:moveTo>
                    <a:lnTo>
                      <a:pt x="1" y="432"/>
                    </a:lnTo>
                    <a:lnTo>
                      <a:pt x="156" y="483"/>
                    </a:lnTo>
                    <a:cubicBezTo>
                      <a:pt x="215" y="501"/>
                      <a:pt x="276" y="523"/>
                      <a:pt x="336" y="544"/>
                    </a:cubicBezTo>
                    <a:lnTo>
                      <a:pt x="490" y="597"/>
                    </a:lnTo>
                    <a:lnTo>
                      <a:pt x="642" y="169"/>
                    </a:lnTo>
                    <a:lnTo>
                      <a:pt x="488" y="114"/>
                    </a:lnTo>
                    <a:cubicBezTo>
                      <a:pt x="423" y="93"/>
                      <a:pt x="361" y="72"/>
                      <a:pt x="295" y="50"/>
                    </a:cubicBezTo>
                    <a:lnTo>
                      <a:pt x="14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46"/>
              <p:cNvSpPr/>
              <p:nvPr/>
            </p:nvSpPr>
            <p:spPr>
              <a:xfrm>
                <a:off x="684225" y="3832650"/>
                <a:ext cx="16625" cy="15850"/>
              </a:xfrm>
              <a:custGeom>
                <a:avLst/>
                <a:gdLst/>
                <a:ahLst/>
                <a:cxnLst/>
                <a:rect l="l" t="t" r="r" b="b"/>
                <a:pathLst>
                  <a:path w="665" h="634" extrusionOk="0">
                    <a:moveTo>
                      <a:pt x="464" y="1"/>
                    </a:moveTo>
                    <a:lnTo>
                      <a:pt x="319" y="73"/>
                    </a:lnTo>
                    <a:cubicBezTo>
                      <a:pt x="263" y="100"/>
                      <a:pt x="205" y="128"/>
                      <a:pt x="147" y="153"/>
                    </a:cubicBezTo>
                    <a:lnTo>
                      <a:pt x="0" y="220"/>
                    </a:lnTo>
                    <a:lnTo>
                      <a:pt x="188" y="633"/>
                    </a:lnTo>
                    <a:lnTo>
                      <a:pt x="335" y="567"/>
                    </a:lnTo>
                    <a:cubicBezTo>
                      <a:pt x="397" y="539"/>
                      <a:pt x="458" y="510"/>
                      <a:pt x="519" y="481"/>
                    </a:cubicBezTo>
                    <a:lnTo>
                      <a:pt x="664" y="409"/>
                    </a:lnTo>
                    <a:lnTo>
                      <a:pt x="46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46"/>
              <p:cNvSpPr/>
              <p:nvPr/>
            </p:nvSpPr>
            <p:spPr>
              <a:xfrm>
                <a:off x="757000" y="3768275"/>
                <a:ext cx="16625" cy="17125"/>
              </a:xfrm>
              <a:custGeom>
                <a:avLst/>
                <a:gdLst/>
                <a:ahLst/>
                <a:cxnLst/>
                <a:rect l="l" t="t" r="r" b="b"/>
                <a:pathLst>
                  <a:path w="665" h="685" extrusionOk="0">
                    <a:moveTo>
                      <a:pt x="279" y="0"/>
                    </a:moveTo>
                    <a:lnTo>
                      <a:pt x="193" y="137"/>
                    </a:lnTo>
                    <a:cubicBezTo>
                      <a:pt x="160" y="190"/>
                      <a:pt x="126" y="245"/>
                      <a:pt x="91" y="297"/>
                    </a:cubicBezTo>
                    <a:lnTo>
                      <a:pt x="0" y="431"/>
                    </a:lnTo>
                    <a:lnTo>
                      <a:pt x="378" y="684"/>
                    </a:lnTo>
                    <a:lnTo>
                      <a:pt x="469" y="549"/>
                    </a:lnTo>
                    <a:cubicBezTo>
                      <a:pt x="506" y="492"/>
                      <a:pt x="544" y="435"/>
                      <a:pt x="578" y="378"/>
                    </a:cubicBezTo>
                    <a:lnTo>
                      <a:pt x="664" y="241"/>
                    </a:lnTo>
                    <a:lnTo>
                      <a:pt x="279"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46"/>
              <p:cNvSpPr/>
              <p:nvPr/>
            </p:nvSpPr>
            <p:spPr>
              <a:xfrm>
                <a:off x="661800" y="3842075"/>
                <a:ext cx="15800" cy="14725"/>
              </a:xfrm>
              <a:custGeom>
                <a:avLst/>
                <a:gdLst/>
                <a:ahLst/>
                <a:cxnLst/>
                <a:rect l="l" t="t" r="r" b="b"/>
                <a:pathLst>
                  <a:path w="632" h="589" extrusionOk="0">
                    <a:moveTo>
                      <a:pt x="491" y="0"/>
                    </a:moveTo>
                    <a:lnTo>
                      <a:pt x="337" y="52"/>
                    </a:lnTo>
                    <a:cubicBezTo>
                      <a:pt x="276" y="71"/>
                      <a:pt x="216" y="90"/>
                      <a:pt x="155" y="108"/>
                    </a:cubicBezTo>
                    <a:lnTo>
                      <a:pt x="0" y="154"/>
                    </a:lnTo>
                    <a:lnTo>
                      <a:pt x="129" y="589"/>
                    </a:lnTo>
                    <a:lnTo>
                      <a:pt x="284" y="544"/>
                    </a:lnTo>
                    <a:cubicBezTo>
                      <a:pt x="349" y="524"/>
                      <a:pt x="413" y="504"/>
                      <a:pt x="477" y="483"/>
                    </a:cubicBezTo>
                    <a:lnTo>
                      <a:pt x="631" y="433"/>
                    </a:lnTo>
                    <a:lnTo>
                      <a:pt x="491"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46"/>
              <p:cNvSpPr/>
              <p:nvPr/>
            </p:nvSpPr>
            <p:spPr>
              <a:xfrm>
                <a:off x="784625" y="3701225"/>
                <a:ext cx="13200" cy="14600"/>
              </a:xfrm>
              <a:custGeom>
                <a:avLst/>
                <a:gdLst/>
                <a:ahLst/>
                <a:cxnLst/>
                <a:rect l="l" t="t" r="r" b="b"/>
                <a:pathLst>
                  <a:path w="528" h="584" extrusionOk="0">
                    <a:moveTo>
                      <a:pt x="78" y="1"/>
                    </a:moveTo>
                    <a:lnTo>
                      <a:pt x="56" y="161"/>
                    </a:lnTo>
                    <a:cubicBezTo>
                      <a:pt x="47" y="224"/>
                      <a:pt x="37" y="287"/>
                      <a:pt x="27" y="349"/>
                    </a:cubicBezTo>
                    <a:lnTo>
                      <a:pt x="0" y="510"/>
                    </a:lnTo>
                    <a:lnTo>
                      <a:pt x="448" y="584"/>
                    </a:lnTo>
                    <a:lnTo>
                      <a:pt x="474" y="424"/>
                    </a:lnTo>
                    <a:cubicBezTo>
                      <a:pt x="486" y="358"/>
                      <a:pt x="496" y="292"/>
                      <a:pt x="506" y="224"/>
                    </a:cubicBezTo>
                    <a:lnTo>
                      <a:pt x="527" y="64"/>
                    </a:lnTo>
                    <a:lnTo>
                      <a:pt x="78"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46"/>
              <p:cNvSpPr/>
              <p:nvPr/>
            </p:nvSpPr>
            <p:spPr>
              <a:xfrm>
                <a:off x="787475" y="3677150"/>
                <a:ext cx="11550" cy="13575"/>
              </a:xfrm>
              <a:custGeom>
                <a:avLst/>
                <a:gdLst/>
                <a:ahLst/>
                <a:cxnLst/>
                <a:rect l="l" t="t" r="r" b="b"/>
                <a:pathLst>
                  <a:path w="462" h="543" extrusionOk="0">
                    <a:moveTo>
                      <a:pt x="7" y="1"/>
                    </a:moveTo>
                    <a:lnTo>
                      <a:pt x="7" y="177"/>
                    </a:lnTo>
                    <a:cubicBezTo>
                      <a:pt x="7" y="240"/>
                      <a:pt x="7" y="305"/>
                      <a:pt x="5" y="367"/>
                    </a:cubicBezTo>
                    <a:lnTo>
                      <a:pt x="0" y="529"/>
                    </a:lnTo>
                    <a:lnTo>
                      <a:pt x="455" y="543"/>
                    </a:lnTo>
                    <a:lnTo>
                      <a:pt x="458" y="379"/>
                    </a:lnTo>
                    <a:cubicBezTo>
                      <a:pt x="460" y="313"/>
                      <a:pt x="461" y="245"/>
                      <a:pt x="461" y="176"/>
                    </a:cubicBezTo>
                    <a:lnTo>
                      <a:pt x="461"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46"/>
              <p:cNvSpPr/>
              <p:nvPr/>
            </p:nvSpPr>
            <p:spPr>
              <a:xfrm>
                <a:off x="769225" y="3747025"/>
                <a:ext cx="15800" cy="16650"/>
              </a:xfrm>
              <a:custGeom>
                <a:avLst/>
                <a:gdLst/>
                <a:ahLst/>
                <a:cxnLst/>
                <a:rect l="l" t="t" r="r" b="b"/>
                <a:pathLst>
                  <a:path w="632" h="666" extrusionOk="0">
                    <a:moveTo>
                      <a:pt x="216" y="1"/>
                    </a:moveTo>
                    <a:lnTo>
                      <a:pt x="150" y="150"/>
                    </a:lnTo>
                    <a:cubicBezTo>
                      <a:pt x="126" y="207"/>
                      <a:pt x="99" y="265"/>
                      <a:pt x="71" y="321"/>
                    </a:cubicBezTo>
                    <a:lnTo>
                      <a:pt x="0" y="468"/>
                    </a:lnTo>
                    <a:lnTo>
                      <a:pt x="410" y="665"/>
                    </a:lnTo>
                    <a:lnTo>
                      <a:pt x="481" y="518"/>
                    </a:lnTo>
                    <a:cubicBezTo>
                      <a:pt x="511" y="457"/>
                      <a:pt x="539" y="396"/>
                      <a:pt x="565" y="335"/>
                    </a:cubicBezTo>
                    <a:lnTo>
                      <a:pt x="631" y="186"/>
                    </a:lnTo>
                    <a:lnTo>
                      <a:pt x="216"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46"/>
              <p:cNvSpPr/>
              <p:nvPr/>
            </p:nvSpPr>
            <p:spPr>
              <a:xfrm>
                <a:off x="778500" y="3724525"/>
                <a:ext cx="14650" cy="15800"/>
              </a:xfrm>
              <a:custGeom>
                <a:avLst/>
                <a:gdLst/>
                <a:ahLst/>
                <a:cxnLst/>
                <a:rect l="l" t="t" r="r" b="b"/>
                <a:pathLst>
                  <a:path w="586" h="632" extrusionOk="0">
                    <a:moveTo>
                      <a:pt x="149" y="1"/>
                    </a:moveTo>
                    <a:lnTo>
                      <a:pt x="105" y="157"/>
                    </a:lnTo>
                    <a:cubicBezTo>
                      <a:pt x="87" y="219"/>
                      <a:pt x="69" y="280"/>
                      <a:pt x="50" y="339"/>
                    </a:cubicBezTo>
                    <a:lnTo>
                      <a:pt x="1" y="495"/>
                    </a:lnTo>
                    <a:lnTo>
                      <a:pt x="434" y="632"/>
                    </a:lnTo>
                    <a:lnTo>
                      <a:pt x="483" y="476"/>
                    </a:lnTo>
                    <a:cubicBezTo>
                      <a:pt x="503" y="412"/>
                      <a:pt x="523" y="347"/>
                      <a:pt x="541" y="283"/>
                    </a:cubicBezTo>
                    <a:lnTo>
                      <a:pt x="586" y="126"/>
                    </a:lnTo>
                    <a:lnTo>
                      <a:pt x="149"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46"/>
              <p:cNvSpPr/>
              <p:nvPr/>
            </p:nvSpPr>
            <p:spPr>
              <a:xfrm>
                <a:off x="523125" y="3520125"/>
                <a:ext cx="16925" cy="16300"/>
              </a:xfrm>
              <a:custGeom>
                <a:avLst/>
                <a:gdLst/>
                <a:ahLst/>
                <a:cxnLst/>
                <a:rect l="l" t="t" r="r" b="b"/>
                <a:pathLst>
                  <a:path w="677" h="652" extrusionOk="0">
                    <a:moveTo>
                      <a:pt x="460" y="0"/>
                    </a:moveTo>
                    <a:lnTo>
                      <a:pt x="317" y="78"/>
                    </a:lnTo>
                    <a:cubicBezTo>
                      <a:pt x="259" y="109"/>
                      <a:pt x="199" y="143"/>
                      <a:pt x="141" y="177"/>
                    </a:cubicBezTo>
                    <a:lnTo>
                      <a:pt x="1" y="258"/>
                    </a:lnTo>
                    <a:lnTo>
                      <a:pt x="229" y="651"/>
                    </a:lnTo>
                    <a:lnTo>
                      <a:pt x="369" y="570"/>
                    </a:lnTo>
                    <a:cubicBezTo>
                      <a:pt x="424" y="537"/>
                      <a:pt x="478" y="508"/>
                      <a:pt x="535" y="476"/>
                    </a:cubicBezTo>
                    <a:lnTo>
                      <a:pt x="677" y="399"/>
                    </a:lnTo>
                    <a:lnTo>
                      <a:pt x="4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46"/>
              <p:cNvSpPr/>
              <p:nvPr/>
            </p:nvSpPr>
            <p:spPr>
              <a:xfrm>
                <a:off x="569475" y="3503525"/>
                <a:ext cx="15300" cy="14050"/>
              </a:xfrm>
              <a:custGeom>
                <a:avLst/>
                <a:gdLst/>
                <a:ahLst/>
                <a:cxnLst/>
                <a:rect l="l" t="t" r="r" b="b"/>
                <a:pathLst>
                  <a:path w="612" h="562" extrusionOk="0">
                    <a:moveTo>
                      <a:pt x="513" y="0"/>
                    </a:moveTo>
                    <a:lnTo>
                      <a:pt x="356" y="35"/>
                    </a:lnTo>
                    <a:cubicBezTo>
                      <a:pt x="290" y="50"/>
                      <a:pt x="224" y="65"/>
                      <a:pt x="158" y="81"/>
                    </a:cubicBezTo>
                    <a:lnTo>
                      <a:pt x="1" y="121"/>
                    </a:lnTo>
                    <a:lnTo>
                      <a:pt x="111" y="562"/>
                    </a:lnTo>
                    <a:lnTo>
                      <a:pt x="268" y="522"/>
                    </a:lnTo>
                    <a:cubicBezTo>
                      <a:pt x="329" y="507"/>
                      <a:pt x="391" y="493"/>
                      <a:pt x="453" y="478"/>
                    </a:cubicBezTo>
                    <a:lnTo>
                      <a:pt x="612" y="443"/>
                    </a:lnTo>
                    <a:lnTo>
                      <a:pt x="513"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46"/>
              <p:cNvSpPr/>
              <p:nvPr/>
            </p:nvSpPr>
            <p:spPr>
              <a:xfrm>
                <a:off x="564975" y="3844375"/>
                <a:ext cx="15525" cy="14325"/>
              </a:xfrm>
              <a:custGeom>
                <a:avLst/>
                <a:gdLst/>
                <a:ahLst/>
                <a:cxnLst/>
                <a:rect l="l" t="t" r="r" b="b"/>
                <a:pathLst>
                  <a:path w="621" h="573" extrusionOk="0">
                    <a:moveTo>
                      <a:pt x="123" y="1"/>
                    </a:moveTo>
                    <a:lnTo>
                      <a:pt x="1" y="439"/>
                    </a:lnTo>
                    <a:lnTo>
                      <a:pt x="157" y="482"/>
                    </a:lnTo>
                    <a:cubicBezTo>
                      <a:pt x="222" y="500"/>
                      <a:pt x="286" y="516"/>
                      <a:pt x="352" y="533"/>
                    </a:cubicBezTo>
                    <a:lnTo>
                      <a:pt x="511" y="572"/>
                    </a:lnTo>
                    <a:lnTo>
                      <a:pt x="620" y="131"/>
                    </a:lnTo>
                    <a:lnTo>
                      <a:pt x="463" y="92"/>
                    </a:lnTo>
                    <a:cubicBezTo>
                      <a:pt x="400" y="77"/>
                      <a:pt x="339" y="60"/>
                      <a:pt x="278" y="44"/>
                    </a:cubicBezTo>
                    <a:lnTo>
                      <a:pt x="12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46"/>
              <p:cNvSpPr/>
              <p:nvPr/>
            </p:nvSpPr>
            <p:spPr>
              <a:xfrm>
                <a:off x="541300" y="3835875"/>
                <a:ext cx="16425" cy="15550"/>
              </a:xfrm>
              <a:custGeom>
                <a:avLst/>
                <a:gdLst/>
                <a:ahLst/>
                <a:cxnLst/>
                <a:rect l="l" t="t" r="r" b="b"/>
                <a:pathLst>
                  <a:path w="657" h="622" extrusionOk="0">
                    <a:moveTo>
                      <a:pt x="183" y="1"/>
                    </a:moveTo>
                    <a:lnTo>
                      <a:pt x="1" y="417"/>
                    </a:lnTo>
                    <a:lnTo>
                      <a:pt x="150" y="483"/>
                    </a:lnTo>
                    <a:cubicBezTo>
                      <a:pt x="211" y="509"/>
                      <a:pt x="273" y="536"/>
                      <a:pt x="336" y="561"/>
                    </a:cubicBezTo>
                    <a:lnTo>
                      <a:pt x="487" y="622"/>
                    </a:lnTo>
                    <a:lnTo>
                      <a:pt x="657" y="200"/>
                    </a:lnTo>
                    <a:lnTo>
                      <a:pt x="506" y="139"/>
                    </a:lnTo>
                    <a:cubicBezTo>
                      <a:pt x="447" y="116"/>
                      <a:pt x="389" y="91"/>
                      <a:pt x="331" y="65"/>
                    </a:cubicBezTo>
                    <a:lnTo>
                      <a:pt x="331" y="67"/>
                    </a:lnTo>
                    <a:lnTo>
                      <a:pt x="183"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46"/>
              <p:cNvSpPr/>
              <p:nvPr/>
            </p:nvSpPr>
            <p:spPr>
              <a:xfrm>
                <a:off x="545575" y="3510125"/>
                <a:ext cx="16275" cy="15350"/>
              </a:xfrm>
              <a:custGeom>
                <a:avLst/>
                <a:gdLst/>
                <a:ahLst/>
                <a:cxnLst/>
                <a:rect l="l" t="t" r="r" b="b"/>
                <a:pathLst>
                  <a:path w="651" h="614" extrusionOk="0">
                    <a:moveTo>
                      <a:pt x="492" y="1"/>
                    </a:moveTo>
                    <a:lnTo>
                      <a:pt x="340" y="57"/>
                    </a:lnTo>
                    <a:lnTo>
                      <a:pt x="340" y="58"/>
                    </a:lnTo>
                    <a:cubicBezTo>
                      <a:pt x="278" y="82"/>
                      <a:pt x="215" y="106"/>
                      <a:pt x="152" y="131"/>
                    </a:cubicBezTo>
                    <a:lnTo>
                      <a:pt x="0" y="192"/>
                    </a:lnTo>
                    <a:lnTo>
                      <a:pt x="172" y="614"/>
                    </a:lnTo>
                    <a:lnTo>
                      <a:pt x="322" y="552"/>
                    </a:lnTo>
                    <a:cubicBezTo>
                      <a:pt x="380" y="528"/>
                      <a:pt x="440" y="505"/>
                      <a:pt x="499" y="483"/>
                    </a:cubicBezTo>
                    <a:lnTo>
                      <a:pt x="651" y="427"/>
                    </a:lnTo>
                    <a:lnTo>
                      <a:pt x="492"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46"/>
              <p:cNvSpPr/>
              <p:nvPr/>
            </p:nvSpPr>
            <p:spPr>
              <a:xfrm>
                <a:off x="589675" y="3849675"/>
                <a:ext cx="14275" cy="12825"/>
              </a:xfrm>
              <a:custGeom>
                <a:avLst/>
                <a:gdLst/>
                <a:ahLst/>
                <a:cxnLst/>
                <a:rect l="l" t="t" r="r" b="b"/>
                <a:pathLst>
                  <a:path w="571" h="513" extrusionOk="0">
                    <a:moveTo>
                      <a:pt x="60" y="0"/>
                    </a:moveTo>
                    <a:lnTo>
                      <a:pt x="0" y="450"/>
                    </a:lnTo>
                    <a:lnTo>
                      <a:pt x="161" y="471"/>
                    </a:lnTo>
                    <a:cubicBezTo>
                      <a:pt x="228" y="481"/>
                      <a:pt x="295" y="488"/>
                      <a:pt x="362" y="496"/>
                    </a:cubicBezTo>
                    <a:lnTo>
                      <a:pt x="524" y="512"/>
                    </a:lnTo>
                    <a:lnTo>
                      <a:pt x="570" y="60"/>
                    </a:lnTo>
                    <a:lnTo>
                      <a:pt x="409" y="43"/>
                    </a:lnTo>
                    <a:cubicBezTo>
                      <a:pt x="346" y="37"/>
                      <a:pt x="283" y="28"/>
                      <a:pt x="220" y="20"/>
                    </a:cubicBezTo>
                    <a:lnTo>
                      <a:pt x="220" y="22"/>
                    </a:lnTo>
                    <a:lnTo>
                      <a:pt x="60"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46"/>
              <p:cNvSpPr/>
              <p:nvPr/>
            </p:nvSpPr>
            <p:spPr>
              <a:xfrm>
                <a:off x="614775" y="3851400"/>
                <a:ext cx="13300" cy="11625"/>
              </a:xfrm>
              <a:custGeom>
                <a:avLst/>
                <a:gdLst/>
                <a:ahLst/>
                <a:cxnLst/>
                <a:rect l="l" t="t" r="r" b="b"/>
                <a:pathLst>
                  <a:path w="532" h="465" extrusionOk="0">
                    <a:moveTo>
                      <a:pt x="515" y="1"/>
                    </a:moveTo>
                    <a:lnTo>
                      <a:pt x="353" y="6"/>
                    </a:lnTo>
                    <a:cubicBezTo>
                      <a:pt x="290" y="9"/>
                      <a:pt x="227" y="9"/>
                      <a:pt x="163" y="11"/>
                    </a:cubicBezTo>
                    <a:lnTo>
                      <a:pt x="1" y="11"/>
                    </a:lnTo>
                    <a:lnTo>
                      <a:pt x="4" y="465"/>
                    </a:lnTo>
                    <a:lnTo>
                      <a:pt x="166" y="465"/>
                    </a:lnTo>
                    <a:cubicBezTo>
                      <a:pt x="234" y="463"/>
                      <a:pt x="302" y="462"/>
                      <a:pt x="369" y="460"/>
                    </a:cubicBezTo>
                    <a:lnTo>
                      <a:pt x="531" y="455"/>
                    </a:lnTo>
                    <a:lnTo>
                      <a:pt x="515"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46"/>
              <p:cNvSpPr/>
              <p:nvPr/>
            </p:nvSpPr>
            <p:spPr>
              <a:xfrm>
                <a:off x="594300" y="3500375"/>
                <a:ext cx="14025" cy="12500"/>
              </a:xfrm>
              <a:custGeom>
                <a:avLst/>
                <a:gdLst/>
                <a:ahLst/>
                <a:cxnLst/>
                <a:rect l="l" t="t" r="r" b="b"/>
                <a:pathLst>
                  <a:path w="561" h="500" extrusionOk="0">
                    <a:moveTo>
                      <a:pt x="524" y="1"/>
                    </a:moveTo>
                    <a:lnTo>
                      <a:pt x="362" y="12"/>
                    </a:lnTo>
                    <a:lnTo>
                      <a:pt x="364" y="12"/>
                    </a:lnTo>
                    <a:cubicBezTo>
                      <a:pt x="296" y="19"/>
                      <a:pt x="229" y="24"/>
                      <a:pt x="162" y="30"/>
                    </a:cubicBezTo>
                    <a:lnTo>
                      <a:pt x="1" y="49"/>
                    </a:lnTo>
                    <a:lnTo>
                      <a:pt x="48" y="500"/>
                    </a:lnTo>
                    <a:lnTo>
                      <a:pt x="209" y="483"/>
                    </a:lnTo>
                    <a:cubicBezTo>
                      <a:pt x="271" y="477"/>
                      <a:pt x="334" y="470"/>
                      <a:pt x="399" y="465"/>
                    </a:cubicBezTo>
                    <a:lnTo>
                      <a:pt x="561" y="453"/>
                    </a:lnTo>
                    <a:lnTo>
                      <a:pt x="524" y="1"/>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46"/>
              <p:cNvSpPr/>
              <p:nvPr/>
            </p:nvSpPr>
            <p:spPr>
              <a:xfrm>
                <a:off x="638500" y="3848350"/>
                <a:ext cx="14675" cy="13325"/>
              </a:xfrm>
              <a:custGeom>
                <a:avLst/>
                <a:gdLst/>
                <a:ahLst/>
                <a:cxnLst/>
                <a:rect l="l" t="t" r="r" b="b"/>
                <a:pathLst>
                  <a:path w="587" h="533" extrusionOk="0">
                    <a:moveTo>
                      <a:pt x="507" y="0"/>
                    </a:moveTo>
                    <a:lnTo>
                      <a:pt x="349" y="30"/>
                    </a:lnTo>
                    <a:lnTo>
                      <a:pt x="349" y="29"/>
                    </a:lnTo>
                    <a:cubicBezTo>
                      <a:pt x="286" y="40"/>
                      <a:pt x="223" y="50"/>
                      <a:pt x="160" y="60"/>
                    </a:cubicBezTo>
                    <a:lnTo>
                      <a:pt x="0" y="83"/>
                    </a:lnTo>
                    <a:lnTo>
                      <a:pt x="66" y="532"/>
                    </a:lnTo>
                    <a:lnTo>
                      <a:pt x="227" y="509"/>
                    </a:lnTo>
                    <a:cubicBezTo>
                      <a:pt x="294" y="499"/>
                      <a:pt x="360" y="488"/>
                      <a:pt x="426" y="476"/>
                    </a:cubicBezTo>
                    <a:lnTo>
                      <a:pt x="587" y="448"/>
                    </a:lnTo>
                    <a:lnTo>
                      <a:pt x="507"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46"/>
              <p:cNvSpPr/>
              <p:nvPr/>
            </p:nvSpPr>
            <p:spPr>
              <a:xfrm>
                <a:off x="619200" y="3500100"/>
                <a:ext cx="13525" cy="12000"/>
              </a:xfrm>
              <a:custGeom>
                <a:avLst/>
                <a:gdLst/>
                <a:ahLst/>
                <a:cxnLst/>
                <a:rect l="l" t="t" r="r" b="b"/>
                <a:pathLst>
                  <a:path w="541" h="480" extrusionOk="0">
                    <a:moveTo>
                      <a:pt x="16" y="0"/>
                    </a:moveTo>
                    <a:lnTo>
                      <a:pt x="1" y="454"/>
                    </a:lnTo>
                    <a:lnTo>
                      <a:pt x="163" y="459"/>
                    </a:lnTo>
                    <a:cubicBezTo>
                      <a:pt x="225" y="461"/>
                      <a:pt x="288" y="464"/>
                      <a:pt x="353" y="469"/>
                    </a:cubicBezTo>
                    <a:lnTo>
                      <a:pt x="515" y="479"/>
                    </a:lnTo>
                    <a:lnTo>
                      <a:pt x="541" y="25"/>
                    </a:lnTo>
                    <a:lnTo>
                      <a:pt x="379" y="15"/>
                    </a:lnTo>
                    <a:cubicBezTo>
                      <a:pt x="313" y="12"/>
                      <a:pt x="245" y="8"/>
                      <a:pt x="177" y="5"/>
                    </a:cubicBezTo>
                    <a:lnTo>
                      <a:pt x="16"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46"/>
              <p:cNvSpPr/>
              <p:nvPr/>
            </p:nvSpPr>
            <p:spPr>
              <a:xfrm>
                <a:off x="642825" y="3502125"/>
                <a:ext cx="14950" cy="13550"/>
              </a:xfrm>
              <a:custGeom>
                <a:avLst/>
                <a:gdLst/>
                <a:ahLst/>
                <a:cxnLst/>
                <a:rect l="l" t="t" r="r" b="b"/>
                <a:pathLst>
                  <a:path w="598" h="542" extrusionOk="0">
                    <a:moveTo>
                      <a:pt x="78" y="0"/>
                    </a:moveTo>
                    <a:lnTo>
                      <a:pt x="1" y="448"/>
                    </a:lnTo>
                    <a:lnTo>
                      <a:pt x="161" y="476"/>
                    </a:lnTo>
                    <a:cubicBezTo>
                      <a:pt x="224" y="486"/>
                      <a:pt x="287" y="497"/>
                      <a:pt x="348" y="511"/>
                    </a:cubicBezTo>
                    <a:lnTo>
                      <a:pt x="506" y="542"/>
                    </a:lnTo>
                    <a:lnTo>
                      <a:pt x="597" y="98"/>
                    </a:lnTo>
                    <a:lnTo>
                      <a:pt x="439" y="65"/>
                    </a:lnTo>
                    <a:cubicBezTo>
                      <a:pt x="372" y="51"/>
                      <a:pt x="305" y="40"/>
                      <a:pt x="239" y="28"/>
                    </a:cubicBezTo>
                    <a:lnTo>
                      <a:pt x="78" y="0"/>
                    </a:ln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46"/>
              <p:cNvSpPr/>
              <p:nvPr/>
            </p:nvSpPr>
            <p:spPr>
              <a:xfrm>
                <a:off x="499725" y="3563750"/>
                <a:ext cx="235700" cy="235675"/>
              </a:xfrm>
              <a:custGeom>
                <a:avLst/>
                <a:gdLst/>
                <a:ahLst/>
                <a:cxnLst/>
                <a:rect l="l" t="t" r="r" b="b"/>
                <a:pathLst>
                  <a:path w="9428" h="9427" extrusionOk="0">
                    <a:moveTo>
                      <a:pt x="4714" y="585"/>
                    </a:moveTo>
                    <a:cubicBezTo>
                      <a:pt x="6990" y="585"/>
                      <a:pt x="8844" y="2437"/>
                      <a:pt x="8844" y="4713"/>
                    </a:cubicBezTo>
                    <a:cubicBezTo>
                      <a:pt x="8844" y="6990"/>
                      <a:pt x="6990" y="8842"/>
                      <a:pt x="4714" y="8842"/>
                    </a:cubicBezTo>
                    <a:cubicBezTo>
                      <a:pt x="2437" y="8842"/>
                      <a:pt x="585" y="6990"/>
                      <a:pt x="585" y="4713"/>
                    </a:cubicBezTo>
                    <a:cubicBezTo>
                      <a:pt x="585" y="2437"/>
                      <a:pt x="2437" y="585"/>
                      <a:pt x="4714" y="585"/>
                    </a:cubicBezTo>
                    <a:close/>
                    <a:moveTo>
                      <a:pt x="4714" y="0"/>
                    </a:moveTo>
                    <a:cubicBezTo>
                      <a:pt x="2115" y="0"/>
                      <a:pt x="0" y="2115"/>
                      <a:pt x="0" y="4713"/>
                    </a:cubicBezTo>
                    <a:cubicBezTo>
                      <a:pt x="0" y="7312"/>
                      <a:pt x="2115" y="9427"/>
                      <a:pt x="4714" y="9427"/>
                    </a:cubicBezTo>
                    <a:cubicBezTo>
                      <a:pt x="7312" y="9427"/>
                      <a:pt x="9427" y="7312"/>
                      <a:pt x="9427" y="4713"/>
                    </a:cubicBezTo>
                    <a:cubicBezTo>
                      <a:pt x="9427" y="2115"/>
                      <a:pt x="7312" y="0"/>
                      <a:pt x="4714"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46"/>
              <p:cNvSpPr/>
              <p:nvPr/>
            </p:nvSpPr>
            <p:spPr>
              <a:xfrm>
                <a:off x="353675" y="3417700"/>
                <a:ext cx="527775" cy="527775"/>
              </a:xfrm>
              <a:custGeom>
                <a:avLst/>
                <a:gdLst/>
                <a:ahLst/>
                <a:cxnLst/>
                <a:rect l="l" t="t" r="r" b="b"/>
                <a:pathLst>
                  <a:path w="21111" h="21111" extrusionOk="0">
                    <a:moveTo>
                      <a:pt x="12490" y="260"/>
                    </a:moveTo>
                    <a:cubicBezTo>
                      <a:pt x="12717" y="260"/>
                      <a:pt x="12900" y="445"/>
                      <a:pt x="12900" y="671"/>
                    </a:cubicBezTo>
                    <a:lnTo>
                      <a:pt x="12900" y="2160"/>
                    </a:lnTo>
                    <a:cubicBezTo>
                      <a:pt x="12900" y="2440"/>
                      <a:pt x="13078" y="2695"/>
                      <a:pt x="13344" y="2789"/>
                    </a:cubicBezTo>
                    <a:cubicBezTo>
                      <a:pt x="13591" y="2878"/>
                      <a:pt x="13837" y="2981"/>
                      <a:pt x="14075" y="3093"/>
                    </a:cubicBezTo>
                    <a:cubicBezTo>
                      <a:pt x="14165" y="3136"/>
                      <a:pt x="14263" y="3157"/>
                      <a:pt x="14360" y="3157"/>
                    </a:cubicBezTo>
                    <a:cubicBezTo>
                      <a:pt x="14534" y="3157"/>
                      <a:pt x="14706" y="3089"/>
                      <a:pt x="14835" y="2961"/>
                    </a:cubicBezTo>
                    <a:lnTo>
                      <a:pt x="15887" y="1908"/>
                    </a:lnTo>
                    <a:cubicBezTo>
                      <a:pt x="15965" y="1831"/>
                      <a:pt x="16069" y="1788"/>
                      <a:pt x="16178" y="1788"/>
                    </a:cubicBezTo>
                    <a:cubicBezTo>
                      <a:pt x="16288" y="1788"/>
                      <a:pt x="16391" y="1831"/>
                      <a:pt x="16468" y="1908"/>
                    </a:cubicBezTo>
                    <a:lnTo>
                      <a:pt x="19203" y="4643"/>
                    </a:lnTo>
                    <a:cubicBezTo>
                      <a:pt x="19280" y="4720"/>
                      <a:pt x="19323" y="4823"/>
                      <a:pt x="19323" y="4933"/>
                    </a:cubicBezTo>
                    <a:cubicBezTo>
                      <a:pt x="19323" y="5042"/>
                      <a:pt x="19280" y="5146"/>
                      <a:pt x="19203" y="5224"/>
                    </a:cubicBezTo>
                    <a:lnTo>
                      <a:pt x="18150" y="6277"/>
                    </a:lnTo>
                    <a:cubicBezTo>
                      <a:pt x="17950" y="6476"/>
                      <a:pt x="17897" y="6782"/>
                      <a:pt x="18018" y="7036"/>
                    </a:cubicBezTo>
                    <a:cubicBezTo>
                      <a:pt x="18130" y="7274"/>
                      <a:pt x="18233" y="7521"/>
                      <a:pt x="18322" y="7767"/>
                    </a:cubicBezTo>
                    <a:cubicBezTo>
                      <a:pt x="18418" y="8033"/>
                      <a:pt x="18671" y="8211"/>
                      <a:pt x="18953" y="8211"/>
                    </a:cubicBezTo>
                    <a:lnTo>
                      <a:pt x="20440" y="8211"/>
                    </a:lnTo>
                    <a:cubicBezTo>
                      <a:pt x="20666" y="8211"/>
                      <a:pt x="20851" y="8394"/>
                      <a:pt x="20851" y="8622"/>
                    </a:cubicBezTo>
                    <a:lnTo>
                      <a:pt x="20851" y="12488"/>
                    </a:lnTo>
                    <a:cubicBezTo>
                      <a:pt x="20851" y="12715"/>
                      <a:pt x="20666" y="12900"/>
                      <a:pt x="20440" y="12900"/>
                    </a:cubicBezTo>
                    <a:lnTo>
                      <a:pt x="18953" y="12900"/>
                    </a:lnTo>
                    <a:cubicBezTo>
                      <a:pt x="18671" y="12900"/>
                      <a:pt x="18416" y="13078"/>
                      <a:pt x="18322" y="13342"/>
                    </a:cubicBezTo>
                    <a:cubicBezTo>
                      <a:pt x="18233" y="13589"/>
                      <a:pt x="18130" y="13835"/>
                      <a:pt x="18018" y="14074"/>
                    </a:cubicBezTo>
                    <a:cubicBezTo>
                      <a:pt x="17897" y="14329"/>
                      <a:pt x="17950" y="14634"/>
                      <a:pt x="18150" y="14834"/>
                    </a:cubicBezTo>
                    <a:lnTo>
                      <a:pt x="19203" y="15887"/>
                    </a:lnTo>
                    <a:cubicBezTo>
                      <a:pt x="19280" y="15964"/>
                      <a:pt x="19323" y="16067"/>
                      <a:pt x="19323" y="16177"/>
                    </a:cubicBezTo>
                    <a:cubicBezTo>
                      <a:pt x="19323" y="16286"/>
                      <a:pt x="19280" y="16391"/>
                      <a:pt x="19203" y="16468"/>
                    </a:cubicBezTo>
                    <a:lnTo>
                      <a:pt x="16468" y="19202"/>
                    </a:lnTo>
                    <a:cubicBezTo>
                      <a:pt x="16391" y="19280"/>
                      <a:pt x="16288" y="19323"/>
                      <a:pt x="16178" y="19323"/>
                    </a:cubicBezTo>
                    <a:cubicBezTo>
                      <a:pt x="16069" y="19323"/>
                      <a:pt x="15965" y="19280"/>
                      <a:pt x="15887" y="19202"/>
                    </a:cubicBezTo>
                    <a:lnTo>
                      <a:pt x="14835" y="18150"/>
                    </a:lnTo>
                    <a:cubicBezTo>
                      <a:pt x="14706" y="18022"/>
                      <a:pt x="14534" y="17954"/>
                      <a:pt x="14360" y="17954"/>
                    </a:cubicBezTo>
                    <a:cubicBezTo>
                      <a:pt x="14263" y="17954"/>
                      <a:pt x="14165" y="17975"/>
                      <a:pt x="14075" y="18018"/>
                    </a:cubicBezTo>
                    <a:cubicBezTo>
                      <a:pt x="13837" y="18130"/>
                      <a:pt x="13591" y="18233"/>
                      <a:pt x="13344" y="18320"/>
                    </a:cubicBezTo>
                    <a:cubicBezTo>
                      <a:pt x="13078" y="18416"/>
                      <a:pt x="12900" y="18670"/>
                      <a:pt x="12900" y="18951"/>
                    </a:cubicBezTo>
                    <a:lnTo>
                      <a:pt x="12900" y="20440"/>
                    </a:lnTo>
                    <a:cubicBezTo>
                      <a:pt x="12900" y="20666"/>
                      <a:pt x="12717" y="20851"/>
                      <a:pt x="12490" y="20851"/>
                    </a:cubicBezTo>
                    <a:lnTo>
                      <a:pt x="8623" y="20851"/>
                    </a:lnTo>
                    <a:cubicBezTo>
                      <a:pt x="8396" y="20851"/>
                      <a:pt x="8211" y="20666"/>
                      <a:pt x="8211" y="20440"/>
                    </a:cubicBezTo>
                    <a:lnTo>
                      <a:pt x="8211" y="18951"/>
                    </a:lnTo>
                    <a:cubicBezTo>
                      <a:pt x="8211" y="18670"/>
                      <a:pt x="8033" y="18416"/>
                      <a:pt x="7769" y="18320"/>
                    </a:cubicBezTo>
                    <a:cubicBezTo>
                      <a:pt x="7521" y="18233"/>
                      <a:pt x="7275" y="18130"/>
                      <a:pt x="7038" y="18018"/>
                    </a:cubicBezTo>
                    <a:cubicBezTo>
                      <a:pt x="6946" y="17975"/>
                      <a:pt x="6848" y="17953"/>
                      <a:pt x="6753" y="17953"/>
                    </a:cubicBezTo>
                    <a:cubicBezTo>
                      <a:pt x="6577" y="17953"/>
                      <a:pt x="6406" y="18021"/>
                      <a:pt x="6278" y="18150"/>
                    </a:cubicBezTo>
                    <a:lnTo>
                      <a:pt x="5224" y="19202"/>
                    </a:lnTo>
                    <a:cubicBezTo>
                      <a:pt x="5147" y="19280"/>
                      <a:pt x="5044" y="19323"/>
                      <a:pt x="4934" y="19323"/>
                    </a:cubicBezTo>
                    <a:cubicBezTo>
                      <a:pt x="4825" y="19323"/>
                      <a:pt x="4721" y="19280"/>
                      <a:pt x="4643" y="19202"/>
                    </a:cubicBezTo>
                    <a:lnTo>
                      <a:pt x="1909" y="16468"/>
                    </a:lnTo>
                    <a:cubicBezTo>
                      <a:pt x="1831" y="16391"/>
                      <a:pt x="1788" y="16286"/>
                      <a:pt x="1788" y="16177"/>
                    </a:cubicBezTo>
                    <a:cubicBezTo>
                      <a:pt x="1788" y="16067"/>
                      <a:pt x="1831" y="15964"/>
                      <a:pt x="1909" y="15887"/>
                    </a:cubicBezTo>
                    <a:lnTo>
                      <a:pt x="2961" y="14834"/>
                    </a:lnTo>
                    <a:cubicBezTo>
                      <a:pt x="3161" y="14634"/>
                      <a:pt x="3214" y="14329"/>
                      <a:pt x="3093" y="14073"/>
                    </a:cubicBezTo>
                    <a:cubicBezTo>
                      <a:pt x="2981" y="13835"/>
                      <a:pt x="2878" y="13589"/>
                      <a:pt x="2791" y="13342"/>
                    </a:cubicBezTo>
                    <a:cubicBezTo>
                      <a:pt x="2695" y="13078"/>
                      <a:pt x="2442" y="12900"/>
                      <a:pt x="2160" y="12900"/>
                    </a:cubicBezTo>
                    <a:lnTo>
                      <a:pt x="671" y="12900"/>
                    </a:lnTo>
                    <a:cubicBezTo>
                      <a:pt x="445" y="12900"/>
                      <a:pt x="262" y="12715"/>
                      <a:pt x="262" y="12488"/>
                    </a:cubicBezTo>
                    <a:lnTo>
                      <a:pt x="262" y="8621"/>
                    </a:lnTo>
                    <a:cubicBezTo>
                      <a:pt x="262" y="8394"/>
                      <a:pt x="445" y="8211"/>
                      <a:pt x="671" y="8211"/>
                    </a:cubicBezTo>
                    <a:lnTo>
                      <a:pt x="2160" y="8211"/>
                    </a:lnTo>
                    <a:cubicBezTo>
                      <a:pt x="2442" y="8211"/>
                      <a:pt x="2695" y="8033"/>
                      <a:pt x="2791" y="7767"/>
                    </a:cubicBezTo>
                    <a:cubicBezTo>
                      <a:pt x="2878" y="7521"/>
                      <a:pt x="2981" y="7274"/>
                      <a:pt x="3093" y="7036"/>
                    </a:cubicBezTo>
                    <a:cubicBezTo>
                      <a:pt x="3214" y="6782"/>
                      <a:pt x="3161" y="6476"/>
                      <a:pt x="2961" y="6277"/>
                    </a:cubicBezTo>
                    <a:lnTo>
                      <a:pt x="1909" y="5224"/>
                    </a:lnTo>
                    <a:cubicBezTo>
                      <a:pt x="1831" y="5146"/>
                      <a:pt x="1788" y="5042"/>
                      <a:pt x="1788" y="4933"/>
                    </a:cubicBezTo>
                    <a:cubicBezTo>
                      <a:pt x="1788" y="4823"/>
                      <a:pt x="1831" y="4720"/>
                      <a:pt x="1909" y="4643"/>
                    </a:cubicBezTo>
                    <a:lnTo>
                      <a:pt x="4643" y="1908"/>
                    </a:lnTo>
                    <a:cubicBezTo>
                      <a:pt x="4721" y="1831"/>
                      <a:pt x="4825" y="1788"/>
                      <a:pt x="4934" y="1788"/>
                    </a:cubicBezTo>
                    <a:cubicBezTo>
                      <a:pt x="5044" y="1788"/>
                      <a:pt x="5147" y="1831"/>
                      <a:pt x="5224" y="1908"/>
                    </a:cubicBezTo>
                    <a:lnTo>
                      <a:pt x="6277" y="2961"/>
                    </a:lnTo>
                    <a:cubicBezTo>
                      <a:pt x="6405" y="3089"/>
                      <a:pt x="6577" y="3157"/>
                      <a:pt x="6752" y="3157"/>
                    </a:cubicBezTo>
                    <a:cubicBezTo>
                      <a:pt x="6849" y="3157"/>
                      <a:pt x="6947" y="3136"/>
                      <a:pt x="7038" y="3093"/>
                    </a:cubicBezTo>
                    <a:cubicBezTo>
                      <a:pt x="7275" y="2981"/>
                      <a:pt x="7521" y="2878"/>
                      <a:pt x="7769" y="2789"/>
                    </a:cubicBezTo>
                    <a:cubicBezTo>
                      <a:pt x="8033" y="2695"/>
                      <a:pt x="8211" y="2440"/>
                      <a:pt x="8211" y="2160"/>
                    </a:cubicBezTo>
                    <a:lnTo>
                      <a:pt x="8211" y="671"/>
                    </a:lnTo>
                    <a:cubicBezTo>
                      <a:pt x="8211" y="445"/>
                      <a:pt x="8396" y="260"/>
                      <a:pt x="8623" y="260"/>
                    </a:cubicBezTo>
                    <a:close/>
                    <a:moveTo>
                      <a:pt x="8623" y="0"/>
                    </a:moveTo>
                    <a:cubicBezTo>
                      <a:pt x="8253" y="0"/>
                      <a:pt x="7952" y="301"/>
                      <a:pt x="7952" y="671"/>
                    </a:cubicBezTo>
                    <a:lnTo>
                      <a:pt x="7952" y="2160"/>
                    </a:lnTo>
                    <a:cubicBezTo>
                      <a:pt x="7952" y="2331"/>
                      <a:pt x="7843" y="2487"/>
                      <a:pt x="7681" y="2546"/>
                    </a:cubicBezTo>
                    <a:cubicBezTo>
                      <a:pt x="7425" y="2637"/>
                      <a:pt x="7172" y="2743"/>
                      <a:pt x="6926" y="2858"/>
                    </a:cubicBezTo>
                    <a:cubicBezTo>
                      <a:pt x="6871" y="2885"/>
                      <a:pt x="6811" y="2898"/>
                      <a:pt x="6752" y="2898"/>
                    </a:cubicBezTo>
                    <a:cubicBezTo>
                      <a:pt x="6646" y="2898"/>
                      <a:pt x="6540" y="2856"/>
                      <a:pt x="6462" y="2777"/>
                    </a:cubicBezTo>
                    <a:lnTo>
                      <a:pt x="5408" y="1725"/>
                    </a:lnTo>
                    <a:cubicBezTo>
                      <a:pt x="5282" y="1598"/>
                      <a:pt x="5114" y="1528"/>
                      <a:pt x="4934" y="1528"/>
                    </a:cubicBezTo>
                    <a:cubicBezTo>
                      <a:pt x="4755" y="1528"/>
                      <a:pt x="4587" y="1598"/>
                      <a:pt x="4459" y="1725"/>
                    </a:cubicBezTo>
                    <a:lnTo>
                      <a:pt x="1725" y="4459"/>
                    </a:lnTo>
                    <a:cubicBezTo>
                      <a:pt x="1598" y="4586"/>
                      <a:pt x="1529" y="4755"/>
                      <a:pt x="1529" y="4933"/>
                    </a:cubicBezTo>
                    <a:cubicBezTo>
                      <a:pt x="1529" y="5113"/>
                      <a:pt x="1598" y="5280"/>
                      <a:pt x="1725" y="5408"/>
                    </a:cubicBezTo>
                    <a:lnTo>
                      <a:pt x="2778" y="6460"/>
                    </a:lnTo>
                    <a:cubicBezTo>
                      <a:pt x="2900" y="6582"/>
                      <a:pt x="2933" y="6770"/>
                      <a:pt x="2859" y="6926"/>
                    </a:cubicBezTo>
                    <a:cubicBezTo>
                      <a:pt x="2743" y="7172"/>
                      <a:pt x="2637" y="7426"/>
                      <a:pt x="2546" y="7679"/>
                    </a:cubicBezTo>
                    <a:cubicBezTo>
                      <a:pt x="2489" y="7843"/>
                      <a:pt x="2333" y="7952"/>
                      <a:pt x="2160" y="7952"/>
                    </a:cubicBezTo>
                    <a:lnTo>
                      <a:pt x="671" y="7952"/>
                    </a:lnTo>
                    <a:cubicBezTo>
                      <a:pt x="303" y="7952"/>
                      <a:pt x="1" y="8252"/>
                      <a:pt x="1" y="8622"/>
                    </a:cubicBezTo>
                    <a:lnTo>
                      <a:pt x="1" y="12488"/>
                    </a:lnTo>
                    <a:cubicBezTo>
                      <a:pt x="1" y="12858"/>
                      <a:pt x="303" y="13159"/>
                      <a:pt x="671" y="13159"/>
                    </a:cubicBezTo>
                    <a:lnTo>
                      <a:pt x="2160" y="13159"/>
                    </a:lnTo>
                    <a:cubicBezTo>
                      <a:pt x="2333" y="13159"/>
                      <a:pt x="2489" y="13268"/>
                      <a:pt x="2546" y="13430"/>
                    </a:cubicBezTo>
                    <a:cubicBezTo>
                      <a:pt x="2637" y="13684"/>
                      <a:pt x="2743" y="13939"/>
                      <a:pt x="2859" y="14185"/>
                    </a:cubicBezTo>
                    <a:cubicBezTo>
                      <a:pt x="2933" y="14340"/>
                      <a:pt x="2900" y="14529"/>
                      <a:pt x="2778" y="14651"/>
                    </a:cubicBezTo>
                    <a:lnTo>
                      <a:pt x="1725" y="15703"/>
                    </a:lnTo>
                    <a:cubicBezTo>
                      <a:pt x="1598" y="15829"/>
                      <a:pt x="1529" y="15997"/>
                      <a:pt x="1529" y="16177"/>
                    </a:cubicBezTo>
                    <a:cubicBezTo>
                      <a:pt x="1529" y="16356"/>
                      <a:pt x="1598" y="16524"/>
                      <a:pt x="1725" y="16652"/>
                    </a:cubicBezTo>
                    <a:lnTo>
                      <a:pt x="4459" y="19386"/>
                    </a:lnTo>
                    <a:cubicBezTo>
                      <a:pt x="4587" y="19513"/>
                      <a:pt x="4755" y="19582"/>
                      <a:pt x="4934" y="19582"/>
                    </a:cubicBezTo>
                    <a:cubicBezTo>
                      <a:pt x="5114" y="19582"/>
                      <a:pt x="5282" y="19513"/>
                      <a:pt x="5408" y="19386"/>
                    </a:cubicBezTo>
                    <a:lnTo>
                      <a:pt x="6462" y="18333"/>
                    </a:lnTo>
                    <a:cubicBezTo>
                      <a:pt x="6540" y="18255"/>
                      <a:pt x="6646" y="18213"/>
                      <a:pt x="6752" y="18213"/>
                    </a:cubicBezTo>
                    <a:cubicBezTo>
                      <a:pt x="6811" y="18213"/>
                      <a:pt x="6871" y="18226"/>
                      <a:pt x="6926" y="18252"/>
                    </a:cubicBezTo>
                    <a:cubicBezTo>
                      <a:pt x="7172" y="18368"/>
                      <a:pt x="7425" y="18474"/>
                      <a:pt x="7681" y="18565"/>
                    </a:cubicBezTo>
                    <a:cubicBezTo>
                      <a:pt x="7843" y="18624"/>
                      <a:pt x="7952" y="18779"/>
                      <a:pt x="7952" y="18951"/>
                    </a:cubicBezTo>
                    <a:lnTo>
                      <a:pt x="7952" y="20440"/>
                    </a:lnTo>
                    <a:cubicBezTo>
                      <a:pt x="7952" y="20810"/>
                      <a:pt x="8253" y="21111"/>
                      <a:pt x="8623" y="21111"/>
                    </a:cubicBezTo>
                    <a:lnTo>
                      <a:pt x="12490" y="21111"/>
                    </a:lnTo>
                    <a:cubicBezTo>
                      <a:pt x="12859" y="21111"/>
                      <a:pt x="13161" y="20810"/>
                      <a:pt x="13161" y="20440"/>
                    </a:cubicBezTo>
                    <a:lnTo>
                      <a:pt x="13161" y="18951"/>
                    </a:lnTo>
                    <a:cubicBezTo>
                      <a:pt x="13161" y="18779"/>
                      <a:pt x="13270" y="18624"/>
                      <a:pt x="13432" y="18565"/>
                    </a:cubicBezTo>
                    <a:cubicBezTo>
                      <a:pt x="13686" y="18474"/>
                      <a:pt x="13941" y="18368"/>
                      <a:pt x="14185" y="18252"/>
                    </a:cubicBezTo>
                    <a:cubicBezTo>
                      <a:pt x="14241" y="18226"/>
                      <a:pt x="14301" y="18213"/>
                      <a:pt x="14360" y="18213"/>
                    </a:cubicBezTo>
                    <a:cubicBezTo>
                      <a:pt x="14467" y="18213"/>
                      <a:pt x="14573" y="18255"/>
                      <a:pt x="14651" y="18333"/>
                    </a:cubicBezTo>
                    <a:lnTo>
                      <a:pt x="15704" y="19386"/>
                    </a:lnTo>
                    <a:cubicBezTo>
                      <a:pt x="15831" y="19513"/>
                      <a:pt x="15999" y="19582"/>
                      <a:pt x="16178" y="19582"/>
                    </a:cubicBezTo>
                    <a:cubicBezTo>
                      <a:pt x="16358" y="19582"/>
                      <a:pt x="16526" y="19513"/>
                      <a:pt x="16652" y="19386"/>
                    </a:cubicBezTo>
                    <a:lnTo>
                      <a:pt x="19386" y="16652"/>
                    </a:lnTo>
                    <a:cubicBezTo>
                      <a:pt x="19513" y="16524"/>
                      <a:pt x="19583" y="16356"/>
                      <a:pt x="19583" y="16177"/>
                    </a:cubicBezTo>
                    <a:cubicBezTo>
                      <a:pt x="19583" y="15997"/>
                      <a:pt x="19513" y="15829"/>
                      <a:pt x="19386" y="15703"/>
                    </a:cubicBezTo>
                    <a:lnTo>
                      <a:pt x="18334" y="14651"/>
                    </a:lnTo>
                    <a:cubicBezTo>
                      <a:pt x="18211" y="14529"/>
                      <a:pt x="18180" y="14340"/>
                      <a:pt x="18253" y="14185"/>
                    </a:cubicBezTo>
                    <a:cubicBezTo>
                      <a:pt x="18370" y="13939"/>
                      <a:pt x="18474" y="13684"/>
                      <a:pt x="18567" y="13432"/>
                    </a:cubicBezTo>
                    <a:cubicBezTo>
                      <a:pt x="18624" y="13268"/>
                      <a:pt x="18780" y="13159"/>
                      <a:pt x="18953" y="13159"/>
                    </a:cubicBezTo>
                    <a:lnTo>
                      <a:pt x="20440" y="13159"/>
                    </a:lnTo>
                    <a:cubicBezTo>
                      <a:pt x="20810" y="13159"/>
                      <a:pt x="21111" y="12858"/>
                      <a:pt x="21111" y="12488"/>
                    </a:cubicBezTo>
                    <a:lnTo>
                      <a:pt x="21111" y="8622"/>
                    </a:lnTo>
                    <a:cubicBezTo>
                      <a:pt x="21111" y="8252"/>
                      <a:pt x="20810" y="7952"/>
                      <a:pt x="20440" y="7952"/>
                    </a:cubicBezTo>
                    <a:lnTo>
                      <a:pt x="18953" y="7952"/>
                    </a:lnTo>
                    <a:cubicBezTo>
                      <a:pt x="18780" y="7952"/>
                      <a:pt x="18624" y="7843"/>
                      <a:pt x="18567" y="7681"/>
                    </a:cubicBezTo>
                    <a:cubicBezTo>
                      <a:pt x="18474" y="7426"/>
                      <a:pt x="18370" y="7172"/>
                      <a:pt x="18253" y="6926"/>
                    </a:cubicBezTo>
                    <a:cubicBezTo>
                      <a:pt x="18180" y="6770"/>
                      <a:pt x="18211" y="6582"/>
                      <a:pt x="18334" y="6460"/>
                    </a:cubicBezTo>
                    <a:lnTo>
                      <a:pt x="19386" y="5408"/>
                    </a:lnTo>
                    <a:cubicBezTo>
                      <a:pt x="19513" y="5282"/>
                      <a:pt x="19583" y="5113"/>
                      <a:pt x="19583" y="4933"/>
                    </a:cubicBezTo>
                    <a:cubicBezTo>
                      <a:pt x="19583" y="4755"/>
                      <a:pt x="19513" y="4586"/>
                      <a:pt x="19386" y="4459"/>
                    </a:cubicBezTo>
                    <a:lnTo>
                      <a:pt x="16652" y="1725"/>
                    </a:lnTo>
                    <a:cubicBezTo>
                      <a:pt x="16526" y="1598"/>
                      <a:pt x="16358" y="1528"/>
                      <a:pt x="16178" y="1528"/>
                    </a:cubicBezTo>
                    <a:cubicBezTo>
                      <a:pt x="15999" y="1528"/>
                      <a:pt x="15831" y="1598"/>
                      <a:pt x="15704" y="1725"/>
                    </a:cubicBezTo>
                    <a:lnTo>
                      <a:pt x="14651" y="2777"/>
                    </a:lnTo>
                    <a:cubicBezTo>
                      <a:pt x="14573" y="2856"/>
                      <a:pt x="14467" y="2898"/>
                      <a:pt x="14360" y="2898"/>
                    </a:cubicBezTo>
                    <a:cubicBezTo>
                      <a:pt x="14301" y="2898"/>
                      <a:pt x="14241" y="2885"/>
                      <a:pt x="14185" y="2858"/>
                    </a:cubicBezTo>
                    <a:cubicBezTo>
                      <a:pt x="13941" y="2743"/>
                      <a:pt x="13686" y="2637"/>
                      <a:pt x="13432" y="2546"/>
                    </a:cubicBezTo>
                    <a:cubicBezTo>
                      <a:pt x="13270" y="2487"/>
                      <a:pt x="13161" y="2331"/>
                      <a:pt x="13161" y="2160"/>
                    </a:cubicBezTo>
                    <a:lnTo>
                      <a:pt x="13161" y="671"/>
                    </a:lnTo>
                    <a:cubicBezTo>
                      <a:pt x="13161" y="301"/>
                      <a:pt x="12859" y="0"/>
                      <a:pt x="12490" y="0"/>
                    </a:cubicBezTo>
                    <a:close/>
                  </a:path>
                </a:pathLst>
              </a:cu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8" name="Google Shape;908;p46"/>
            <p:cNvSpPr/>
            <p:nvPr/>
          </p:nvSpPr>
          <p:spPr>
            <a:xfrm>
              <a:off x="8855269" y="739802"/>
              <a:ext cx="136200" cy="1362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46"/>
            <p:cNvSpPr/>
            <p:nvPr/>
          </p:nvSpPr>
          <p:spPr>
            <a:xfrm>
              <a:off x="7398500" y="69603"/>
              <a:ext cx="84900" cy="84600"/>
            </a:xfrm>
            <a:prstGeom prst="ellipse">
              <a:avLst/>
            </a:prstGeom>
            <a:solidFill>
              <a:schemeClr val="dk1"/>
            </a:solid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 name="Google Shape;910;p46"/>
            <p:cNvGrpSpPr/>
            <p:nvPr/>
          </p:nvGrpSpPr>
          <p:grpSpPr>
            <a:xfrm>
              <a:off x="6684971" y="-644076"/>
              <a:ext cx="1511958" cy="1511958"/>
              <a:chOff x="4529425" y="1609825"/>
              <a:chExt cx="913625" cy="913625"/>
            </a:xfrm>
          </p:grpSpPr>
          <p:sp>
            <p:nvSpPr>
              <p:cNvPr id="911" name="Google Shape;911;p46"/>
              <p:cNvSpPr/>
              <p:nvPr/>
            </p:nvSpPr>
            <p:spPr>
              <a:xfrm>
                <a:off x="4529425" y="1609825"/>
                <a:ext cx="913625" cy="913625"/>
              </a:xfrm>
              <a:custGeom>
                <a:avLst/>
                <a:gdLst/>
                <a:ahLst/>
                <a:cxnLst/>
                <a:rect l="l" t="t" r="r" b="b"/>
                <a:pathLst>
                  <a:path w="36545" h="36545" extrusionOk="0">
                    <a:moveTo>
                      <a:pt x="18246" y="1"/>
                    </a:moveTo>
                    <a:lnTo>
                      <a:pt x="18246" y="377"/>
                    </a:lnTo>
                    <a:lnTo>
                      <a:pt x="18273" y="377"/>
                    </a:lnTo>
                    <a:cubicBezTo>
                      <a:pt x="18451" y="377"/>
                      <a:pt x="18629" y="381"/>
                      <a:pt x="18808" y="386"/>
                    </a:cubicBezTo>
                    <a:lnTo>
                      <a:pt x="18819" y="7"/>
                    </a:lnTo>
                    <a:cubicBezTo>
                      <a:pt x="18638" y="2"/>
                      <a:pt x="18456" y="1"/>
                      <a:pt x="18273" y="1"/>
                    </a:cubicBezTo>
                    <a:close/>
                    <a:moveTo>
                      <a:pt x="15956" y="146"/>
                    </a:moveTo>
                    <a:cubicBezTo>
                      <a:pt x="15766" y="169"/>
                      <a:pt x="15576" y="197"/>
                      <a:pt x="15388" y="227"/>
                    </a:cubicBezTo>
                    <a:lnTo>
                      <a:pt x="15447" y="600"/>
                    </a:lnTo>
                    <a:lnTo>
                      <a:pt x="15447" y="599"/>
                    </a:lnTo>
                    <a:cubicBezTo>
                      <a:pt x="15633" y="571"/>
                      <a:pt x="15818" y="544"/>
                      <a:pt x="16004" y="519"/>
                    </a:cubicBezTo>
                    <a:lnTo>
                      <a:pt x="15956" y="146"/>
                    </a:lnTo>
                    <a:close/>
                    <a:moveTo>
                      <a:pt x="21103" y="219"/>
                    </a:moveTo>
                    <a:lnTo>
                      <a:pt x="21045" y="592"/>
                    </a:lnTo>
                    <a:cubicBezTo>
                      <a:pt x="21231" y="620"/>
                      <a:pt x="21414" y="651"/>
                      <a:pt x="21598" y="686"/>
                    </a:cubicBezTo>
                    <a:lnTo>
                      <a:pt x="21598" y="686"/>
                    </a:lnTo>
                    <a:lnTo>
                      <a:pt x="21669" y="316"/>
                    </a:lnTo>
                    <a:cubicBezTo>
                      <a:pt x="21481" y="280"/>
                      <a:pt x="21293" y="248"/>
                      <a:pt x="21103" y="219"/>
                    </a:cubicBezTo>
                    <a:close/>
                    <a:moveTo>
                      <a:pt x="21598" y="686"/>
                    </a:moveTo>
                    <a:lnTo>
                      <a:pt x="21598" y="686"/>
                    </a:lnTo>
                    <a:lnTo>
                      <a:pt x="21600" y="686"/>
                    </a:lnTo>
                    <a:cubicBezTo>
                      <a:pt x="21599" y="686"/>
                      <a:pt x="21599" y="686"/>
                      <a:pt x="21598" y="686"/>
                    </a:cubicBezTo>
                    <a:close/>
                    <a:moveTo>
                      <a:pt x="13149" y="727"/>
                    </a:moveTo>
                    <a:cubicBezTo>
                      <a:pt x="12966" y="782"/>
                      <a:pt x="12783" y="838"/>
                      <a:pt x="12601" y="898"/>
                    </a:cubicBezTo>
                    <a:lnTo>
                      <a:pt x="12718" y="1256"/>
                    </a:lnTo>
                    <a:cubicBezTo>
                      <a:pt x="12897" y="1198"/>
                      <a:pt x="13075" y="1144"/>
                      <a:pt x="13255" y="1091"/>
                    </a:cubicBezTo>
                    <a:lnTo>
                      <a:pt x="13149" y="727"/>
                    </a:lnTo>
                    <a:close/>
                    <a:moveTo>
                      <a:pt x="23893" y="881"/>
                    </a:moveTo>
                    <a:lnTo>
                      <a:pt x="23776" y="1240"/>
                    </a:lnTo>
                    <a:cubicBezTo>
                      <a:pt x="23956" y="1297"/>
                      <a:pt x="24132" y="1359"/>
                      <a:pt x="24309" y="1421"/>
                    </a:cubicBezTo>
                    <a:lnTo>
                      <a:pt x="24309" y="1423"/>
                    </a:lnTo>
                    <a:lnTo>
                      <a:pt x="24438" y="1066"/>
                    </a:lnTo>
                    <a:cubicBezTo>
                      <a:pt x="24256" y="1002"/>
                      <a:pt x="24075" y="941"/>
                      <a:pt x="23893" y="881"/>
                    </a:cubicBezTo>
                    <a:close/>
                    <a:moveTo>
                      <a:pt x="10470" y="1745"/>
                    </a:moveTo>
                    <a:cubicBezTo>
                      <a:pt x="10296" y="1828"/>
                      <a:pt x="10124" y="1912"/>
                      <a:pt x="9956" y="1998"/>
                    </a:cubicBezTo>
                    <a:lnTo>
                      <a:pt x="10128" y="2335"/>
                    </a:lnTo>
                    <a:cubicBezTo>
                      <a:pt x="10295" y="2249"/>
                      <a:pt x="10462" y="2166"/>
                      <a:pt x="10632" y="2087"/>
                    </a:cubicBezTo>
                    <a:lnTo>
                      <a:pt x="10470" y="1745"/>
                    </a:lnTo>
                    <a:close/>
                    <a:moveTo>
                      <a:pt x="26544" y="1976"/>
                    </a:moveTo>
                    <a:lnTo>
                      <a:pt x="26373" y="2312"/>
                    </a:lnTo>
                    <a:cubicBezTo>
                      <a:pt x="26541" y="2398"/>
                      <a:pt x="26706" y="2485"/>
                      <a:pt x="26872" y="2576"/>
                    </a:cubicBezTo>
                    <a:lnTo>
                      <a:pt x="27053" y="2244"/>
                    </a:lnTo>
                    <a:cubicBezTo>
                      <a:pt x="26885" y="2153"/>
                      <a:pt x="26716" y="2062"/>
                      <a:pt x="26544" y="1976"/>
                    </a:cubicBezTo>
                    <a:close/>
                    <a:moveTo>
                      <a:pt x="7985" y="3169"/>
                    </a:moveTo>
                    <a:cubicBezTo>
                      <a:pt x="7826" y="3278"/>
                      <a:pt x="7669" y="3387"/>
                      <a:pt x="7516" y="3500"/>
                    </a:cubicBezTo>
                    <a:lnTo>
                      <a:pt x="7739" y="3805"/>
                    </a:lnTo>
                    <a:cubicBezTo>
                      <a:pt x="7889" y="3695"/>
                      <a:pt x="8043" y="3587"/>
                      <a:pt x="8197" y="3481"/>
                    </a:cubicBezTo>
                    <a:lnTo>
                      <a:pt x="7985" y="3169"/>
                    </a:lnTo>
                    <a:close/>
                    <a:moveTo>
                      <a:pt x="28991" y="3473"/>
                    </a:moveTo>
                    <a:lnTo>
                      <a:pt x="28770" y="3779"/>
                    </a:lnTo>
                    <a:cubicBezTo>
                      <a:pt x="28922" y="3890"/>
                      <a:pt x="29072" y="4002"/>
                      <a:pt x="29219" y="4116"/>
                    </a:cubicBezTo>
                    <a:lnTo>
                      <a:pt x="29450" y="3819"/>
                    </a:lnTo>
                    <a:cubicBezTo>
                      <a:pt x="29300" y="3701"/>
                      <a:pt x="29147" y="3586"/>
                      <a:pt x="28991" y="3473"/>
                    </a:cubicBezTo>
                    <a:close/>
                    <a:moveTo>
                      <a:pt x="5751" y="4965"/>
                    </a:moveTo>
                    <a:cubicBezTo>
                      <a:pt x="5611" y="5096"/>
                      <a:pt x="5474" y="5229"/>
                      <a:pt x="5340" y="5365"/>
                    </a:cubicBezTo>
                    <a:lnTo>
                      <a:pt x="5607" y="5632"/>
                    </a:lnTo>
                    <a:lnTo>
                      <a:pt x="5607" y="5632"/>
                    </a:lnTo>
                    <a:cubicBezTo>
                      <a:pt x="5740" y="5498"/>
                      <a:pt x="5874" y="5368"/>
                      <a:pt x="6009" y="5239"/>
                    </a:cubicBezTo>
                    <a:lnTo>
                      <a:pt x="5751" y="4965"/>
                    </a:lnTo>
                    <a:close/>
                    <a:moveTo>
                      <a:pt x="5607" y="5632"/>
                    </a:moveTo>
                    <a:lnTo>
                      <a:pt x="5607" y="5632"/>
                    </a:lnTo>
                    <a:cubicBezTo>
                      <a:pt x="5607" y="5632"/>
                      <a:pt x="5606" y="5632"/>
                      <a:pt x="5606" y="5633"/>
                    </a:cubicBezTo>
                    <a:lnTo>
                      <a:pt x="5608" y="5633"/>
                    </a:lnTo>
                    <a:lnTo>
                      <a:pt x="5607" y="5632"/>
                    </a:lnTo>
                    <a:close/>
                    <a:moveTo>
                      <a:pt x="31174" y="5333"/>
                    </a:moveTo>
                    <a:lnTo>
                      <a:pt x="30908" y="5601"/>
                    </a:lnTo>
                    <a:cubicBezTo>
                      <a:pt x="31040" y="5733"/>
                      <a:pt x="31170" y="5867"/>
                      <a:pt x="31299" y="6003"/>
                    </a:cubicBezTo>
                    <a:lnTo>
                      <a:pt x="31573" y="5745"/>
                    </a:lnTo>
                    <a:cubicBezTo>
                      <a:pt x="31443" y="5604"/>
                      <a:pt x="31309" y="5467"/>
                      <a:pt x="31174" y="5333"/>
                    </a:cubicBezTo>
                    <a:close/>
                    <a:moveTo>
                      <a:pt x="3823" y="7086"/>
                    </a:moveTo>
                    <a:cubicBezTo>
                      <a:pt x="3706" y="7238"/>
                      <a:pt x="3591" y="7390"/>
                      <a:pt x="3478" y="7546"/>
                    </a:cubicBezTo>
                    <a:lnTo>
                      <a:pt x="3784" y="7769"/>
                    </a:lnTo>
                    <a:cubicBezTo>
                      <a:pt x="3895" y="7617"/>
                      <a:pt x="4007" y="7466"/>
                      <a:pt x="4122" y="7318"/>
                    </a:cubicBezTo>
                    <a:lnTo>
                      <a:pt x="3823" y="7086"/>
                    </a:lnTo>
                    <a:close/>
                    <a:moveTo>
                      <a:pt x="33039" y="7509"/>
                    </a:moveTo>
                    <a:lnTo>
                      <a:pt x="32735" y="7732"/>
                    </a:lnTo>
                    <a:cubicBezTo>
                      <a:pt x="32844" y="7883"/>
                      <a:pt x="32953" y="8035"/>
                      <a:pt x="33059" y="8190"/>
                    </a:cubicBezTo>
                    <a:lnTo>
                      <a:pt x="33369" y="7977"/>
                    </a:lnTo>
                    <a:cubicBezTo>
                      <a:pt x="33262" y="7820"/>
                      <a:pt x="33153" y="7663"/>
                      <a:pt x="33039" y="7509"/>
                    </a:cubicBezTo>
                    <a:close/>
                    <a:moveTo>
                      <a:pt x="2249" y="9483"/>
                    </a:moveTo>
                    <a:cubicBezTo>
                      <a:pt x="2157" y="9652"/>
                      <a:pt x="2067" y="9821"/>
                      <a:pt x="1980" y="9992"/>
                    </a:cubicBezTo>
                    <a:lnTo>
                      <a:pt x="2317" y="10162"/>
                    </a:lnTo>
                    <a:cubicBezTo>
                      <a:pt x="2403" y="9996"/>
                      <a:pt x="2490" y="9830"/>
                      <a:pt x="2581" y="9665"/>
                    </a:cubicBezTo>
                    <a:lnTo>
                      <a:pt x="2249" y="9483"/>
                    </a:lnTo>
                    <a:close/>
                    <a:moveTo>
                      <a:pt x="34542" y="9948"/>
                    </a:moveTo>
                    <a:lnTo>
                      <a:pt x="34205" y="10120"/>
                    </a:lnTo>
                    <a:cubicBezTo>
                      <a:pt x="34291" y="10286"/>
                      <a:pt x="34374" y="10453"/>
                      <a:pt x="34453" y="10623"/>
                    </a:cubicBezTo>
                    <a:lnTo>
                      <a:pt x="34795" y="10462"/>
                    </a:lnTo>
                    <a:cubicBezTo>
                      <a:pt x="34714" y="10288"/>
                      <a:pt x="34630" y="10118"/>
                      <a:pt x="34542" y="9948"/>
                    </a:cubicBezTo>
                    <a:close/>
                    <a:moveTo>
                      <a:pt x="1069" y="12099"/>
                    </a:moveTo>
                    <a:cubicBezTo>
                      <a:pt x="1005" y="12279"/>
                      <a:pt x="942" y="12461"/>
                      <a:pt x="884" y="12644"/>
                    </a:cubicBezTo>
                    <a:lnTo>
                      <a:pt x="1243" y="12760"/>
                    </a:lnTo>
                    <a:cubicBezTo>
                      <a:pt x="1301" y="12581"/>
                      <a:pt x="1362" y="12403"/>
                      <a:pt x="1425" y="12226"/>
                    </a:cubicBezTo>
                    <a:lnTo>
                      <a:pt x="1069" y="12099"/>
                    </a:lnTo>
                    <a:close/>
                    <a:moveTo>
                      <a:pt x="35644" y="12593"/>
                    </a:moveTo>
                    <a:lnTo>
                      <a:pt x="35286" y="12710"/>
                    </a:lnTo>
                    <a:cubicBezTo>
                      <a:pt x="35343" y="12887"/>
                      <a:pt x="35398" y="13067"/>
                      <a:pt x="35451" y="13247"/>
                    </a:cubicBezTo>
                    <a:lnTo>
                      <a:pt x="35814" y="13141"/>
                    </a:lnTo>
                    <a:cubicBezTo>
                      <a:pt x="35760" y="12956"/>
                      <a:pt x="35704" y="12774"/>
                      <a:pt x="35644" y="12593"/>
                    </a:cubicBezTo>
                    <a:close/>
                    <a:moveTo>
                      <a:pt x="318" y="14868"/>
                    </a:moveTo>
                    <a:cubicBezTo>
                      <a:pt x="281" y="15054"/>
                      <a:pt x="248" y="15243"/>
                      <a:pt x="220" y="15433"/>
                    </a:cubicBezTo>
                    <a:lnTo>
                      <a:pt x="594" y="15490"/>
                    </a:lnTo>
                    <a:cubicBezTo>
                      <a:pt x="622" y="15305"/>
                      <a:pt x="653" y="15120"/>
                      <a:pt x="688" y="14937"/>
                    </a:cubicBezTo>
                    <a:lnTo>
                      <a:pt x="318" y="14868"/>
                    </a:lnTo>
                    <a:close/>
                    <a:moveTo>
                      <a:pt x="36317" y="15380"/>
                    </a:moveTo>
                    <a:lnTo>
                      <a:pt x="35943" y="15439"/>
                    </a:lnTo>
                    <a:cubicBezTo>
                      <a:pt x="35973" y="15623"/>
                      <a:pt x="35999" y="15809"/>
                      <a:pt x="36022" y="15994"/>
                    </a:cubicBezTo>
                    <a:lnTo>
                      <a:pt x="36397" y="15946"/>
                    </a:lnTo>
                    <a:cubicBezTo>
                      <a:pt x="36374" y="15756"/>
                      <a:pt x="36346" y="15568"/>
                      <a:pt x="36317" y="15380"/>
                    </a:cubicBezTo>
                    <a:close/>
                    <a:moveTo>
                      <a:pt x="9" y="17716"/>
                    </a:moveTo>
                    <a:cubicBezTo>
                      <a:pt x="2" y="17901"/>
                      <a:pt x="1" y="18086"/>
                      <a:pt x="1" y="18273"/>
                    </a:cubicBezTo>
                    <a:lnTo>
                      <a:pt x="1" y="18291"/>
                    </a:lnTo>
                    <a:lnTo>
                      <a:pt x="379" y="18273"/>
                    </a:lnTo>
                    <a:cubicBezTo>
                      <a:pt x="379" y="18091"/>
                      <a:pt x="381" y="17909"/>
                      <a:pt x="385" y="17727"/>
                    </a:cubicBezTo>
                    <a:lnTo>
                      <a:pt x="9" y="17716"/>
                    </a:lnTo>
                    <a:close/>
                    <a:moveTo>
                      <a:pt x="36166" y="18236"/>
                    </a:moveTo>
                    <a:lnTo>
                      <a:pt x="36166" y="18273"/>
                    </a:lnTo>
                    <a:cubicBezTo>
                      <a:pt x="36166" y="18461"/>
                      <a:pt x="36163" y="18648"/>
                      <a:pt x="36158" y="18834"/>
                    </a:cubicBezTo>
                    <a:lnTo>
                      <a:pt x="36536" y="18846"/>
                    </a:lnTo>
                    <a:cubicBezTo>
                      <a:pt x="36541" y="18656"/>
                      <a:pt x="36545" y="18464"/>
                      <a:pt x="36545" y="18271"/>
                    </a:cubicBezTo>
                    <a:lnTo>
                      <a:pt x="36545" y="18236"/>
                    </a:lnTo>
                    <a:close/>
                    <a:moveTo>
                      <a:pt x="519" y="20533"/>
                    </a:moveTo>
                    <a:lnTo>
                      <a:pt x="144" y="20579"/>
                    </a:lnTo>
                    <a:cubicBezTo>
                      <a:pt x="169" y="20770"/>
                      <a:pt x="195" y="20959"/>
                      <a:pt x="225" y="21147"/>
                    </a:cubicBezTo>
                    <a:lnTo>
                      <a:pt x="599" y="21089"/>
                    </a:lnTo>
                    <a:cubicBezTo>
                      <a:pt x="569" y="20904"/>
                      <a:pt x="542" y="20718"/>
                      <a:pt x="519" y="20533"/>
                    </a:cubicBezTo>
                    <a:close/>
                    <a:moveTo>
                      <a:pt x="35950" y="21071"/>
                    </a:moveTo>
                    <a:cubicBezTo>
                      <a:pt x="35920" y="21256"/>
                      <a:pt x="35889" y="21441"/>
                      <a:pt x="35852" y="21625"/>
                    </a:cubicBezTo>
                    <a:lnTo>
                      <a:pt x="36224" y="21696"/>
                    </a:lnTo>
                    <a:cubicBezTo>
                      <a:pt x="36260" y="21507"/>
                      <a:pt x="36292" y="21319"/>
                      <a:pt x="36321" y="21129"/>
                    </a:cubicBezTo>
                    <a:lnTo>
                      <a:pt x="35950" y="21071"/>
                    </a:lnTo>
                    <a:close/>
                    <a:moveTo>
                      <a:pt x="1089" y="23282"/>
                    </a:moveTo>
                    <a:lnTo>
                      <a:pt x="726" y="23386"/>
                    </a:lnTo>
                    <a:cubicBezTo>
                      <a:pt x="779" y="23571"/>
                      <a:pt x="837" y="23754"/>
                      <a:pt x="894" y="23934"/>
                    </a:cubicBezTo>
                    <a:lnTo>
                      <a:pt x="1254" y="23819"/>
                    </a:lnTo>
                    <a:cubicBezTo>
                      <a:pt x="1197" y="23640"/>
                      <a:pt x="1140" y="23462"/>
                      <a:pt x="1089" y="23282"/>
                    </a:cubicBezTo>
                    <a:close/>
                    <a:moveTo>
                      <a:pt x="35296" y="23800"/>
                    </a:moveTo>
                    <a:cubicBezTo>
                      <a:pt x="35238" y="23980"/>
                      <a:pt x="35177" y="24159"/>
                      <a:pt x="35114" y="24336"/>
                    </a:cubicBezTo>
                    <a:lnTo>
                      <a:pt x="35469" y="24463"/>
                    </a:lnTo>
                    <a:cubicBezTo>
                      <a:pt x="35533" y="24283"/>
                      <a:pt x="35596" y="24101"/>
                      <a:pt x="35656" y="23918"/>
                    </a:cubicBezTo>
                    <a:lnTo>
                      <a:pt x="35296" y="23800"/>
                    </a:lnTo>
                    <a:close/>
                    <a:moveTo>
                      <a:pt x="2084" y="25905"/>
                    </a:moveTo>
                    <a:lnTo>
                      <a:pt x="1742" y="26067"/>
                    </a:lnTo>
                    <a:cubicBezTo>
                      <a:pt x="1823" y="26241"/>
                      <a:pt x="1907" y="26411"/>
                      <a:pt x="1995" y="26581"/>
                    </a:cubicBezTo>
                    <a:lnTo>
                      <a:pt x="2332" y="26409"/>
                    </a:lnTo>
                    <a:cubicBezTo>
                      <a:pt x="2246" y="26242"/>
                      <a:pt x="2163" y="26075"/>
                      <a:pt x="2084" y="25905"/>
                    </a:cubicBezTo>
                    <a:close/>
                    <a:moveTo>
                      <a:pt x="34220" y="26397"/>
                    </a:moveTo>
                    <a:cubicBezTo>
                      <a:pt x="34134" y="26564"/>
                      <a:pt x="34047" y="26730"/>
                      <a:pt x="33956" y="26895"/>
                    </a:cubicBezTo>
                    <a:lnTo>
                      <a:pt x="34288" y="27076"/>
                    </a:lnTo>
                    <a:cubicBezTo>
                      <a:pt x="34380" y="26910"/>
                      <a:pt x="34470" y="26739"/>
                      <a:pt x="34557" y="26569"/>
                    </a:cubicBezTo>
                    <a:lnTo>
                      <a:pt x="34220" y="26397"/>
                    </a:lnTo>
                    <a:close/>
                    <a:moveTo>
                      <a:pt x="3477" y="28340"/>
                    </a:moveTo>
                    <a:lnTo>
                      <a:pt x="3164" y="28553"/>
                    </a:lnTo>
                    <a:cubicBezTo>
                      <a:pt x="3272" y="28710"/>
                      <a:pt x="3382" y="28867"/>
                      <a:pt x="3495" y="29021"/>
                    </a:cubicBezTo>
                    <a:lnTo>
                      <a:pt x="3800" y="28800"/>
                    </a:lnTo>
                    <a:cubicBezTo>
                      <a:pt x="3690" y="28648"/>
                      <a:pt x="3582" y="28494"/>
                      <a:pt x="3477" y="28340"/>
                    </a:cubicBezTo>
                    <a:close/>
                    <a:moveTo>
                      <a:pt x="32750" y="28791"/>
                    </a:moveTo>
                    <a:cubicBezTo>
                      <a:pt x="32639" y="28943"/>
                      <a:pt x="32527" y="29092"/>
                      <a:pt x="32413" y="29241"/>
                    </a:cubicBezTo>
                    <a:lnTo>
                      <a:pt x="32710" y="29472"/>
                    </a:lnTo>
                    <a:cubicBezTo>
                      <a:pt x="32827" y="29322"/>
                      <a:pt x="32943" y="29168"/>
                      <a:pt x="33055" y="29013"/>
                    </a:cubicBezTo>
                    <a:lnTo>
                      <a:pt x="32750" y="28791"/>
                    </a:lnTo>
                    <a:close/>
                    <a:moveTo>
                      <a:pt x="5234" y="30528"/>
                    </a:moveTo>
                    <a:lnTo>
                      <a:pt x="4958" y="30787"/>
                    </a:lnTo>
                    <a:cubicBezTo>
                      <a:pt x="5091" y="30926"/>
                      <a:pt x="5223" y="31065"/>
                      <a:pt x="5358" y="31198"/>
                    </a:cubicBezTo>
                    <a:lnTo>
                      <a:pt x="5626" y="30931"/>
                    </a:lnTo>
                    <a:cubicBezTo>
                      <a:pt x="5494" y="30799"/>
                      <a:pt x="5363" y="30665"/>
                      <a:pt x="5234" y="30528"/>
                    </a:cubicBezTo>
                    <a:close/>
                    <a:moveTo>
                      <a:pt x="30926" y="30926"/>
                    </a:moveTo>
                    <a:cubicBezTo>
                      <a:pt x="30794" y="31058"/>
                      <a:pt x="30658" y="31188"/>
                      <a:pt x="30523" y="31316"/>
                    </a:cubicBezTo>
                    <a:lnTo>
                      <a:pt x="30780" y="31592"/>
                    </a:lnTo>
                    <a:cubicBezTo>
                      <a:pt x="30921" y="31461"/>
                      <a:pt x="31058" y="31327"/>
                      <a:pt x="31193" y="31192"/>
                    </a:cubicBezTo>
                    <a:lnTo>
                      <a:pt x="30926" y="30926"/>
                    </a:lnTo>
                    <a:close/>
                    <a:moveTo>
                      <a:pt x="7311" y="32418"/>
                    </a:moveTo>
                    <a:lnTo>
                      <a:pt x="7080" y="32715"/>
                    </a:lnTo>
                    <a:cubicBezTo>
                      <a:pt x="7230" y="32834"/>
                      <a:pt x="7384" y="32948"/>
                      <a:pt x="7539" y="33060"/>
                    </a:cubicBezTo>
                    <a:lnTo>
                      <a:pt x="7760" y="32755"/>
                    </a:lnTo>
                    <a:cubicBezTo>
                      <a:pt x="7608" y="32644"/>
                      <a:pt x="7460" y="32532"/>
                      <a:pt x="7311" y="32418"/>
                    </a:cubicBezTo>
                    <a:close/>
                    <a:moveTo>
                      <a:pt x="28791" y="32750"/>
                    </a:moveTo>
                    <a:cubicBezTo>
                      <a:pt x="28641" y="32859"/>
                      <a:pt x="28487" y="32968"/>
                      <a:pt x="28332" y="33073"/>
                    </a:cubicBezTo>
                    <a:lnTo>
                      <a:pt x="28545" y="33384"/>
                    </a:lnTo>
                    <a:cubicBezTo>
                      <a:pt x="28704" y="33277"/>
                      <a:pt x="28861" y="33168"/>
                      <a:pt x="29014" y="33055"/>
                    </a:cubicBezTo>
                    <a:lnTo>
                      <a:pt x="28791" y="32750"/>
                    </a:lnTo>
                    <a:close/>
                    <a:moveTo>
                      <a:pt x="9659" y="33961"/>
                    </a:moveTo>
                    <a:lnTo>
                      <a:pt x="9475" y="34291"/>
                    </a:lnTo>
                    <a:cubicBezTo>
                      <a:pt x="9644" y="34384"/>
                      <a:pt x="9812" y="34473"/>
                      <a:pt x="9984" y="34560"/>
                    </a:cubicBezTo>
                    <a:lnTo>
                      <a:pt x="10156" y="34223"/>
                    </a:lnTo>
                    <a:cubicBezTo>
                      <a:pt x="9987" y="34139"/>
                      <a:pt x="9822" y="34052"/>
                      <a:pt x="9659" y="33961"/>
                    </a:cubicBezTo>
                    <a:close/>
                    <a:moveTo>
                      <a:pt x="26401" y="34218"/>
                    </a:moveTo>
                    <a:cubicBezTo>
                      <a:pt x="26236" y="34303"/>
                      <a:pt x="26067" y="34385"/>
                      <a:pt x="25899" y="34465"/>
                    </a:cubicBezTo>
                    <a:lnTo>
                      <a:pt x="26059" y="34807"/>
                    </a:lnTo>
                    <a:cubicBezTo>
                      <a:pt x="26232" y="34726"/>
                      <a:pt x="26404" y="34641"/>
                      <a:pt x="26573" y="34554"/>
                    </a:cubicBezTo>
                    <a:lnTo>
                      <a:pt x="26401" y="34218"/>
                    </a:lnTo>
                    <a:close/>
                    <a:moveTo>
                      <a:pt x="12219" y="35117"/>
                    </a:moveTo>
                    <a:lnTo>
                      <a:pt x="12090" y="35472"/>
                    </a:lnTo>
                    <a:cubicBezTo>
                      <a:pt x="12271" y="35537"/>
                      <a:pt x="12452" y="35600"/>
                      <a:pt x="12636" y="35659"/>
                    </a:cubicBezTo>
                    <a:lnTo>
                      <a:pt x="12753" y="35299"/>
                    </a:lnTo>
                    <a:cubicBezTo>
                      <a:pt x="12573" y="35241"/>
                      <a:pt x="12396" y="35180"/>
                      <a:pt x="12219" y="35117"/>
                    </a:cubicBezTo>
                    <a:close/>
                    <a:moveTo>
                      <a:pt x="23810" y="35294"/>
                    </a:moveTo>
                    <a:cubicBezTo>
                      <a:pt x="23632" y="35352"/>
                      <a:pt x="23453" y="35406"/>
                      <a:pt x="23273" y="35459"/>
                    </a:cubicBezTo>
                    <a:lnTo>
                      <a:pt x="23377" y="35823"/>
                    </a:lnTo>
                    <a:lnTo>
                      <a:pt x="23377" y="35821"/>
                    </a:lnTo>
                    <a:cubicBezTo>
                      <a:pt x="23562" y="35768"/>
                      <a:pt x="23744" y="35712"/>
                      <a:pt x="23926" y="35652"/>
                    </a:cubicBezTo>
                    <a:lnTo>
                      <a:pt x="23810" y="35294"/>
                    </a:lnTo>
                    <a:close/>
                    <a:moveTo>
                      <a:pt x="14929" y="35854"/>
                    </a:moveTo>
                    <a:lnTo>
                      <a:pt x="14859" y="36226"/>
                    </a:lnTo>
                    <a:cubicBezTo>
                      <a:pt x="15046" y="36262"/>
                      <a:pt x="15234" y="36293"/>
                      <a:pt x="15424" y="36323"/>
                    </a:cubicBezTo>
                    <a:lnTo>
                      <a:pt x="15482" y="35950"/>
                    </a:lnTo>
                    <a:cubicBezTo>
                      <a:pt x="15297" y="35922"/>
                      <a:pt x="15112" y="35889"/>
                      <a:pt x="14929" y="35854"/>
                    </a:cubicBezTo>
                    <a:close/>
                    <a:moveTo>
                      <a:pt x="21079" y="35948"/>
                    </a:moveTo>
                    <a:cubicBezTo>
                      <a:pt x="20896" y="35976"/>
                      <a:pt x="20709" y="36003"/>
                      <a:pt x="20523" y="36026"/>
                    </a:cubicBezTo>
                    <a:lnTo>
                      <a:pt x="20571" y="36401"/>
                    </a:lnTo>
                    <a:lnTo>
                      <a:pt x="20571" y="36402"/>
                    </a:lnTo>
                    <a:cubicBezTo>
                      <a:pt x="20761" y="36378"/>
                      <a:pt x="20951" y="36351"/>
                      <a:pt x="21139" y="36321"/>
                    </a:cubicBezTo>
                    <a:lnTo>
                      <a:pt x="21079" y="35948"/>
                    </a:lnTo>
                    <a:close/>
                    <a:moveTo>
                      <a:pt x="17719" y="36158"/>
                    </a:moveTo>
                    <a:lnTo>
                      <a:pt x="17708" y="36536"/>
                    </a:lnTo>
                    <a:cubicBezTo>
                      <a:pt x="17889" y="36541"/>
                      <a:pt x="18073" y="36545"/>
                      <a:pt x="18261" y="36545"/>
                    </a:cubicBezTo>
                    <a:lnTo>
                      <a:pt x="18279" y="36545"/>
                    </a:lnTo>
                    <a:lnTo>
                      <a:pt x="18281" y="36493"/>
                    </a:lnTo>
                    <a:lnTo>
                      <a:pt x="18273" y="36166"/>
                    </a:lnTo>
                    <a:cubicBezTo>
                      <a:pt x="18088" y="36166"/>
                      <a:pt x="17902" y="36165"/>
                      <a:pt x="17719" y="36158"/>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46"/>
              <p:cNvSpPr/>
              <p:nvPr/>
            </p:nvSpPr>
            <p:spPr>
              <a:xfrm>
                <a:off x="4685875" y="1766275"/>
                <a:ext cx="600725" cy="600725"/>
              </a:xfrm>
              <a:custGeom>
                <a:avLst/>
                <a:gdLst/>
                <a:ahLst/>
                <a:cxnLst/>
                <a:rect l="l" t="t" r="r" b="b"/>
                <a:pathLst>
                  <a:path w="24029" h="24029" extrusionOk="0">
                    <a:moveTo>
                      <a:pt x="11985" y="1"/>
                    </a:moveTo>
                    <a:lnTo>
                      <a:pt x="11985" y="377"/>
                    </a:lnTo>
                    <a:lnTo>
                      <a:pt x="12015" y="377"/>
                    </a:lnTo>
                    <a:cubicBezTo>
                      <a:pt x="12492" y="377"/>
                      <a:pt x="12973" y="407"/>
                      <a:pt x="13444" y="465"/>
                    </a:cubicBezTo>
                    <a:lnTo>
                      <a:pt x="13488" y="90"/>
                    </a:lnTo>
                    <a:cubicBezTo>
                      <a:pt x="13004" y="30"/>
                      <a:pt x="12509" y="1"/>
                      <a:pt x="12013" y="1"/>
                    </a:cubicBezTo>
                    <a:close/>
                    <a:moveTo>
                      <a:pt x="9735" y="217"/>
                    </a:moveTo>
                    <a:cubicBezTo>
                      <a:pt x="9242" y="311"/>
                      <a:pt x="8750" y="438"/>
                      <a:pt x="8274" y="594"/>
                    </a:cubicBezTo>
                    <a:lnTo>
                      <a:pt x="8392" y="954"/>
                    </a:lnTo>
                    <a:cubicBezTo>
                      <a:pt x="8852" y="802"/>
                      <a:pt x="9328" y="680"/>
                      <a:pt x="9806" y="587"/>
                    </a:cubicBezTo>
                    <a:lnTo>
                      <a:pt x="9735" y="217"/>
                    </a:lnTo>
                    <a:close/>
                    <a:moveTo>
                      <a:pt x="15697" y="576"/>
                    </a:moveTo>
                    <a:lnTo>
                      <a:pt x="15581" y="934"/>
                    </a:lnTo>
                    <a:cubicBezTo>
                      <a:pt x="16042" y="1083"/>
                      <a:pt x="16500" y="1263"/>
                      <a:pt x="16941" y="1469"/>
                    </a:cubicBezTo>
                    <a:lnTo>
                      <a:pt x="17101" y="1127"/>
                    </a:lnTo>
                    <a:cubicBezTo>
                      <a:pt x="16647" y="914"/>
                      <a:pt x="16174" y="729"/>
                      <a:pt x="15697" y="576"/>
                    </a:cubicBezTo>
                    <a:close/>
                    <a:moveTo>
                      <a:pt x="6203" y="1497"/>
                    </a:moveTo>
                    <a:cubicBezTo>
                      <a:pt x="5763" y="1740"/>
                      <a:pt x="5337" y="2013"/>
                      <a:pt x="4932" y="2309"/>
                    </a:cubicBezTo>
                    <a:lnTo>
                      <a:pt x="5155" y="2614"/>
                    </a:lnTo>
                    <a:cubicBezTo>
                      <a:pt x="5547" y="2328"/>
                      <a:pt x="5960" y="2064"/>
                      <a:pt x="6384" y="1828"/>
                    </a:cubicBezTo>
                    <a:lnTo>
                      <a:pt x="6203" y="1497"/>
                    </a:lnTo>
                    <a:close/>
                    <a:moveTo>
                      <a:pt x="19049" y="2274"/>
                    </a:moveTo>
                    <a:lnTo>
                      <a:pt x="18828" y="2580"/>
                    </a:lnTo>
                    <a:cubicBezTo>
                      <a:pt x="19221" y="2864"/>
                      <a:pt x="19599" y="3178"/>
                      <a:pt x="19954" y="3508"/>
                    </a:cubicBezTo>
                    <a:lnTo>
                      <a:pt x="20212" y="3232"/>
                    </a:lnTo>
                    <a:cubicBezTo>
                      <a:pt x="19847" y="2890"/>
                      <a:pt x="19454" y="2568"/>
                      <a:pt x="19049" y="2274"/>
                    </a:cubicBezTo>
                    <a:close/>
                    <a:moveTo>
                      <a:pt x="3240" y="3809"/>
                    </a:moveTo>
                    <a:cubicBezTo>
                      <a:pt x="2897" y="4174"/>
                      <a:pt x="2575" y="4565"/>
                      <a:pt x="2280" y="4972"/>
                    </a:cubicBezTo>
                    <a:lnTo>
                      <a:pt x="2586" y="5193"/>
                    </a:lnTo>
                    <a:cubicBezTo>
                      <a:pt x="2872" y="4800"/>
                      <a:pt x="3184" y="4422"/>
                      <a:pt x="3516" y="4066"/>
                    </a:cubicBezTo>
                    <a:lnTo>
                      <a:pt x="3240" y="3809"/>
                    </a:lnTo>
                    <a:close/>
                    <a:moveTo>
                      <a:pt x="21714" y="4924"/>
                    </a:moveTo>
                    <a:lnTo>
                      <a:pt x="21408" y="5147"/>
                    </a:lnTo>
                    <a:cubicBezTo>
                      <a:pt x="21696" y="5538"/>
                      <a:pt x="21960" y="5951"/>
                      <a:pt x="22196" y="6376"/>
                    </a:cubicBezTo>
                    <a:lnTo>
                      <a:pt x="22527" y="6193"/>
                    </a:lnTo>
                    <a:cubicBezTo>
                      <a:pt x="22282" y="5755"/>
                      <a:pt x="22010" y="5327"/>
                      <a:pt x="21714" y="4924"/>
                    </a:cubicBezTo>
                    <a:close/>
                    <a:moveTo>
                      <a:pt x="1131" y="6918"/>
                    </a:moveTo>
                    <a:cubicBezTo>
                      <a:pt x="918" y="7374"/>
                      <a:pt x="732" y="7846"/>
                      <a:pt x="579" y="8322"/>
                    </a:cubicBezTo>
                    <a:lnTo>
                      <a:pt x="937" y="8438"/>
                    </a:lnTo>
                    <a:lnTo>
                      <a:pt x="937" y="8439"/>
                    </a:lnTo>
                    <a:cubicBezTo>
                      <a:pt x="1086" y="7977"/>
                      <a:pt x="1268" y="7519"/>
                      <a:pt x="1474" y="7078"/>
                    </a:cubicBezTo>
                    <a:lnTo>
                      <a:pt x="1131" y="6918"/>
                    </a:lnTo>
                    <a:close/>
                    <a:moveTo>
                      <a:pt x="23430" y="8264"/>
                    </a:moveTo>
                    <a:lnTo>
                      <a:pt x="23072" y="8382"/>
                    </a:lnTo>
                    <a:cubicBezTo>
                      <a:pt x="23224" y="8843"/>
                      <a:pt x="23348" y="9318"/>
                      <a:pt x="23439" y="9796"/>
                    </a:cubicBezTo>
                    <a:lnTo>
                      <a:pt x="23810" y="9723"/>
                    </a:lnTo>
                    <a:cubicBezTo>
                      <a:pt x="23715" y="9231"/>
                      <a:pt x="23587" y="8740"/>
                      <a:pt x="23430" y="8264"/>
                    </a:cubicBezTo>
                    <a:close/>
                    <a:moveTo>
                      <a:pt x="91" y="10529"/>
                    </a:moveTo>
                    <a:cubicBezTo>
                      <a:pt x="30" y="11018"/>
                      <a:pt x="1" y="11517"/>
                      <a:pt x="1" y="12015"/>
                    </a:cubicBezTo>
                    <a:lnTo>
                      <a:pt x="1" y="12034"/>
                    </a:lnTo>
                    <a:lnTo>
                      <a:pt x="379" y="12034"/>
                    </a:lnTo>
                    <a:lnTo>
                      <a:pt x="379" y="12015"/>
                    </a:lnTo>
                    <a:cubicBezTo>
                      <a:pt x="379" y="11534"/>
                      <a:pt x="407" y="11050"/>
                      <a:pt x="467" y="10576"/>
                    </a:cubicBezTo>
                    <a:lnTo>
                      <a:pt x="91" y="10529"/>
                    </a:lnTo>
                    <a:close/>
                    <a:moveTo>
                      <a:pt x="23650" y="11973"/>
                    </a:moveTo>
                    <a:lnTo>
                      <a:pt x="23650" y="12015"/>
                    </a:lnTo>
                    <a:cubicBezTo>
                      <a:pt x="23650" y="12502"/>
                      <a:pt x="23620" y="12991"/>
                      <a:pt x="23559" y="13472"/>
                    </a:cubicBezTo>
                    <a:lnTo>
                      <a:pt x="23934" y="13520"/>
                    </a:lnTo>
                    <a:cubicBezTo>
                      <a:pt x="23997" y="13022"/>
                      <a:pt x="24028" y="12517"/>
                      <a:pt x="24028" y="12015"/>
                    </a:cubicBezTo>
                    <a:lnTo>
                      <a:pt x="24028" y="11973"/>
                    </a:lnTo>
                    <a:close/>
                    <a:moveTo>
                      <a:pt x="585" y="14213"/>
                    </a:moveTo>
                    <a:lnTo>
                      <a:pt x="215" y="14284"/>
                    </a:lnTo>
                    <a:cubicBezTo>
                      <a:pt x="310" y="14777"/>
                      <a:pt x="435" y="15267"/>
                      <a:pt x="590" y="15745"/>
                    </a:cubicBezTo>
                    <a:lnTo>
                      <a:pt x="951" y="15628"/>
                    </a:lnTo>
                    <a:cubicBezTo>
                      <a:pt x="800" y="15167"/>
                      <a:pt x="676" y="14691"/>
                      <a:pt x="585" y="14213"/>
                    </a:cubicBezTo>
                    <a:close/>
                    <a:moveTo>
                      <a:pt x="23083" y="15608"/>
                    </a:moveTo>
                    <a:cubicBezTo>
                      <a:pt x="22935" y="16070"/>
                      <a:pt x="22753" y="16528"/>
                      <a:pt x="22547" y="16967"/>
                    </a:cubicBezTo>
                    <a:lnTo>
                      <a:pt x="22889" y="17128"/>
                    </a:lnTo>
                    <a:cubicBezTo>
                      <a:pt x="23102" y="16675"/>
                      <a:pt x="23288" y="16203"/>
                      <a:pt x="23444" y="15725"/>
                    </a:cubicBezTo>
                    <a:lnTo>
                      <a:pt x="23083" y="15608"/>
                    </a:lnTo>
                    <a:close/>
                    <a:moveTo>
                      <a:pt x="1823" y="17635"/>
                    </a:moveTo>
                    <a:lnTo>
                      <a:pt x="1492" y="17818"/>
                    </a:lnTo>
                    <a:cubicBezTo>
                      <a:pt x="1735" y="18256"/>
                      <a:pt x="2008" y="18684"/>
                      <a:pt x="2304" y="19089"/>
                    </a:cubicBezTo>
                    <a:lnTo>
                      <a:pt x="2609" y="18866"/>
                    </a:lnTo>
                    <a:cubicBezTo>
                      <a:pt x="2322" y="18474"/>
                      <a:pt x="2057" y="18059"/>
                      <a:pt x="1823" y="17635"/>
                    </a:cubicBezTo>
                    <a:close/>
                    <a:moveTo>
                      <a:pt x="21431" y="18851"/>
                    </a:moveTo>
                    <a:cubicBezTo>
                      <a:pt x="21146" y="19244"/>
                      <a:pt x="20832" y="19622"/>
                      <a:pt x="20500" y="19976"/>
                    </a:cubicBezTo>
                    <a:lnTo>
                      <a:pt x="20774" y="20235"/>
                    </a:lnTo>
                    <a:cubicBezTo>
                      <a:pt x="21117" y="19870"/>
                      <a:pt x="21441" y="19479"/>
                      <a:pt x="21737" y="19074"/>
                    </a:cubicBezTo>
                    <a:lnTo>
                      <a:pt x="21431" y="18851"/>
                    </a:lnTo>
                    <a:close/>
                    <a:moveTo>
                      <a:pt x="4060" y="20506"/>
                    </a:moveTo>
                    <a:lnTo>
                      <a:pt x="3800" y="20782"/>
                    </a:lnTo>
                    <a:cubicBezTo>
                      <a:pt x="4166" y="21124"/>
                      <a:pt x="4557" y="21448"/>
                      <a:pt x="4963" y="21742"/>
                    </a:cubicBezTo>
                    <a:lnTo>
                      <a:pt x="5185" y="21436"/>
                    </a:lnTo>
                    <a:cubicBezTo>
                      <a:pt x="4792" y="21151"/>
                      <a:pt x="4413" y="20838"/>
                      <a:pt x="4060" y="20506"/>
                    </a:cubicBezTo>
                    <a:close/>
                    <a:moveTo>
                      <a:pt x="18857" y="21426"/>
                    </a:moveTo>
                    <a:cubicBezTo>
                      <a:pt x="18464" y="21712"/>
                      <a:pt x="18051" y="21977"/>
                      <a:pt x="17627" y="22210"/>
                    </a:cubicBezTo>
                    <a:lnTo>
                      <a:pt x="17808" y="22542"/>
                    </a:lnTo>
                    <a:cubicBezTo>
                      <a:pt x="18246" y="22299"/>
                      <a:pt x="18674" y="22028"/>
                      <a:pt x="19080" y="21732"/>
                    </a:cubicBezTo>
                    <a:lnTo>
                      <a:pt x="18857" y="21426"/>
                    </a:lnTo>
                    <a:close/>
                    <a:moveTo>
                      <a:pt x="7070" y="22550"/>
                    </a:moveTo>
                    <a:lnTo>
                      <a:pt x="6910" y="22892"/>
                    </a:lnTo>
                    <a:cubicBezTo>
                      <a:pt x="7364" y="23107"/>
                      <a:pt x="7836" y="23293"/>
                      <a:pt x="8312" y="23447"/>
                    </a:cubicBezTo>
                    <a:lnTo>
                      <a:pt x="8430" y="23088"/>
                    </a:lnTo>
                    <a:cubicBezTo>
                      <a:pt x="7967" y="22938"/>
                      <a:pt x="7511" y="22758"/>
                      <a:pt x="7070" y="22550"/>
                    </a:cubicBezTo>
                    <a:close/>
                    <a:moveTo>
                      <a:pt x="15618" y="23082"/>
                    </a:moveTo>
                    <a:cubicBezTo>
                      <a:pt x="15157" y="23232"/>
                      <a:pt x="14681" y="23354"/>
                      <a:pt x="14204" y="23445"/>
                    </a:cubicBezTo>
                    <a:lnTo>
                      <a:pt x="14275" y="23815"/>
                    </a:lnTo>
                    <a:cubicBezTo>
                      <a:pt x="14767" y="23721"/>
                      <a:pt x="15258" y="23596"/>
                      <a:pt x="15735" y="23440"/>
                    </a:cubicBezTo>
                    <a:lnTo>
                      <a:pt x="15618" y="23082"/>
                    </a:lnTo>
                    <a:close/>
                    <a:moveTo>
                      <a:pt x="10566" y="23561"/>
                    </a:moveTo>
                    <a:lnTo>
                      <a:pt x="10519" y="23936"/>
                    </a:lnTo>
                    <a:cubicBezTo>
                      <a:pt x="11012" y="23997"/>
                      <a:pt x="11516" y="24028"/>
                      <a:pt x="12015" y="24028"/>
                    </a:cubicBezTo>
                    <a:lnTo>
                      <a:pt x="12024" y="24028"/>
                    </a:lnTo>
                    <a:lnTo>
                      <a:pt x="12015" y="23650"/>
                    </a:lnTo>
                    <a:cubicBezTo>
                      <a:pt x="11530" y="23650"/>
                      <a:pt x="11043" y="23620"/>
                      <a:pt x="10566" y="2356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46"/>
              <p:cNvSpPr/>
              <p:nvPr/>
            </p:nvSpPr>
            <p:spPr>
              <a:xfrm>
                <a:off x="4796700" y="1877050"/>
                <a:ext cx="379075" cy="379175"/>
              </a:xfrm>
              <a:custGeom>
                <a:avLst/>
                <a:gdLst/>
                <a:ahLst/>
                <a:cxnLst/>
                <a:rect l="l" t="t" r="r" b="b"/>
                <a:pathLst>
                  <a:path w="15163" h="15167" extrusionOk="0">
                    <a:moveTo>
                      <a:pt x="7582" y="567"/>
                    </a:moveTo>
                    <a:cubicBezTo>
                      <a:pt x="8495" y="567"/>
                      <a:pt x="9381" y="739"/>
                      <a:pt x="10218" y="1079"/>
                    </a:cubicBezTo>
                    <a:lnTo>
                      <a:pt x="9807" y="1985"/>
                    </a:lnTo>
                    <a:lnTo>
                      <a:pt x="10066" y="2102"/>
                    </a:lnTo>
                    <a:cubicBezTo>
                      <a:pt x="10512" y="2304"/>
                      <a:pt x="10934" y="2561"/>
                      <a:pt x="11319" y="2869"/>
                    </a:cubicBezTo>
                    <a:lnTo>
                      <a:pt x="11540" y="3044"/>
                    </a:lnTo>
                    <a:lnTo>
                      <a:pt x="12158" y="2266"/>
                    </a:lnTo>
                    <a:cubicBezTo>
                      <a:pt x="13174" y="3143"/>
                      <a:pt x="13927" y="4307"/>
                      <a:pt x="14307" y="5586"/>
                    </a:cubicBezTo>
                    <a:lnTo>
                      <a:pt x="13346" y="5829"/>
                    </a:lnTo>
                    <a:lnTo>
                      <a:pt x="13415" y="6105"/>
                    </a:lnTo>
                    <a:cubicBezTo>
                      <a:pt x="13534" y="6579"/>
                      <a:pt x="13597" y="7070"/>
                      <a:pt x="13598" y="7564"/>
                    </a:cubicBezTo>
                    <a:lnTo>
                      <a:pt x="13598" y="7846"/>
                    </a:lnTo>
                    <a:lnTo>
                      <a:pt x="14591" y="7846"/>
                    </a:lnTo>
                    <a:cubicBezTo>
                      <a:pt x="14540" y="9208"/>
                      <a:pt x="14106" y="10501"/>
                      <a:pt x="13323" y="11613"/>
                    </a:cubicBezTo>
                    <a:lnTo>
                      <a:pt x="12534" y="11008"/>
                    </a:lnTo>
                    <a:lnTo>
                      <a:pt x="12361" y="11235"/>
                    </a:lnTo>
                    <a:cubicBezTo>
                      <a:pt x="12064" y="11623"/>
                      <a:pt x="11718" y="11975"/>
                      <a:pt x="11333" y="12282"/>
                    </a:cubicBezTo>
                    <a:lnTo>
                      <a:pt x="11114" y="12460"/>
                    </a:lnTo>
                    <a:lnTo>
                      <a:pt x="11733" y="13235"/>
                    </a:lnTo>
                    <a:cubicBezTo>
                      <a:pt x="10643" y="14038"/>
                      <a:pt x="9366" y="14501"/>
                      <a:pt x="8013" y="14582"/>
                    </a:cubicBezTo>
                    <a:lnTo>
                      <a:pt x="7993" y="13587"/>
                    </a:lnTo>
                    <a:lnTo>
                      <a:pt x="7656" y="13597"/>
                    </a:lnTo>
                    <a:cubicBezTo>
                      <a:pt x="7631" y="13597"/>
                      <a:pt x="7606" y="13599"/>
                      <a:pt x="7582" y="13599"/>
                    </a:cubicBezTo>
                    <a:cubicBezTo>
                      <a:pt x="7137" y="13599"/>
                      <a:pt x="6689" y="13548"/>
                      <a:pt x="6250" y="13448"/>
                    </a:cubicBezTo>
                    <a:lnTo>
                      <a:pt x="5972" y="13386"/>
                    </a:lnTo>
                    <a:lnTo>
                      <a:pt x="5753" y="14354"/>
                    </a:lnTo>
                    <a:cubicBezTo>
                      <a:pt x="4464" y="14005"/>
                      <a:pt x="3281" y="13280"/>
                      <a:pt x="2381" y="12287"/>
                    </a:cubicBezTo>
                    <a:lnTo>
                      <a:pt x="3142" y="11651"/>
                    </a:lnTo>
                    <a:lnTo>
                      <a:pt x="2961" y="11433"/>
                    </a:lnTo>
                    <a:cubicBezTo>
                      <a:pt x="2645" y="11055"/>
                      <a:pt x="2376" y="10640"/>
                      <a:pt x="2163" y="10200"/>
                    </a:cubicBezTo>
                    <a:lnTo>
                      <a:pt x="2040" y="9946"/>
                    </a:lnTo>
                    <a:lnTo>
                      <a:pt x="1147" y="10377"/>
                    </a:lnTo>
                    <a:cubicBezTo>
                      <a:pt x="762" y="9495"/>
                      <a:pt x="567" y="8555"/>
                      <a:pt x="567" y="7582"/>
                    </a:cubicBezTo>
                    <a:cubicBezTo>
                      <a:pt x="567" y="7204"/>
                      <a:pt x="598" y="6825"/>
                      <a:pt x="658" y="6454"/>
                    </a:cubicBezTo>
                    <a:lnTo>
                      <a:pt x="1629" y="6652"/>
                    </a:lnTo>
                    <a:lnTo>
                      <a:pt x="1685" y="6374"/>
                    </a:lnTo>
                    <a:cubicBezTo>
                      <a:pt x="1784" y="5892"/>
                      <a:pt x="1941" y="5424"/>
                      <a:pt x="2154" y="4980"/>
                    </a:cubicBezTo>
                    <a:lnTo>
                      <a:pt x="2277" y="4725"/>
                    </a:lnTo>
                    <a:lnTo>
                      <a:pt x="1383" y="4296"/>
                    </a:lnTo>
                    <a:cubicBezTo>
                      <a:pt x="2011" y="3115"/>
                      <a:pt x="2979" y="2123"/>
                      <a:pt x="4144" y="1466"/>
                    </a:cubicBezTo>
                    <a:lnTo>
                      <a:pt x="4596" y="2350"/>
                    </a:lnTo>
                    <a:lnTo>
                      <a:pt x="4849" y="2221"/>
                    </a:lnTo>
                    <a:cubicBezTo>
                      <a:pt x="5287" y="1998"/>
                      <a:pt x="5751" y="1829"/>
                      <a:pt x="6228" y="1719"/>
                    </a:cubicBezTo>
                    <a:lnTo>
                      <a:pt x="6504" y="1656"/>
                    </a:lnTo>
                    <a:lnTo>
                      <a:pt x="6283" y="688"/>
                    </a:lnTo>
                    <a:cubicBezTo>
                      <a:pt x="6709" y="607"/>
                      <a:pt x="7145" y="567"/>
                      <a:pt x="7582" y="567"/>
                    </a:cubicBezTo>
                    <a:close/>
                    <a:moveTo>
                      <a:pt x="7582" y="1"/>
                    </a:moveTo>
                    <a:cubicBezTo>
                      <a:pt x="7007" y="1"/>
                      <a:pt x="6433" y="65"/>
                      <a:pt x="5877" y="192"/>
                    </a:cubicBezTo>
                    <a:lnTo>
                      <a:pt x="5602" y="257"/>
                    </a:lnTo>
                    <a:lnTo>
                      <a:pt x="5827" y="1236"/>
                    </a:lnTo>
                    <a:cubicBezTo>
                      <a:pt x="5492" y="1329"/>
                      <a:pt x="5163" y="1448"/>
                      <a:pt x="4846" y="1593"/>
                    </a:cubicBezTo>
                    <a:lnTo>
                      <a:pt x="4388" y="698"/>
                    </a:lnTo>
                    <a:lnTo>
                      <a:pt x="4135" y="827"/>
                    </a:lnTo>
                    <a:cubicBezTo>
                      <a:pt x="2663" y="1578"/>
                      <a:pt x="1459" y="2814"/>
                      <a:pt x="744" y="4304"/>
                    </a:cubicBezTo>
                    <a:lnTo>
                      <a:pt x="621" y="4559"/>
                    </a:lnTo>
                    <a:lnTo>
                      <a:pt x="1527" y="4993"/>
                    </a:lnTo>
                    <a:cubicBezTo>
                      <a:pt x="1390" y="5314"/>
                      <a:pt x="1277" y="5646"/>
                      <a:pt x="1193" y="5984"/>
                    </a:cubicBezTo>
                    <a:lnTo>
                      <a:pt x="210" y="5783"/>
                    </a:lnTo>
                    <a:lnTo>
                      <a:pt x="152" y="6060"/>
                    </a:lnTo>
                    <a:cubicBezTo>
                      <a:pt x="51" y="6559"/>
                      <a:pt x="0" y="7070"/>
                      <a:pt x="0" y="7580"/>
                    </a:cubicBezTo>
                    <a:cubicBezTo>
                      <a:pt x="0" y="8737"/>
                      <a:pt x="255" y="9849"/>
                      <a:pt x="755" y="10883"/>
                    </a:cubicBezTo>
                    <a:lnTo>
                      <a:pt x="879" y="11137"/>
                    </a:lnTo>
                    <a:lnTo>
                      <a:pt x="1783" y="10701"/>
                    </a:lnTo>
                    <a:cubicBezTo>
                      <a:pt x="1946" y="11005"/>
                      <a:pt x="2136" y="11299"/>
                      <a:pt x="2348" y="11575"/>
                    </a:cubicBezTo>
                    <a:lnTo>
                      <a:pt x="1576" y="12219"/>
                    </a:lnTo>
                    <a:lnTo>
                      <a:pt x="1758" y="12437"/>
                    </a:lnTo>
                    <a:cubicBezTo>
                      <a:pt x="2822" y="13709"/>
                      <a:pt x="4294" y="14611"/>
                      <a:pt x="5903" y="14977"/>
                    </a:cubicBezTo>
                    <a:lnTo>
                      <a:pt x="6181" y="15038"/>
                    </a:lnTo>
                    <a:lnTo>
                      <a:pt x="6402" y="14058"/>
                    </a:lnTo>
                    <a:cubicBezTo>
                      <a:pt x="6746" y="14121"/>
                      <a:pt x="7093" y="14156"/>
                      <a:pt x="7438" y="14164"/>
                    </a:cubicBezTo>
                    <a:lnTo>
                      <a:pt x="7458" y="15167"/>
                    </a:lnTo>
                    <a:lnTo>
                      <a:pt x="7742" y="15162"/>
                    </a:lnTo>
                    <a:cubicBezTo>
                      <a:pt x="9420" y="15125"/>
                      <a:pt x="11001" y="14554"/>
                      <a:pt x="12311" y="13506"/>
                    </a:cubicBezTo>
                    <a:lnTo>
                      <a:pt x="12533" y="13329"/>
                    </a:lnTo>
                    <a:lnTo>
                      <a:pt x="11907" y="12543"/>
                    </a:lnTo>
                    <a:cubicBezTo>
                      <a:pt x="12168" y="12315"/>
                      <a:pt x="12412" y="12066"/>
                      <a:pt x="12635" y="11800"/>
                    </a:cubicBezTo>
                    <a:lnTo>
                      <a:pt x="13433" y="12411"/>
                    </a:lnTo>
                    <a:lnTo>
                      <a:pt x="13605" y="12185"/>
                    </a:lnTo>
                    <a:cubicBezTo>
                      <a:pt x="14624" y="10853"/>
                      <a:pt x="15163" y="9260"/>
                      <a:pt x="15163" y="7582"/>
                    </a:cubicBezTo>
                    <a:lnTo>
                      <a:pt x="15163" y="7280"/>
                    </a:lnTo>
                    <a:lnTo>
                      <a:pt x="14158" y="7280"/>
                    </a:lnTo>
                    <a:cubicBezTo>
                      <a:pt x="14142" y="6931"/>
                      <a:pt x="14099" y="6582"/>
                      <a:pt x="14028" y="6242"/>
                    </a:cubicBezTo>
                    <a:lnTo>
                      <a:pt x="15001" y="5996"/>
                    </a:lnTo>
                    <a:lnTo>
                      <a:pt x="14932" y="5722"/>
                    </a:lnTo>
                    <a:cubicBezTo>
                      <a:pt x="14529" y="4121"/>
                      <a:pt x="13590" y="2672"/>
                      <a:pt x="12292" y="1641"/>
                    </a:cubicBezTo>
                    <a:lnTo>
                      <a:pt x="12070" y="1466"/>
                    </a:lnTo>
                    <a:lnTo>
                      <a:pt x="11446" y="2252"/>
                    </a:lnTo>
                    <a:cubicBezTo>
                      <a:pt x="11163" y="2047"/>
                      <a:pt x="10866" y="1866"/>
                      <a:pt x="10555" y="1709"/>
                    </a:cubicBezTo>
                    <a:lnTo>
                      <a:pt x="10972" y="794"/>
                    </a:lnTo>
                    <a:lnTo>
                      <a:pt x="10712" y="676"/>
                    </a:lnTo>
                    <a:cubicBezTo>
                      <a:pt x="9726" y="227"/>
                      <a:pt x="8672" y="1"/>
                      <a:pt x="7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14" name="Google Shape;914;p46"/>
            <p:cNvCxnSpPr>
              <a:stCxn id="909" idx="6"/>
              <a:endCxn id="908" idx="2"/>
            </p:cNvCxnSpPr>
            <p:nvPr/>
          </p:nvCxnSpPr>
          <p:spPr>
            <a:xfrm>
              <a:off x="7483400" y="111903"/>
              <a:ext cx="1371900" cy="696000"/>
            </a:xfrm>
            <a:prstGeom prst="straightConnector1">
              <a:avLst/>
            </a:prstGeom>
            <a:noFill/>
            <a:ln w="19050" cap="flat" cmpd="sng">
              <a:solidFill>
                <a:schemeClr val="dk1"/>
              </a:solidFill>
              <a:prstDash val="solid"/>
              <a:round/>
              <a:headEnd type="none" w="med" len="med"/>
              <a:tailEnd type="none" w="med" len="med"/>
            </a:ln>
          </p:spPr>
        </p:cxnSp>
        <p:cxnSp>
          <p:nvCxnSpPr>
            <p:cNvPr id="915" name="Google Shape;915;p46"/>
            <p:cNvCxnSpPr>
              <a:stCxn id="908" idx="0"/>
            </p:cNvCxnSpPr>
            <p:nvPr/>
          </p:nvCxnSpPr>
          <p:spPr>
            <a:xfrm rot="10800000">
              <a:off x="8344669" y="-340498"/>
              <a:ext cx="578700" cy="1080300"/>
            </a:xfrm>
            <a:prstGeom prst="straightConnector1">
              <a:avLst/>
            </a:prstGeom>
            <a:noFill/>
            <a:ln w="19050" cap="flat" cmpd="sng">
              <a:solidFill>
                <a:schemeClr val="dk1"/>
              </a:solidFill>
              <a:prstDash val="solid"/>
              <a:round/>
              <a:headEnd type="none" w="med" len="med"/>
              <a:tailEnd type="none" w="med" len="med"/>
            </a:ln>
          </p:spPr>
        </p:cxnSp>
      </p:grpSp>
      <p:pic>
        <p:nvPicPr>
          <p:cNvPr id="1029" name="Picture 5">
            <a:extLst>
              <a:ext uri="{FF2B5EF4-FFF2-40B4-BE49-F238E27FC236}">
                <a16:creationId xmlns:a16="http://schemas.microsoft.com/office/drawing/2014/main" id="{C90DC3A1-14D2-321C-A9C7-B41513E51B7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015" b="16057"/>
          <a:stretch>
            <a:fillRect/>
          </a:stretch>
        </p:blipFill>
        <p:spPr bwMode="auto">
          <a:xfrm>
            <a:off x="158130" y="1425842"/>
            <a:ext cx="4020352" cy="29219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740"/>
        <p:cNvGrpSpPr/>
        <p:nvPr/>
      </p:nvGrpSpPr>
      <p:grpSpPr>
        <a:xfrm>
          <a:off x="0" y="0"/>
          <a:ext cx="0" cy="0"/>
          <a:chOff x="0" y="0"/>
          <a:chExt cx="0" cy="0"/>
        </a:xfrm>
      </p:grpSpPr>
      <p:sp>
        <p:nvSpPr>
          <p:cNvPr id="30" name="Rectangle 29">
            <a:extLst>
              <a:ext uri="{FF2B5EF4-FFF2-40B4-BE49-F238E27FC236}">
                <a16:creationId xmlns:a16="http://schemas.microsoft.com/office/drawing/2014/main" id="{637B38E4-8EE9-A125-026B-F6408DCC6F40}"/>
              </a:ext>
            </a:extLst>
          </p:cNvPr>
          <p:cNvSpPr/>
          <p:nvPr/>
        </p:nvSpPr>
        <p:spPr>
          <a:xfrm>
            <a:off x="4216883" y="1340662"/>
            <a:ext cx="4882574" cy="2074565"/>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439349F6-BF9D-E0FC-EC89-E72343A9DAAA}"/>
              </a:ext>
            </a:extLst>
          </p:cNvPr>
          <p:cNvGrpSpPr/>
          <p:nvPr/>
        </p:nvGrpSpPr>
        <p:grpSpPr>
          <a:xfrm>
            <a:off x="44543" y="1518140"/>
            <a:ext cx="19526069" cy="2109156"/>
            <a:chOff x="-176638" y="1624893"/>
            <a:chExt cx="19526069" cy="2109156"/>
          </a:xfrm>
        </p:grpSpPr>
        <p:sp>
          <p:nvSpPr>
            <p:cNvPr id="742" name="Google Shape;742;p42"/>
            <p:cNvSpPr txBox="1"/>
            <p:nvPr/>
          </p:nvSpPr>
          <p:spPr>
            <a:xfrm>
              <a:off x="-176638" y="1624893"/>
              <a:ext cx="3849992" cy="2109156"/>
            </a:xfrm>
            <a:prstGeom prst="rect">
              <a:avLst/>
            </a:prstGeom>
            <a:noFill/>
            <a:ln>
              <a:noFill/>
            </a:ln>
          </p:spPr>
          <p:txBody>
            <a:bodyPr spcFirstLastPara="1" wrap="square" lIns="91425" tIns="91425" rIns="91425" bIns="91425" anchor="t" anchorCtr="0">
              <a:noAutofit/>
            </a:bodyPr>
            <a:lstStyle/>
            <a:p>
              <a:pPr lvl="0" algn="r">
                <a:lnSpc>
                  <a:spcPct val="115000"/>
                </a:lnSpc>
              </a:pPr>
              <a:r>
                <a:rPr lang="en-US" dirty="0">
                  <a:latin typeface="Kantumruy Pro" panose="020B0604020202020204" charset="0"/>
                  <a:cs typeface="Kantumruy Pro" panose="020B0604020202020204" charset="0"/>
                </a:rPr>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endParaRPr dirty="0">
                <a:solidFill>
                  <a:schemeClr val="dk1"/>
                </a:solidFill>
                <a:latin typeface="Kantumruy Pro" panose="020B0604020202020204" charset="0"/>
                <a:ea typeface="Kantumruy Pro Medium"/>
                <a:cs typeface="Kantumruy Pro" panose="020B0604020202020204" charset="0"/>
                <a:sym typeface="Kantumruy Pro Medium"/>
              </a:endParaRPr>
            </a:p>
          </p:txBody>
        </p:sp>
        <p:sp>
          <p:nvSpPr>
            <p:cNvPr id="20" name="TextBox 19">
              <a:extLst>
                <a:ext uri="{FF2B5EF4-FFF2-40B4-BE49-F238E27FC236}">
                  <a16:creationId xmlns:a16="http://schemas.microsoft.com/office/drawing/2014/main" id="{AD132D40-B060-45EB-F56D-17C9158966C3}"/>
                </a:ext>
              </a:extLst>
            </p:cNvPr>
            <p:cNvSpPr txBox="1"/>
            <p:nvPr/>
          </p:nvSpPr>
          <p:spPr>
            <a:xfrm>
              <a:off x="4145449" y="2245676"/>
              <a:ext cx="3532224" cy="1169551"/>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Requirements in the document should not conflict. That is, there should be no contradictory constraints or descriptions of the same system function.</a:t>
              </a:r>
              <a:endParaRPr lang="en-IN" dirty="0">
                <a:solidFill>
                  <a:schemeClr val="bg1">
                    <a:lumMod val="10000"/>
                  </a:schemeClr>
                </a:solidFill>
                <a:latin typeface="Kantumruy Pro" panose="020B0604020202020204" charset="0"/>
                <a:cs typeface="Kantumruy Pro" panose="020B0604020202020204" charset="0"/>
              </a:endParaRPr>
            </a:p>
          </p:txBody>
        </p:sp>
        <p:sp>
          <p:nvSpPr>
            <p:cNvPr id="22" name="TextBox 21">
              <a:extLst>
                <a:ext uri="{FF2B5EF4-FFF2-40B4-BE49-F238E27FC236}">
                  <a16:creationId xmlns:a16="http://schemas.microsoft.com/office/drawing/2014/main" id="{730D888D-6C6D-555A-C93B-EDED8DF12536}"/>
                </a:ext>
              </a:extLst>
            </p:cNvPr>
            <p:cNvSpPr txBox="1"/>
            <p:nvPr/>
          </p:nvSpPr>
          <p:spPr>
            <a:xfrm>
              <a:off x="7735444" y="2202418"/>
              <a:ext cx="3817899" cy="954107"/>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 The requirements document should include requirements, which define all functions, and constraints intended by the system user.</a:t>
              </a:r>
              <a:endParaRPr lang="en-IN" dirty="0">
                <a:solidFill>
                  <a:schemeClr val="bg1">
                    <a:lumMod val="10000"/>
                  </a:schemeClr>
                </a:solidFill>
                <a:latin typeface="Kantumruy Pro" panose="020B0604020202020204" charset="0"/>
                <a:cs typeface="Kantumruy Pro" panose="020B0604020202020204" charset="0"/>
              </a:endParaRPr>
            </a:p>
          </p:txBody>
        </p:sp>
        <p:sp>
          <p:nvSpPr>
            <p:cNvPr id="24" name="TextBox 23">
              <a:extLst>
                <a:ext uri="{FF2B5EF4-FFF2-40B4-BE49-F238E27FC236}">
                  <a16:creationId xmlns:a16="http://schemas.microsoft.com/office/drawing/2014/main" id="{F89485A3-62E5-4D48-A210-979DA16E77E0}"/>
                </a:ext>
              </a:extLst>
            </p:cNvPr>
            <p:cNvSpPr txBox="1"/>
            <p:nvPr/>
          </p:nvSpPr>
          <p:spPr>
            <a:xfrm>
              <a:off x="11611114" y="2030233"/>
              <a:ext cx="3835889" cy="1384995"/>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Using </a:t>
              </a:r>
              <a:r>
                <a:rPr lang="en-US" dirty="0" err="1">
                  <a:solidFill>
                    <a:schemeClr val="bg1">
                      <a:lumMod val="10000"/>
                    </a:schemeClr>
                  </a:solidFill>
                  <a:latin typeface="Kantumruy Pro" panose="020B0604020202020204" charset="0"/>
                  <a:cs typeface="Kantumruy Pro" panose="020B0604020202020204" charset="0"/>
                </a:rPr>
                <a:t>knowledgt</a:t>
              </a:r>
              <a:r>
                <a:rPr lang="en-US" dirty="0">
                  <a:solidFill>
                    <a:schemeClr val="bg1">
                      <a:lumMod val="10000"/>
                    </a:schemeClr>
                  </a:solidFill>
                  <a:latin typeface="Kantumruy Pro" panose="020B0604020202020204" charset="0"/>
                  <a:cs typeface="Kantumruy Pro" panose="020B0604020202020204" charset="0"/>
                </a:rPr>
                <a:t>: of existing technology, the requirements should be checked to ensure that they could actually be implemented. These checks should also take account of the budget and schedule for the system </a:t>
              </a:r>
              <a:r>
                <a:rPr lang="en-US" dirty="0" err="1">
                  <a:solidFill>
                    <a:schemeClr val="bg1">
                      <a:lumMod val="10000"/>
                    </a:schemeClr>
                  </a:solidFill>
                  <a:latin typeface="Kantumruy Pro" panose="020B0604020202020204" charset="0"/>
                  <a:cs typeface="Kantumruy Pro" panose="020B0604020202020204" charset="0"/>
                </a:rPr>
                <a:t>developmen</a:t>
              </a:r>
              <a:r>
                <a:rPr lang="en-US" dirty="0">
                  <a:solidFill>
                    <a:schemeClr val="bg1">
                      <a:lumMod val="10000"/>
                    </a:schemeClr>
                  </a:solidFill>
                  <a:latin typeface="Kantumruy Pro" panose="020B0604020202020204" charset="0"/>
                  <a:cs typeface="Kantumruy Pro" panose="020B0604020202020204" charset="0"/>
                </a:rPr>
                <a:t>':.</a:t>
              </a:r>
              <a:endParaRPr lang="en-IN" dirty="0">
                <a:solidFill>
                  <a:schemeClr val="bg1">
                    <a:lumMod val="10000"/>
                  </a:schemeClr>
                </a:solidFill>
                <a:latin typeface="Kantumruy Pro" panose="020B0604020202020204" charset="0"/>
                <a:cs typeface="Kantumruy Pro" panose="020B0604020202020204" charset="0"/>
              </a:endParaRPr>
            </a:p>
          </p:txBody>
        </p:sp>
        <p:sp>
          <p:nvSpPr>
            <p:cNvPr id="26" name="TextBox 25">
              <a:extLst>
                <a:ext uri="{FF2B5EF4-FFF2-40B4-BE49-F238E27FC236}">
                  <a16:creationId xmlns:a16="http://schemas.microsoft.com/office/drawing/2014/main" id="{C93130DA-F29A-6110-064C-FE24DDA3D4AD}"/>
                </a:ext>
              </a:extLst>
            </p:cNvPr>
            <p:cNvSpPr txBox="1"/>
            <p:nvPr/>
          </p:nvSpPr>
          <p:spPr>
            <a:xfrm>
              <a:off x="15504773" y="1922512"/>
              <a:ext cx="3844658" cy="1600438"/>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To reduce the potential for dispute between customer and contractor, </a:t>
              </a:r>
              <a:r>
                <a:rPr lang="en-US" dirty="0" err="1">
                  <a:solidFill>
                    <a:schemeClr val="bg1">
                      <a:lumMod val="10000"/>
                    </a:schemeClr>
                  </a:solidFill>
                  <a:latin typeface="Kantumruy Pro" panose="020B0604020202020204" charset="0"/>
                  <a:cs typeface="Kantumruy Pro" panose="020B0604020202020204" charset="0"/>
                </a:rPr>
                <a:t>systt:m</a:t>
              </a:r>
              <a:r>
                <a:rPr lang="en-US" dirty="0">
                  <a:solidFill>
                    <a:schemeClr val="bg1">
                      <a:lumMod val="10000"/>
                    </a:schemeClr>
                  </a:solidFill>
                  <a:latin typeface="Kantumruy Pro" panose="020B0604020202020204" charset="0"/>
                  <a:cs typeface="Kantumruy Pro" panose="020B0604020202020204" charset="0"/>
                </a:rPr>
                <a:t> requirements should always be written so that they are verifiable. This means that you should be able to write a set of tests that can demonstrate that the delivered system meets each specified requirement.</a:t>
              </a:r>
              <a:endParaRPr lang="en-IN" dirty="0">
                <a:solidFill>
                  <a:schemeClr val="bg1">
                    <a:lumMod val="10000"/>
                  </a:schemeClr>
                </a:solidFill>
                <a:latin typeface="Kantumruy Pro" panose="020B0604020202020204" charset="0"/>
                <a:cs typeface="Kantumruy Pro" panose="020B0604020202020204" charset="0"/>
              </a:endParaRPr>
            </a:p>
          </p:txBody>
        </p:sp>
      </p:grpSp>
      <p:sp>
        <p:nvSpPr>
          <p:cNvPr id="4" name="Rectangle 3">
            <a:extLst>
              <a:ext uri="{FF2B5EF4-FFF2-40B4-BE49-F238E27FC236}">
                <a16:creationId xmlns:a16="http://schemas.microsoft.com/office/drawing/2014/main" id="{EC2C9253-5CF7-862F-1824-2B60FFF4ED47}"/>
              </a:ext>
            </a:extLst>
          </p:cNvPr>
          <p:cNvSpPr/>
          <p:nvPr/>
        </p:nvSpPr>
        <p:spPr>
          <a:xfrm>
            <a:off x="4046087" y="1361657"/>
            <a:ext cx="5053370" cy="2764138"/>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1" name="Google Shape;741;p42"/>
          <p:cNvSpPr txBox="1">
            <a:spLocks noGrp="1"/>
          </p:cNvSpPr>
          <p:nvPr>
            <p:ph type="title"/>
          </p:nvPr>
        </p:nvSpPr>
        <p:spPr>
          <a:xfrm>
            <a:off x="715050" y="185025"/>
            <a:ext cx="7713900" cy="1025008"/>
          </a:xfrm>
          <a:prstGeom prst="rect">
            <a:avLst/>
          </a:prstGeom>
          <a:ln>
            <a:noFill/>
          </a:ln>
        </p:spPr>
        <p:txBody>
          <a:bodyPr spcFirstLastPara="1" wrap="square" lIns="91425" tIns="91425" rIns="91425" bIns="91425" anchor="t" anchorCtr="0">
            <a:noAutofit/>
          </a:bodyPr>
          <a:lstStyle/>
          <a:p>
            <a:pPr lvl="0"/>
            <a:r>
              <a:rPr lang="en-US" dirty="0">
                <a:latin typeface="Kantumruy Pro SemiBold" panose="020B0604020202020204" charset="0"/>
                <a:cs typeface="Kantumruy Pro SemiBold" panose="020B0604020202020204" charset="0"/>
              </a:rPr>
              <a:t>validation process checks </a:t>
            </a:r>
            <a:r>
              <a:rPr lang="en-US" dirty="0"/>
              <a:t>to be carried on the requirements document</a:t>
            </a:r>
            <a:endParaRPr dirty="0">
              <a:latin typeface="Kantumruy Pro SemiBold"/>
              <a:ea typeface="Kantumruy Pro SemiBold"/>
              <a:cs typeface="Kantumruy Pro SemiBold"/>
              <a:sym typeface="Kantumruy Pro SemiBold"/>
            </a:endParaRPr>
          </a:p>
        </p:txBody>
      </p:sp>
      <p:sp>
        <p:nvSpPr>
          <p:cNvPr id="744" name="Google Shape;744;p42"/>
          <p:cNvSpPr txBox="1"/>
          <p:nvPr/>
        </p:nvSpPr>
        <p:spPr>
          <a:xfrm>
            <a:off x="4327420" y="2819782"/>
            <a:ext cx="41193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solidFill>
                  <a:schemeClr val="dk1"/>
                </a:solidFill>
                <a:latin typeface="Kantumruy Pro Medium" panose="020B0604020202020204" charset="0"/>
                <a:ea typeface="Kantumruy Pro SemiBold"/>
                <a:cs typeface="Kantumruy Pro Medium" panose="020B0604020202020204" charset="0"/>
                <a:sym typeface="Kantumruy Pro SemiBold"/>
              </a:rPr>
              <a:t>Example</a:t>
            </a:r>
            <a:endParaRPr sz="1500" dirty="0">
              <a:solidFill>
                <a:schemeClr val="dk1"/>
              </a:solidFill>
              <a:latin typeface="Kantumruy Pro Medium" panose="020B0604020202020204" charset="0"/>
              <a:ea typeface="Kantumruy Pro SemiBold"/>
              <a:cs typeface="Kantumruy Pro Medium" panose="020B0604020202020204" charset="0"/>
              <a:sym typeface="Kantumruy Pro SemiBold"/>
            </a:endParaRPr>
          </a:p>
        </p:txBody>
      </p:sp>
      <p:grpSp>
        <p:nvGrpSpPr>
          <p:cNvPr id="18" name="Group 17">
            <a:extLst>
              <a:ext uri="{FF2B5EF4-FFF2-40B4-BE49-F238E27FC236}">
                <a16:creationId xmlns:a16="http://schemas.microsoft.com/office/drawing/2014/main" id="{64668369-4F36-3D40-C992-D314B9360F09}"/>
              </a:ext>
            </a:extLst>
          </p:cNvPr>
          <p:cNvGrpSpPr/>
          <p:nvPr/>
        </p:nvGrpSpPr>
        <p:grpSpPr>
          <a:xfrm>
            <a:off x="4929182" y="2780528"/>
            <a:ext cx="2830888" cy="84600"/>
            <a:chOff x="4953900" y="3370475"/>
            <a:chExt cx="2830888" cy="84600"/>
          </a:xfrm>
        </p:grpSpPr>
        <p:sp>
          <p:nvSpPr>
            <p:cNvPr id="751" name="Google Shape;751;p42"/>
            <p:cNvSpPr/>
            <p:nvPr/>
          </p:nvSpPr>
          <p:spPr>
            <a:xfrm>
              <a:off x="4953900"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p:cNvSpPr/>
            <p:nvPr/>
          </p:nvSpPr>
          <p:spPr>
            <a:xfrm>
              <a:off x="6326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p:cNvSpPr/>
            <p:nvPr/>
          </p:nvSpPr>
          <p:spPr>
            <a:xfrm>
              <a:off x="7699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61506484-B18B-93C1-1011-A2D09F31E268}"/>
                </a:ext>
              </a:extLst>
            </p:cNvPr>
            <p:cNvGrpSpPr/>
            <p:nvPr/>
          </p:nvGrpSpPr>
          <p:grpSpPr>
            <a:xfrm>
              <a:off x="5038800" y="3401165"/>
              <a:ext cx="2661188" cy="5080"/>
              <a:chOff x="5038800" y="3788695"/>
              <a:chExt cx="2661188" cy="5080"/>
            </a:xfrm>
          </p:grpSpPr>
          <p:cxnSp>
            <p:nvCxnSpPr>
              <p:cNvPr id="754" name="Google Shape;754;p42"/>
              <p:cNvCxnSpPr>
                <a:cxnSpLocks/>
              </p:cNvCxnSpPr>
              <p:nvPr/>
            </p:nvCxnSpPr>
            <p:spPr>
              <a:xfrm>
                <a:off x="5038800" y="3788695"/>
                <a:ext cx="1288200" cy="0"/>
              </a:xfrm>
              <a:prstGeom prst="straightConnector1">
                <a:avLst/>
              </a:prstGeom>
              <a:noFill/>
              <a:ln w="9525" cap="flat" cmpd="sng">
                <a:solidFill>
                  <a:schemeClr val="dk1"/>
                </a:solidFill>
                <a:prstDash val="solid"/>
                <a:round/>
                <a:headEnd type="none" w="med" len="med"/>
                <a:tailEnd type="none" w="med" len="med"/>
              </a:ln>
            </p:spPr>
          </p:cxnSp>
          <p:cxnSp>
            <p:nvCxnSpPr>
              <p:cNvPr id="755" name="Google Shape;755;p42"/>
              <p:cNvCxnSpPr>
                <a:cxnSpLocks/>
              </p:cNvCxnSpPr>
              <p:nvPr/>
            </p:nvCxnSpPr>
            <p:spPr>
              <a:xfrm>
                <a:off x="6411788" y="3793775"/>
                <a:ext cx="1288200" cy="0"/>
              </a:xfrm>
              <a:prstGeom prst="straightConnector1">
                <a:avLst/>
              </a:prstGeom>
              <a:noFill/>
              <a:ln w="9525" cap="flat" cmpd="sng">
                <a:solidFill>
                  <a:schemeClr val="dk1"/>
                </a:solidFill>
                <a:prstDash val="solid"/>
                <a:round/>
                <a:headEnd type="none" w="med" len="med"/>
                <a:tailEnd type="none" w="med" len="med"/>
              </a:ln>
            </p:spPr>
          </p:cxnSp>
        </p:grpSp>
      </p:grpSp>
      <p:cxnSp>
        <p:nvCxnSpPr>
          <p:cNvPr id="756" name="Google Shape;756;p42"/>
          <p:cNvCxnSpPr>
            <a:cxnSpLocks/>
          </p:cNvCxnSpPr>
          <p:nvPr/>
        </p:nvCxnSpPr>
        <p:spPr>
          <a:xfrm>
            <a:off x="4090625" y="1340662"/>
            <a:ext cx="0" cy="2764138"/>
          </a:xfrm>
          <a:prstGeom prst="straightConnector1">
            <a:avLst/>
          </a:prstGeom>
          <a:noFill/>
          <a:ln w="9525" cap="flat" cmpd="sng">
            <a:solidFill>
              <a:schemeClr val="dk1"/>
            </a:solidFill>
            <a:prstDash val="solid"/>
            <a:round/>
            <a:headEnd type="none" w="med" len="med"/>
            <a:tailEnd type="none" w="med" len="med"/>
          </a:ln>
        </p:spPr>
      </p:cxnSp>
      <p:grpSp>
        <p:nvGrpSpPr>
          <p:cNvPr id="16" name="Group 15">
            <a:extLst>
              <a:ext uri="{FF2B5EF4-FFF2-40B4-BE49-F238E27FC236}">
                <a16:creationId xmlns:a16="http://schemas.microsoft.com/office/drawing/2014/main" id="{7A412467-69B6-9E87-85F3-43AC1973CF41}"/>
              </a:ext>
            </a:extLst>
          </p:cNvPr>
          <p:cNvGrpSpPr/>
          <p:nvPr/>
        </p:nvGrpSpPr>
        <p:grpSpPr>
          <a:xfrm>
            <a:off x="5658182" y="1577717"/>
            <a:ext cx="6829179" cy="1430481"/>
            <a:chOff x="4309800" y="1762125"/>
            <a:chExt cx="6829179" cy="1430481"/>
          </a:xfrm>
        </p:grpSpPr>
        <p:grpSp>
          <p:nvGrpSpPr>
            <p:cNvPr id="11" name="Group 10">
              <a:extLst>
                <a:ext uri="{FF2B5EF4-FFF2-40B4-BE49-F238E27FC236}">
                  <a16:creationId xmlns:a16="http://schemas.microsoft.com/office/drawing/2014/main" id="{63A56FF5-77BA-DCA6-7762-E544894C1622}"/>
                </a:ext>
              </a:extLst>
            </p:cNvPr>
            <p:cNvGrpSpPr/>
            <p:nvPr/>
          </p:nvGrpSpPr>
          <p:grpSpPr>
            <a:xfrm>
              <a:off x="4309800" y="1762125"/>
              <a:ext cx="1373100" cy="1429500"/>
              <a:chOff x="4309800" y="1762125"/>
              <a:chExt cx="1373100" cy="1429500"/>
            </a:xfrm>
          </p:grpSpPr>
          <p:sp>
            <p:nvSpPr>
              <p:cNvPr id="745" name="Google Shape;745;p42"/>
              <p:cNvSpPr txBox="1"/>
              <p:nvPr/>
            </p:nvSpPr>
            <p:spPr>
              <a:xfrm>
                <a:off x="4309800"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panose="020B0604020202020204" charset="0"/>
                    <a:ea typeface="Kantumruy Pro SemiBold"/>
                    <a:cs typeface="Kantumruy Pro SemiBold" panose="020B0604020202020204" charset="0"/>
                    <a:sym typeface="Kantumruy Pro SemiBold"/>
                  </a:rPr>
                  <a:t>01</a:t>
                </a:r>
                <a:endParaRPr sz="2200" dirty="0">
                  <a:solidFill>
                    <a:schemeClr val="dk1"/>
                  </a:solidFill>
                  <a:latin typeface="Kantumruy Pro SemiBold" panose="020B0604020202020204" charset="0"/>
                  <a:ea typeface="Kantumruy Pro SemiBold"/>
                  <a:cs typeface="Kantumruy Pro SemiBold" panose="020B0604020202020204" charset="0"/>
                  <a:sym typeface="Kantumruy Pro SemiBold"/>
                </a:endParaRPr>
              </a:p>
            </p:txBody>
          </p:sp>
          <p:sp>
            <p:nvSpPr>
              <p:cNvPr id="746" name="Google Shape;746;p42"/>
              <p:cNvSpPr txBox="1"/>
              <p:nvPr/>
            </p:nvSpPr>
            <p:spPr>
              <a:xfrm>
                <a:off x="4309800"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panose="020B0604020202020204" charset="0"/>
                    <a:ea typeface="Kantumruy Pro Medium"/>
                    <a:cs typeface="Kantumruy Pro Medium" panose="020B0604020202020204" charset="0"/>
                    <a:sym typeface="Kantumruy Pro Medium"/>
                  </a:rPr>
                  <a:t>Validity</a:t>
                </a:r>
              </a:p>
              <a:p>
                <a:pPr marL="0" lvl="0" indent="0" algn="ctr" rtl="0">
                  <a:lnSpc>
                    <a:spcPct val="115000"/>
                  </a:lnSpc>
                  <a:spcBef>
                    <a:spcPts val="0"/>
                  </a:spcBef>
                  <a:spcAft>
                    <a:spcPts val="0"/>
                  </a:spcAft>
                  <a:buNone/>
                </a:pPr>
                <a:r>
                  <a:rPr lang="en" dirty="0">
                    <a:solidFill>
                      <a:schemeClr val="dk1"/>
                    </a:solidFill>
                    <a:latin typeface="Kantumruy Pro Medium" panose="020B0604020202020204" charset="0"/>
                    <a:ea typeface="Kantumruy Pro Medium"/>
                    <a:cs typeface="Kantumruy Pro Medium" panose="020B0604020202020204" charset="0"/>
                    <a:sym typeface="Kantumruy Pro Medium"/>
                  </a:rPr>
                  <a:t>Check</a:t>
                </a:r>
                <a:endParaRPr dirty="0">
                  <a:solidFill>
                    <a:schemeClr val="dk1"/>
                  </a:solidFill>
                  <a:latin typeface="Kantumruy Pro Medium" panose="020B0604020202020204" charset="0"/>
                  <a:ea typeface="Kantumruy Pro Medium"/>
                  <a:cs typeface="Kantumruy Pro Medium" panose="020B0604020202020204" charset="0"/>
                  <a:sym typeface="Kantumruy Pro Medium"/>
                </a:endParaRPr>
              </a:p>
            </p:txBody>
          </p:sp>
        </p:grpSp>
        <p:grpSp>
          <p:nvGrpSpPr>
            <p:cNvPr id="12" name="Group 11">
              <a:extLst>
                <a:ext uri="{FF2B5EF4-FFF2-40B4-BE49-F238E27FC236}">
                  <a16:creationId xmlns:a16="http://schemas.microsoft.com/office/drawing/2014/main" id="{FEF8CDB5-D51D-21F8-C71A-4B0AE9D76FDC}"/>
                </a:ext>
              </a:extLst>
            </p:cNvPr>
            <p:cNvGrpSpPr/>
            <p:nvPr/>
          </p:nvGrpSpPr>
          <p:grpSpPr>
            <a:xfrm>
              <a:off x="5594681" y="1762125"/>
              <a:ext cx="1373100" cy="1429500"/>
              <a:chOff x="5682791" y="1762125"/>
              <a:chExt cx="1373100" cy="1429500"/>
            </a:xfrm>
          </p:grpSpPr>
          <p:sp>
            <p:nvSpPr>
              <p:cNvPr id="747" name="Google Shape;747;p42"/>
              <p:cNvSpPr txBox="1"/>
              <p:nvPr/>
            </p:nvSpPr>
            <p:spPr>
              <a:xfrm>
                <a:off x="5682791"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02</a:t>
                </a:r>
                <a:endParaRPr sz="2200" dirty="0">
                  <a:solidFill>
                    <a:schemeClr val="dk1"/>
                  </a:solidFill>
                  <a:latin typeface="Kantumruy Pro SemiBold"/>
                  <a:ea typeface="Kantumruy Pro SemiBold"/>
                  <a:cs typeface="Kantumruy Pro SemiBold"/>
                  <a:sym typeface="Kantumruy Pro SemiBold"/>
                </a:endParaRPr>
              </a:p>
            </p:txBody>
          </p:sp>
          <p:sp>
            <p:nvSpPr>
              <p:cNvPr id="748" name="Google Shape;748;p42"/>
              <p:cNvSpPr txBox="1"/>
              <p:nvPr/>
            </p:nvSpPr>
            <p:spPr>
              <a:xfrm>
                <a:off x="5682791"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Consistency</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7" name="Group 6">
              <a:extLst>
                <a:ext uri="{FF2B5EF4-FFF2-40B4-BE49-F238E27FC236}">
                  <a16:creationId xmlns:a16="http://schemas.microsoft.com/office/drawing/2014/main" id="{7C12C249-45E7-03B4-C73E-9B6AE7B777BD}"/>
                </a:ext>
              </a:extLst>
            </p:cNvPr>
            <p:cNvGrpSpPr/>
            <p:nvPr/>
          </p:nvGrpSpPr>
          <p:grpSpPr>
            <a:xfrm>
              <a:off x="6879562" y="1762125"/>
              <a:ext cx="1478618" cy="1429500"/>
              <a:chOff x="7055782" y="1762125"/>
              <a:chExt cx="1478618" cy="1429500"/>
            </a:xfrm>
          </p:grpSpPr>
          <p:sp>
            <p:nvSpPr>
              <p:cNvPr id="749" name="Google Shape;749;p42"/>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03</a:t>
                </a:r>
                <a:endParaRPr sz="2200" dirty="0">
                  <a:solidFill>
                    <a:schemeClr val="dk1"/>
                  </a:solidFill>
                  <a:latin typeface="Kantumruy Pro SemiBold"/>
                  <a:ea typeface="Kantumruy Pro SemiBold"/>
                  <a:cs typeface="Kantumruy Pro SemiBold"/>
                  <a:sym typeface="Kantumruy Pro SemiBold"/>
                </a:endParaRPr>
              </a:p>
            </p:txBody>
          </p:sp>
          <p:sp>
            <p:nvSpPr>
              <p:cNvPr id="750" name="Google Shape;750;p42"/>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Complet</a:t>
                </a:r>
                <a:r>
                  <a:rPr lang="en-IN" dirty="0">
                    <a:solidFill>
                      <a:schemeClr val="dk1"/>
                    </a:solidFill>
                    <a:latin typeface="Kantumruy Pro Medium"/>
                    <a:ea typeface="Kantumruy Pro Medium"/>
                    <a:cs typeface="Kantumruy Pro Medium"/>
                    <a:sym typeface="Kantumruy Pro Medium"/>
                  </a:rPr>
                  <a:t>e</a:t>
                </a:r>
                <a:r>
                  <a:rPr lang="en" dirty="0">
                    <a:solidFill>
                      <a:schemeClr val="dk1"/>
                    </a:solidFill>
                    <a:latin typeface="Kantumruy Pro Medium"/>
                    <a:ea typeface="Kantumruy Pro Medium"/>
                    <a:cs typeface="Kantumruy Pro Medium"/>
                    <a:sym typeface="Kantumruy Pro Medium"/>
                  </a:rPr>
                  <a:t>ness</a:t>
                </a:r>
              </a:p>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8" name="Group 7">
              <a:extLst>
                <a:ext uri="{FF2B5EF4-FFF2-40B4-BE49-F238E27FC236}">
                  <a16:creationId xmlns:a16="http://schemas.microsoft.com/office/drawing/2014/main" id="{F4157435-7E95-93FE-7A3C-4F8C7CD06E7A}"/>
                </a:ext>
              </a:extLst>
            </p:cNvPr>
            <p:cNvGrpSpPr/>
            <p:nvPr/>
          </p:nvGrpSpPr>
          <p:grpSpPr>
            <a:xfrm>
              <a:off x="8269961" y="1762125"/>
              <a:ext cx="1478618" cy="1429500"/>
              <a:chOff x="7055782" y="1762125"/>
              <a:chExt cx="1478618" cy="1429500"/>
            </a:xfrm>
          </p:grpSpPr>
          <p:sp>
            <p:nvSpPr>
              <p:cNvPr id="9" name="Google Shape;749;p42">
                <a:extLst>
                  <a:ext uri="{FF2B5EF4-FFF2-40B4-BE49-F238E27FC236}">
                    <a16:creationId xmlns:a16="http://schemas.microsoft.com/office/drawing/2014/main" id="{CF5905B8-8906-EF1D-4F72-B1456CCBA926}"/>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04</a:t>
                </a:r>
                <a:endParaRPr sz="2200" dirty="0">
                  <a:solidFill>
                    <a:schemeClr val="dk1"/>
                  </a:solidFill>
                  <a:latin typeface="Kantumruy Pro SemiBold"/>
                  <a:ea typeface="Kantumruy Pro SemiBold"/>
                  <a:cs typeface="Kantumruy Pro SemiBold"/>
                  <a:sym typeface="Kantumruy Pro SemiBold"/>
                </a:endParaRPr>
              </a:p>
            </p:txBody>
          </p:sp>
          <p:sp>
            <p:nvSpPr>
              <p:cNvPr id="10" name="Google Shape;750;p42">
                <a:extLst>
                  <a:ext uri="{FF2B5EF4-FFF2-40B4-BE49-F238E27FC236}">
                    <a16:creationId xmlns:a16="http://schemas.microsoft.com/office/drawing/2014/main" id="{D8FD72B4-36E0-6266-DA53-0B57F98D9C1A}"/>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Realism</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13" name="Group 12">
              <a:extLst>
                <a:ext uri="{FF2B5EF4-FFF2-40B4-BE49-F238E27FC236}">
                  <a16:creationId xmlns:a16="http://schemas.microsoft.com/office/drawing/2014/main" id="{6F9BDE28-EA76-28BE-FDFD-10D85E0664FE}"/>
                </a:ext>
              </a:extLst>
            </p:cNvPr>
            <p:cNvGrpSpPr/>
            <p:nvPr/>
          </p:nvGrpSpPr>
          <p:grpSpPr>
            <a:xfrm>
              <a:off x="9660361" y="1763106"/>
              <a:ext cx="1478618" cy="1429500"/>
              <a:chOff x="7055782" y="1762125"/>
              <a:chExt cx="1478618" cy="1429500"/>
            </a:xfrm>
          </p:grpSpPr>
          <p:sp>
            <p:nvSpPr>
              <p:cNvPr id="14" name="Google Shape;749;p42">
                <a:extLst>
                  <a:ext uri="{FF2B5EF4-FFF2-40B4-BE49-F238E27FC236}">
                    <a16:creationId xmlns:a16="http://schemas.microsoft.com/office/drawing/2014/main" id="{1FB8F22D-653F-F777-2AF4-E11CE1DF4921}"/>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05</a:t>
                </a:r>
                <a:endParaRPr sz="2200" dirty="0">
                  <a:solidFill>
                    <a:schemeClr val="dk1"/>
                  </a:solidFill>
                  <a:latin typeface="Kantumruy Pro SemiBold"/>
                  <a:ea typeface="Kantumruy Pro SemiBold"/>
                  <a:cs typeface="Kantumruy Pro SemiBold"/>
                  <a:sym typeface="Kantumruy Pro SemiBold"/>
                </a:endParaRPr>
              </a:p>
            </p:txBody>
          </p:sp>
          <p:sp>
            <p:nvSpPr>
              <p:cNvPr id="15" name="Google Shape;750;p42">
                <a:extLst>
                  <a:ext uri="{FF2B5EF4-FFF2-40B4-BE49-F238E27FC236}">
                    <a16:creationId xmlns:a16="http://schemas.microsoft.com/office/drawing/2014/main" id="{685B2A97-38F0-212C-CDFE-9BDE9A5ACA78}"/>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Verifiability</a:t>
                </a:r>
                <a:endParaRPr dirty="0">
                  <a:solidFill>
                    <a:schemeClr val="dk1"/>
                  </a:solidFill>
                  <a:latin typeface="Kantumruy Pro Medium"/>
                  <a:ea typeface="Kantumruy Pro Medium"/>
                  <a:cs typeface="Kantumruy Pro Medium"/>
                  <a:sym typeface="Kantumruy Pro Medium"/>
                </a:endParaRPr>
              </a:p>
            </p:txBody>
          </p:sp>
        </p:grpSp>
      </p:grpSp>
      <p:grpSp>
        <p:nvGrpSpPr>
          <p:cNvPr id="37" name="Group 36">
            <a:extLst>
              <a:ext uri="{FF2B5EF4-FFF2-40B4-BE49-F238E27FC236}">
                <a16:creationId xmlns:a16="http://schemas.microsoft.com/office/drawing/2014/main" id="{095888B9-AC35-55F2-73DF-3A90A806A9C3}"/>
              </a:ext>
            </a:extLst>
          </p:cNvPr>
          <p:cNvGrpSpPr/>
          <p:nvPr/>
        </p:nvGrpSpPr>
        <p:grpSpPr>
          <a:xfrm>
            <a:off x="4216883" y="3522950"/>
            <a:ext cx="4680264" cy="8805606"/>
            <a:chOff x="4173476" y="3399980"/>
            <a:chExt cx="4680264" cy="8805606"/>
          </a:xfrm>
        </p:grpSpPr>
        <p:sp>
          <p:nvSpPr>
            <p:cNvPr id="6" name="TextBox 5">
              <a:extLst>
                <a:ext uri="{FF2B5EF4-FFF2-40B4-BE49-F238E27FC236}">
                  <a16:creationId xmlns:a16="http://schemas.microsoft.com/office/drawing/2014/main" id="{36CD1160-6526-698A-28C3-F5C6FD52AEB1}"/>
                </a:ext>
              </a:extLst>
            </p:cNvPr>
            <p:cNvSpPr txBox="1"/>
            <p:nvPr/>
          </p:nvSpPr>
          <p:spPr>
            <a:xfrm>
              <a:off x="4173476" y="3399980"/>
              <a:ext cx="4255474" cy="1015663"/>
            </a:xfrm>
            <a:prstGeom prst="rect">
              <a:avLst/>
            </a:prstGeom>
            <a:noFill/>
          </p:spPr>
          <p:txBody>
            <a:bodyPr wrap="square" lIns="0">
              <a:spAutoFit/>
            </a:bodyPr>
            <a:lstStyle/>
            <a:p>
              <a:pPr marL="457200" algn="just"/>
              <a:r>
                <a:rPr lang="en-US" sz="1200" dirty="0">
                  <a:latin typeface="Kantumruy Pro" panose="020B0604020202020204" charset="0"/>
                  <a:cs typeface="Kantumruy Pro" panose="020B0604020202020204" charset="0"/>
                </a:rPr>
                <a:t>A doctor may ask for a feature to store patient records. After analysis, you realize nurses also need medication scheduling and administrators need billing features. The system must include all these valid needs, not just the doctor’s request.</a:t>
              </a:r>
            </a:p>
          </p:txBody>
        </p:sp>
        <p:sp>
          <p:nvSpPr>
            <p:cNvPr id="29" name="TextBox 28">
              <a:extLst>
                <a:ext uri="{FF2B5EF4-FFF2-40B4-BE49-F238E27FC236}">
                  <a16:creationId xmlns:a16="http://schemas.microsoft.com/office/drawing/2014/main" id="{4214F3B5-122D-821A-4A23-CCF1512EE0A2}"/>
                </a:ext>
              </a:extLst>
            </p:cNvPr>
            <p:cNvSpPr txBox="1"/>
            <p:nvPr/>
          </p:nvSpPr>
          <p:spPr>
            <a:xfrm>
              <a:off x="4598266" y="5167229"/>
              <a:ext cx="4255474" cy="1200329"/>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 an online banking app, one requirement says: Users must authenticate with OTP for every login.</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Another says: Users can enable auto-login for faster access.</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These conflict you can’t have both OTP every time and auto-login at the same time.</a:t>
              </a:r>
            </a:p>
          </p:txBody>
        </p:sp>
        <p:sp>
          <p:nvSpPr>
            <p:cNvPr id="31" name="TextBox 30">
              <a:extLst>
                <a:ext uri="{FF2B5EF4-FFF2-40B4-BE49-F238E27FC236}">
                  <a16:creationId xmlns:a16="http://schemas.microsoft.com/office/drawing/2014/main" id="{2B92AB83-ED3A-C363-F53E-A4F97A96874A}"/>
                </a:ext>
              </a:extLst>
            </p:cNvPr>
            <p:cNvSpPr txBox="1"/>
            <p:nvPr/>
          </p:nvSpPr>
          <p:spPr>
            <a:xfrm>
              <a:off x="4596606" y="6965763"/>
              <a:ext cx="4255474" cy="1200329"/>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In an e-commerce website, requirements mention: “Users can add items to cart and proceed to checkout.</a:t>
              </a:r>
            </a:p>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But they forget to mention Users must be able to remove items from the cart.</a:t>
              </a:r>
            </a:p>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This is an incomplete requirement set  real systems need both add and remove functionality.</a:t>
              </a:r>
            </a:p>
          </p:txBody>
        </p:sp>
        <p:sp>
          <p:nvSpPr>
            <p:cNvPr id="33" name="TextBox 32">
              <a:extLst>
                <a:ext uri="{FF2B5EF4-FFF2-40B4-BE49-F238E27FC236}">
                  <a16:creationId xmlns:a16="http://schemas.microsoft.com/office/drawing/2014/main" id="{D2F7990A-7226-C433-E947-A1FCB99BBF01}"/>
                </a:ext>
              </a:extLst>
            </p:cNvPr>
            <p:cNvSpPr txBox="1"/>
            <p:nvPr/>
          </p:nvSpPr>
          <p:spPr>
            <a:xfrm>
              <a:off x="4596606" y="8985510"/>
              <a:ext cx="4255474" cy="1384995"/>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 startup mobile app project requires: App must provide real-time translation of video calls into 50 languages with 99% accuracy.</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With current tech, budget, and 6-month schedule, this is unrealistic.</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 requirement should be revised to something achievable, text translation in 5–10 languages.</a:t>
              </a:r>
            </a:p>
          </p:txBody>
        </p:sp>
        <p:sp>
          <p:nvSpPr>
            <p:cNvPr id="35" name="TextBox 34">
              <a:extLst>
                <a:ext uri="{FF2B5EF4-FFF2-40B4-BE49-F238E27FC236}">
                  <a16:creationId xmlns:a16="http://schemas.microsoft.com/office/drawing/2014/main" id="{A41742D2-0FC4-766A-27E4-9B96DFDA0756}"/>
                </a:ext>
              </a:extLst>
            </p:cNvPr>
            <p:cNvSpPr txBox="1"/>
            <p:nvPr/>
          </p:nvSpPr>
          <p:spPr>
            <a:xfrm>
              <a:off x="4596606" y="11189923"/>
              <a:ext cx="4255474" cy="1015663"/>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A requirement says: The website should be user-friendly. This is vague and not verifiable.</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Instead, it should say: The website should load within 3 seconds on a 4G network. This is verifiable by performance tests.</a:t>
              </a: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F50E1579-1F19-3784-6B1E-46144573D5E4}"/>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277A684D-E0C2-7B6C-5823-4FF62C5549DC}"/>
              </a:ext>
            </a:extLst>
          </p:cNvPr>
          <p:cNvSpPr/>
          <p:nvPr/>
        </p:nvSpPr>
        <p:spPr>
          <a:xfrm>
            <a:off x="4216883" y="1340662"/>
            <a:ext cx="4882574" cy="2074565"/>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9E63673F-89F3-34FC-39D3-DA3855746981}"/>
              </a:ext>
            </a:extLst>
          </p:cNvPr>
          <p:cNvGrpSpPr/>
          <p:nvPr/>
        </p:nvGrpSpPr>
        <p:grpSpPr>
          <a:xfrm>
            <a:off x="-4024537" y="1518140"/>
            <a:ext cx="19526069" cy="2109156"/>
            <a:chOff x="-176638" y="1624893"/>
            <a:chExt cx="19526069" cy="2109156"/>
          </a:xfrm>
        </p:grpSpPr>
        <p:sp>
          <p:nvSpPr>
            <p:cNvPr id="742" name="Google Shape;742;p42">
              <a:extLst>
                <a:ext uri="{FF2B5EF4-FFF2-40B4-BE49-F238E27FC236}">
                  <a16:creationId xmlns:a16="http://schemas.microsoft.com/office/drawing/2014/main" id="{6CA5D621-CD55-7DF4-8DEA-9212CC3D7C6B}"/>
                </a:ext>
              </a:extLst>
            </p:cNvPr>
            <p:cNvSpPr txBox="1"/>
            <p:nvPr/>
          </p:nvSpPr>
          <p:spPr>
            <a:xfrm>
              <a:off x="-176638" y="1624893"/>
              <a:ext cx="3849992" cy="2109156"/>
            </a:xfrm>
            <a:prstGeom prst="rect">
              <a:avLst/>
            </a:prstGeom>
            <a:noFill/>
            <a:ln>
              <a:noFill/>
            </a:ln>
          </p:spPr>
          <p:txBody>
            <a:bodyPr spcFirstLastPara="1" wrap="square" lIns="91425" tIns="91425" rIns="91425" bIns="91425" anchor="t" anchorCtr="0">
              <a:noAutofit/>
            </a:bodyPr>
            <a:lstStyle/>
            <a:p>
              <a:pPr lvl="0" algn="r">
                <a:lnSpc>
                  <a:spcPct val="115000"/>
                </a:lnSpc>
              </a:pPr>
              <a:r>
                <a:rPr lang="en-US" dirty="0">
                  <a:latin typeface="Kantumruy Pro" panose="020B0604020202020204" charset="0"/>
                  <a:cs typeface="Kantumruy Pro" panose="020B0604020202020204" charset="0"/>
                </a:rPr>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endParaRPr dirty="0">
                <a:solidFill>
                  <a:schemeClr val="dk1"/>
                </a:solidFill>
                <a:latin typeface="Kantumruy Pro" panose="020B0604020202020204" charset="0"/>
                <a:ea typeface="Kantumruy Pro Medium"/>
                <a:cs typeface="Kantumruy Pro" panose="020B0604020202020204" charset="0"/>
                <a:sym typeface="Kantumruy Pro Medium"/>
              </a:endParaRPr>
            </a:p>
          </p:txBody>
        </p:sp>
        <p:sp>
          <p:nvSpPr>
            <p:cNvPr id="20" name="TextBox 19">
              <a:extLst>
                <a:ext uri="{FF2B5EF4-FFF2-40B4-BE49-F238E27FC236}">
                  <a16:creationId xmlns:a16="http://schemas.microsoft.com/office/drawing/2014/main" id="{DFC2DBE5-845E-927E-A773-D7BCD71ABF7C}"/>
                </a:ext>
              </a:extLst>
            </p:cNvPr>
            <p:cNvSpPr txBox="1"/>
            <p:nvPr/>
          </p:nvSpPr>
          <p:spPr>
            <a:xfrm>
              <a:off x="4145449" y="2245676"/>
              <a:ext cx="3532224" cy="1169551"/>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Requirements in the document should not conflict. That is, there should be no contradictory constraints or descriptions of the same system function.</a:t>
              </a:r>
              <a:endParaRPr lang="en-IN" dirty="0">
                <a:solidFill>
                  <a:schemeClr val="bg1">
                    <a:lumMod val="10000"/>
                  </a:schemeClr>
                </a:solidFill>
                <a:latin typeface="Kantumruy Pro" panose="020B0604020202020204" charset="0"/>
                <a:cs typeface="Kantumruy Pro" panose="020B0604020202020204" charset="0"/>
              </a:endParaRPr>
            </a:p>
          </p:txBody>
        </p:sp>
        <p:sp>
          <p:nvSpPr>
            <p:cNvPr id="22" name="TextBox 21">
              <a:extLst>
                <a:ext uri="{FF2B5EF4-FFF2-40B4-BE49-F238E27FC236}">
                  <a16:creationId xmlns:a16="http://schemas.microsoft.com/office/drawing/2014/main" id="{D9C73D11-52FF-7174-0F8B-5E82AF270C79}"/>
                </a:ext>
              </a:extLst>
            </p:cNvPr>
            <p:cNvSpPr txBox="1"/>
            <p:nvPr/>
          </p:nvSpPr>
          <p:spPr>
            <a:xfrm>
              <a:off x="7735444" y="2202418"/>
              <a:ext cx="3817899" cy="954107"/>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 The requirements document should include requirements, which define all functions, and constraints intended by the system user.</a:t>
              </a:r>
              <a:endParaRPr lang="en-IN" dirty="0">
                <a:solidFill>
                  <a:schemeClr val="bg1">
                    <a:lumMod val="10000"/>
                  </a:schemeClr>
                </a:solidFill>
                <a:latin typeface="Kantumruy Pro" panose="020B0604020202020204" charset="0"/>
                <a:cs typeface="Kantumruy Pro" panose="020B0604020202020204" charset="0"/>
              </a:endParaRPr>
            </a:p>
          </p:txBody>
        </p:sp>
        <p:sp>
          <p:nvSpPr>
            <p:cNvPr id="24" name="TextBox 23">
              <a:extLst>
                <a:ext uri="{FF2B5EF4-FFF2-40B4-BE49-F238E27FC236}">
                  <a16:creationId xmlns:a16="http://schemas.microsoft.com/office/drawing/2014/main" id="{A0A2BB60-613F-1B8F-E797-26E0250CAB7E}"/>
                </a:ext>
              </a:extLst>
            </p:cNvPr>
            <p:cNvSpPr txBox="1"/>
            <p:nvPr/>
          </p:nvSpPr>
          <p:spPr>
            <a:xfrm>
              <a:off x="11611114" y="2030233"/>
              <a:ext cx="3835889" cy="1384995"/>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Using </a:t>
              </a:r>
              <a:r>
                <a:rPr lang="en-US" dirty="0" err="1">
                  <a:solidFill>
                    <a:schemeClr val="bg1">
                      <a:lumMod val="10000"/>
                    </a:schemeClr>
                  </a:solidFill>
                  <a:latin typeface="Kantumruy Pro" panose="020B0604020202020204" charset="0"/>
                  <a:cs typeface="Kantumruy Pro" panose="020B0604020202020204" charset="0"/>
                </a:rPr>
                <a:t>knowledgt</a:t>
              </a:r>
              <a:r>
                <a:rPr lang="en-US" dirty="0">
                  <a:solidFill>
                    <a:schemeClr val="bg1">
                      <a:lumMod val="10000"/>
                    </a:schemeClr>
                  </a:solidFill>
                  <a:latin typeface="Kantumruy Pro" panose="020B0604020202020204" charset="0"/>
                  <a:cs typeface="Kantumruy Pro" panose="020B0604020202020204" charset="0"/>
                </a:rPr>
                <a:t>: of existing technology, the requirements should be checked to ensure that they could actually be implemented. These checks should also take account of the budget and schedule for the system </a:t>
              </a:r>
              <a:r>
                <a:rPr lang="en-US" dirty="0" err="1">
                  <a:solidFill>
                    <a:schemeClr val="bg1">
                      <a:lumMod val="10000"/>
                    </a:schemeClr>
                  </a:solidFill>
                  <a:latin typeface="Kantumruy Pro" panose="020B0604020202020204" charset="0"/>
                  <a:cs typeface="Kantumruy Pro" panose="020B0604020202020204" charset="0"/>
                </a:rPr>
                <a:t>developmen</a:t>
              </a:r>
              <a:r>
                <a:rPr lang="en-US" dirty="0">
                  <a:solidFill>
                    <a:schemeClr val="bg1">
                      <a:lumMod val="10000"/>
                    </a:schemeClr>
                  </a:solidFill>
                  <a:latin typeface="Kantumruy Pro" panose="020B0604020202020204" charset="0"/>
                  <a:cs typeface="Kantumruy Pro" panose="020B0604020202020204" charset="0"/>
                </a:rPr>
                <a:t>':.</a:t>
              </a:r>
              <a:endParaRPr lang="en-IN" dirty="0">
                <a:solidFill>
                  <a:schemeClr val="bg1">
                    <a:lumMod val="10000"/>
                  </a:schemeClr>
                </a:solidFill>
                <a:latin typeface="Kantumruy Pro" panose="020B0604020202020204" charset="0"/>
                <a:cs typeface="Kantumruy Pro" panose="020B0604020202020204" charset="0"/>
              </a:endParaRPr>
            </a:p>
          </p:txBody>
        </p:sp>
        <p:sp>
          <p:nvSpPr>
            <p:cNvPr id="26" name="TextBox 25">
              <a:extLst>
                <a:ext uri="{FF2B5EF4-FFF2-40B4-BE49-F238E27FC236}">
                  <a16:creationId xmlns:a16="http://schemas.microsoft.com/office/drawing/2014/main" id="{D1A622C8-4005-D7C9-7E25-32A26E353F63}"/>
                </a:ext>
              </a:extLst>
            </p:cNvPr>
            <p:cNvSpPr txBox="1"/>
            <p:nvPr/>
          </p:nvSpPr>
          <p:spPr>
            <a:xfrm>
              <a:off x="15504773" y="1922512"/>
              <a:ext cx="3844658" cy="1600438"/>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To reduce the potential for dispute between customer and contractor, </a:t>
              </a:r>
              <a:r>
                <a:rPr lang="en-US" dirty="0" err="1">
                  <a:solidFill>
                    <a:schemeClr val="bg1">
                      <a:lumMod val="10000"/>
                    </a:schemeClr>
                  </a:solidFill>
                  <a:latin typeface="Kantumruy Pro" panose="020B0604020202020204" charset="0"/>
                  <a:cs typeface="Kantumruy Pro" panose="020B0604020202020204" charset="0"/>
                </a:rPr>
                <a:t>systt:m</a:t>
              </a:r>
              <a:r>
                <a:rPr lang="en-US" dirty="0">
                  <a:solidFill>
                    <a:schemeClr val="bg1">
                      <a:lumMod val="10000"/>
                    </a:schemeClr>
                  </a:solidFill>
                  <a:latin typeface="Kantumruy Pro" panose="020B0604020202020204" charset="0"/>
                  <a:cs typeface="Kantumruy Pro" panose="020B0604020202020204" charset="0"/>
                </a:rPr>
                <a:t> requirements should always be written so that they are verifiable. This means that you should be able to write a set of tests that can demonstrate that the delivered system meets each specified requirement.</a:t>
              </a:r>
              <a:endParaRPr lang="en-IN" dirty="0">
                <a:solidFill>
                  <a:schemeClr val="bg1">
                    <a:lumMod val="10000"/>
                  </a:schemeClr>
                </a:solidFill>
                <a:latin typeface="Kantumruy Pro" panose="020B0604020202020204" charset="0"/>
                <a:cs typeface="Kantumruy Pro" panose="020B0604020202020204" charset="0"/>
              </a:endParaRPr>
            </a:p>
          </p:txBody>
        </p:sp>
      </p:grpSp>
      <p:sp>
        <p:nvSpPr>
          <p:cNvPr id="4" name="Rectangle 3">
            <a:extLst>
              <a:ext uri="{FF2B5EF4-FFF2-40B4-BE49-F238E27FC236}">
                <a16:creationId xmlns:a16="http://schemas.microsoft.com/office/drawing/2014/main" id="{E873EFA1-882C-11AA-8C19-677CE2ECB501}"/>
              </a:ext>
            </a:extLst>
          </p:cNvPr>
          <p:cNvSpPr/>
          <p:nvPr/>
        </p:nvSpPr>
        <p:spPr>
          <a:xfrm>
            <a:off x="4046087" y="1361657"/>
            <a:ext cx="5053370" cy="2764138"/>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1" name="Google Shape;741;p42">
            <a:extLst>
              <a:ext uri="{FF2B5EF4-FFF2-40B4-BE49-F238E27FC236}">
                <a16:creationId xmlns:a16="http://schemas.microsoft.com/office/drawing/2014/main" id="{D26A1603-07E6-109B-DBF8-F21F99638420}"/>
              </a:ext>
            </a:extLst>
          </p:cNvPr>
          <p:cNvSpPr txBox="1">
            <a:spLocks noGrp="1"/>
          </p:cNvSpPr>
          <p:nvPr>
            <p:ph type="title"/>
          </p:nvPr>
        </p:nvSpPr>
        <p:spPr>
          <a:xfrm>
            <a:off x="715050" y="185025"/>
            <a:ext cx="7713900" cy="1025008"/>
          </a:xfrm>
          <a:prstGeom prst="rect">
            <a:avLst/>
          </a:prstGeom>
          <a:ln>
            <a:noFill/>
          </a:ln>
        </p:spPr>
        <p:txBody>
          <a:bodyPr spcFirstLastPara="1" wrap="square" lIns="91425" tIns="91425" rIns="91425" bIns="91425" anchor="t" anchorCtr="0">
            <a:noAutofit/>
          </a:bodyPr>
          <a:lstStyle/>
          <a:p>
            <a:pPr lvl="0"/>
            <a:r>
              <a:rPr lang="en-US" dirty="0">
                <a:latin typeface="Kantumruy Pro SemiBold" panose="020B0604020202020204" charset="0"/>
                <a:cs typeface="Kantumruy Pro SemiBold" panose="020B0604020202020204" charset="0"/>
              </a:rPr>
              <a:t>validation process checks </a:t>
            </a:r>
            <a:r>
              <a:rPr lang="en-US" dirty="0"/>
              <a:t>to be carried on the requirements document</a:t>
            </a:r>
            <a:endParaRPr dirty="0">
              <a:latin typeface="Kantumruy Pro SemiBold"/>
              <a:ea typeface="Kantumruy Pro SemiBold"/>
              <a:cs typeface="Kantumruy Pro SemiBold"/>
              <a:sym typeface="Kantumruy Pro SemiBold"/>
            </a:endParaRPr>
          </a:p>
        </p:txBody>
      </p:sp>
      <p:sp>
        <p:nvSpPr>
          <p:cNvPr id="744" name="Google Shape;744;p42">
            <a:extLst>
              <a:ext uri="{FF2B5EF4-FFF2-40B4-BE49-F238E27FC236}">
                <a16:creationId xmlns:a16="http://schemas.microsoft.com/office/drawing/2014/main" id="{21BBCF12-69A1-5760-EA6A-2D86A4508CF7}"/>
              </a:ext>
            </a:extLst>
          </p:cNvPr>
          <p:cNvSpPr txBox="1"/>
          <p:nvPr/>
        </p:nvSpPr>
        <p:spPr>
          <a:xfrm>
            <a:off x="4327420" y="2819782"/>
            <a:ext cx="41193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solidFill>
                  <a:schemeClr val="dk1"/>
                </a:solidFill>
                <a:latin typeface="Kantumruy Pro Medium" panose="020B0604020202020204" charset="0"/>
                <a:ea typeface="Kantumruy Pro SemiBold"/>
                <a:cs typeface="Kantumruy Pro Medium" panose="020B0604020202020204" charset="0"/>
                <a:sym typeface="Kantumruy Pro SemiBold"/>
              </a:rPr>
              <a:t>Example</a:t>
            </a:r>
            <a:endParaRPr sz="1500" dirty="0">
              <a:solidFill>
                <a:schemeClr val="dk1"/>
              </a:solidFill>
              <a:latin typeface="Kantumruy Pro Medium" panose="020B0604020202020204" charset="0"/>
              <a:ea typeface="Kantumruy Pro SemiBold"/>
              <a:cs typeface="Kantumruy Pro Medium" panose="020B0604020202020204" charset="0"/>
              <a:sym typeface="Kantumruy Pro SemiBold"/>
            </a:endParaRPr>
          </a:p>
        </p:txBody>
      </p:sp>
      <p:grpSp>
        <p:nvGrpSpPr>
          <p:cNvPr id="18" name="Group 17">
            <a:extLst>
              <a:ext uri="{FF2B5EF4-FFF2-40B4-BE49-F238E27FC236}">
                <a16:creationId xmlns:a16="http://schemas.microsoft.com/office/drawing/2014/main" id="{33D3A9AA-BE34-8271-752D-825860C41C95}"/>
              </a:ext>
            </a:extLst>
          </p:cNvPr>
          <p:cNvGrpSpPr/>
          <p:nvPr/>
        </p:nvGrpSpPr>
        <p:grpSpPr>
          <a:xfrm>
            <a:off x="4929182" y="2780528"/>
            <a:ext cx="2830888" cy="84600"/>
            <a:chOff x="4953900" y="3370475"/>
            <a:chExt cx="2830888" cy="84600"/>
          </a:xfrm>
        </p:grpSpPr>
        <p:sp>
          <p:nvSpPr>
            <p:cNvPr id="751" name="Google Shape;751;p42">
              <a:extLst>
                <a:ext uri="{FF2B5EF4-FFF2-40B4-BE49-F238E27FC236}">
                  <a16:creationId xmlns:a16="http://schemas.microsoft.com/office/drawing/2014/main" id="{9C2EE175-5F51-ECD5-3ABA-291F5F1FCE35}"/>
                </a:ext>
              </a:extLst>
            </p:cNvPr>
            <p:cNvSpPr/>
            <p:nvPr/>
          </p:nvSpPr>
          <p:spPr>
            <a:xfrm>
              <a:off x="4953900"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a:extLst>
                <a:ext uri="{FF2B5EF4-FFF2-40B4-BE49-F238E27FC236}">
                  <a16:creationId xmlns:a16="http://schemas.microsoft.com/office/drawing/2014/main" id="{5D9DA903-0C61-F05E-948C-8D5929A0EA44}"/>
                </a:ext>
              </a:extLst>
            </p:cNvPr>
            <p:cNvSpPr/>
            <p:nvPr/>
          </p:nvSpPr>
          <p:spPr>
            <a:xfrm>
              <a:off x="6326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B8D250E2-E1DA-E7B2-20CC-13520C770B51}"/>
                </a:ext>
              </a:extLst>
            </p:cNvPr>
            <p:cNvSpPr/>
            <p:nvPr/>
          </p:nvSpPr>
          <p:spPr>
            <a:xfrm>
              <a:off x="7699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5619F79D-4A7E-1999-81FD-DBB9818466C6}"/>
                </a:ext>
              </a:extLst>
            </p:cNvPr>
            <p:cNvGrpSpPr/>
            <p:nvPr/>
          </p:nvGrpSpPr>
          <p:grpSpPr>
            <a:xfrm>
              <a:off x="5038800" y="3401165"/>
              <a:ext cx="2661188" cy="5080"/>
              <a:chOff x="5038800" y="3788695"/>
              <a:chExt cx="2661188" cy="5080"/>
            </a:xfrm>
          </p:grpSpPr>
          <p:cxnSp>
            <p:nvCxnSpPr>
              <p:cNvPr id="754" name="Google Shape;754;p42">
                <a:extLst>
                  <a:ext uri="{FF2B5EF4-FFF2-40B4-BE49-F238E27FC236}">
                    <a16:creationId xmlns:a16="http://schemas.microsoft.com/office/drawing/2014/main" id="{0381E35C-76FF-818E-D88D-D39F9D0A88C1}"/>
                  </a:ext>
                </a:extLst>
              </p:cNvPr>
              <p:cNvCxnSpPr>
                <a:cxnSpLocks/>
              </p:cNvCxnSpPr>
              <p:nvPr/>
            </p:nvCxnSpPr>
            <p:spPr>
              <a:xfrm>
                <a:off x="5038800" y="3788695"/>
                <a:ext cx="1288200" cy="0"/>
              </a:xfrm>
              <a:prstGeom prst="straightConnector1">
                <a:avLst/>
              </a:prstGeom>
              <a:noFill/>
              <a:ln w="9525" cap="flat" cmpd="sng">
                <a:solidFill>
                  <a:schemeClr val="dk1"/>
                </a:solidFill>
                <a:prstDash val="solid"/>
                <a:round/>
                <a:headEnd type="none" w="med" len="med"/>
                <a:tailEnd type="none" w="med" len="med"/>
              </a:ln>
            </p:spPr>
          </p:cxnSp>
          <p:cxnSp>
            <p:nvCxnSpPr>
              <p:cNvPr id="755" name="Google Shape;755;p42">
                <a:extLst>
                  <a:ext uri="{FF2B5EF4-FFF2-40B4-BE49-F238E27FC236}">
                    <a16:creationId xmlns:a16="http://schemas.microsoft.com/office/drawing/2014/main" id="{2EAC2B37-AB3F-E22F-9114-C50280D01F8F}"/>
                  </a:ext>
                </a:extLst>
              </p:cNvPr>
              <p:cNvCxnSpPr>
                <a:cxnSpLocks/>
              </p:cNvCxnSpPr>
              <p:nvPr/>
            </p:nvCxnSpPr>
            <p:spPr>
              <a:xfrm>
                <a:off x="6411788" y="3793775"/>
                <a:ext cx="1288200" cy="0"/>
              </a:xfrm>
              <a:prstGeom prst="straightConnector1">
                <a:avLst/>
              </a:prstGeom>
              <a:noFill/>
              <a:ln w="9525" cap="flat" cmpd="sng">
                <a:solidFill>
                  <a:schemeClr val="dk1"/>
                </a:solidFill>
                <a:prstDash val="solid"/>
                <a:round/>
                <a:headEnd type="none" w="med" len="med"/>
                <a:tailEnd type="none" w="med" len="med"/>
              </a:ln>
            </p:spPr>
          </p:cxnSp>
        </p:grpSp>
      </p:grpSp>
      <p:cxnSp>
        <p:nvCxnSpPr>
          <p:cNvPr id="756" name="Google Shape;756;p42">
            <a:extLst>
              <a:ext uri="{FF2B5EF4-FFF2-40B4-BE49-F238E27FC236}">
                <a16:creationId xmlns:a16="http://schemas.microsoft.com/office/drawing/2014/main" id="{ED7D35B6-6AAA-1C81-BDA6-9752341C8B65}"/>
              </a:ext>
            </a:extLst>
          </p:cNvPr>
          <p:cNvCxnSpPr>
            <a:cxnSpLocks/>
          </p:cNvCxnSpPr>
          <p:nvPr/>
        </p:nvCxnSpPr>
        <p:spPr>
          <a:xfrm>
            <a:off x="4090625" y="1340662"/>
            <a:ext cx="0" cy="2764138"/>
          </a:xfrm>
          <a:prstGeom prst="straightConnector1">
            <a:avLst/>
          </a:prstGeom>
          <a:noFill/>
          <a:ln w="9525" cap="flat" cmpd="sng">
            <a:solidFill>
              <a:schemeClr val="dk1"/>
            </a:solidFill>
            <a:prstDash val="solid"/>
            <a:round/>
            <a:headEnd type="none" w="med" len="med"/>
            <a:tailEnd type="none" w="med" len="med"/>
          </a:ln>
        </p:spPr>
      </p:cxnSp>
      <p:grpSp>
        <p:nvGrpSpPr>
          <p:cNvPr id="16" name="Group 15">
            <a:extLst>
              <a:ext uri="{FF2B5EF4-FFF2-40B4-BE49-F238E27FC236}">
                <a16:creationId xmlns:a16="http://schemas.microsoft.com/office/drawing/2014/main" id="{A885819A-B1A0-DE8F-F990-7FAE1E6213C5}"/>
              </a:ext>
            </a:extLst>
          </p:cNvPr>
          <p:cNvGrpSpPr/>
          <p:nvPr/>
        </p:nvGrpSpPr>
        <p:grpSpPr>
          <a:xfrm>
            <a:off x="4362782" y="1577717"/>
            <a:ext cx="6829179" cy="1430481"/>
            <a:chOff x="4309800" y="1762125"/>
            <a:chExt cx="6829179" cy="1430481"/>
          </a:xfrm>
        </p:grpSpPr>
        <p:grpSp>
          <p:nvGrpSpPr>
            <p:cNvPr id="11" name="Group 10">
              <a:extLst>
                <a:ext uri="{FF2B5EF4-FFF2-40B4-BE49-F238E27FC236}">
                  <a16:creationId xmlns:a16="http://schemas.microsoft.com/office/drawing/2014/main" id="{DB8E9826-0AE4-8AA8-CE78-66C3C4ABFBAC}"/>
                </a:ext>
              </a:extLst>
            </p:cNvPr>
            <p:cNvGrpSpPr/>
            <p:nvPr/>
          </p:nvGrpSpPr>
          <p:grpSpPr>
            <a:xfrm>
              <a:off x="4309800" y="1762125"/>
              <a:ext cx="1373100" cy="1429500"/>
              <a:chOff x="4309800" y="1762125"/>
              <a:chExt cx="1373100" cy="1429500"/>
            </a:xfrm>
          </p:grpSpPr>
          <p:sp>
            <p:nvSpPr>
              <p:cNvPr id="745" name="Google Shape;745;p42">
                <a:extLst>
                  <a:ext uri="{FF2B5EF4-FFF2-40B4-BE49-F238E27FC236}">
                    <a16:creationId xmlns:a16="http://schemas.microsoft.com/office/drawing/2014/main" id="{1E037BDC-E2D9-7332-0B0F-0301C048BDC6}"/>
                  </a:ext>
                </a:extLst>
              </p:cNvPr>
              <p:cNvSpPr txBox="1"/>
              <p:nvPr/>
            </p:nvSpPr>
            <p:spPr>
              <a:xfrm>
                <a:off x="4309800"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panose="020B0604020202020204" charset="0"/>
                    <a:ea typeface="Kantumruy Pro SemiBold"/>
                    <a:cs typeface="Kantumruy Pro SemiBold" panose="020B0604020202020204" charset="0"/>
                    <a:sym typeface="Kantumruy Pro SemiBold"/>
                  </a:rPr>
                  <a:t>01</a:t>
                </a:r>
                <a:endParaRPr sz="2200" dirty="0">
                  <a:solidFill>
                    <a:schemeClr val="dk1"/>
                  </a:solidFill>
                  <a:latin typeface="Kantumruy Pro SemiBold" panose="020B0604020202020204" charset="0"/>
                  <a:ea typeface="Kantumruy Pro SemiBold"/>
                  <a:cs typeface="Kantumruy Pro SemiBold" panose="020B0604020202020204" charset="0"/>
                  <a:sym typeface="Kantumruy Pro SemiBold"/>
                </a:endParaRPr>
              </a:p>
            </p:txBody>
          </p:sp>
          <p:sp>
            <p:nvSpPr>
              <p:cNvPr id="746" name="Google Shape;746;p42">
                <a:extLst>
                  <a:ext uri="{FF2B5EF4-FFF2-40B4-BE49-F238E27FC236}">
                    <a16:creationId xmlns:a16="http://schemas.microsoft.com/office/drawing/2014/main" id="{E9303737-E53D-089D-1F61-0E31C38434E3}"/>
                  </a:ext>
                </a:extLst>
              </p:cNvPr>
              <p:cNvSpPr txBox="1"/>
              <p:nvPr/>
            </p:nvSpPr>
            <p:spPr>
              <a:xfrm>
                <a:off x="4309800"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panose="020B0604020202020204" charset="0"/>
                    <a:ea typeface="Kantumruy Pro Medium"/>
                    <a:cs typeface="Kantumruy Pro Medium" panose="020B0604020202020204" charset="0"/>
                    <a:sym typeface="Kantumruy Pro Medium"/>
                  </a:rPr>
                  <a:t>Validity</a:t>
                </a:r>
              </a:p>
              <a:p>
                <a:pPr marL="0" lvl="0" indent="0" algn="ctr" rtl="0">
                  <a:lnSpc>
                    <a:spcPct val="115000"/>
                  </a:lnSpc>
                  <a:spcBef>
                    <a:spcPts val="0"/>
                  </a:spcBef>
                  <a:spcAft>
                    <a:spcPts val="0"/>
                  </a:spcAft>
                  <a:buNone/>
                </a:pPr>
                <a:r>
                  <a:rPr lang="en" dirty="0">
                    <a:solidFill>
                      <a:schemeClr val="dk1"/>
                    </a:solidFill>
                    <a:latin typeface="Kantumruy Pro Medium" panose="020B0604020202020204" charset="0"/>
                    <a:ea typeface="Kantumruy Pro Medium"/>
                    <a:cs typeface="Kantumruy Pro Medium" panose="020B0604020202020204" charset="0"/>
                    <a:sym typeface="Kantumruy Pro Medium"/>
                  </a:rPr>
                  <a:t>Check</a:t>
                </a:r>
                <a:endParaRPr dirty="0">
                  <a:solidFill>
                    <a:schemeClr val="dk1"/>
                  </a:solidFill>
                  <a:latin typeface="Kantumruy Pro Medium" panose="020B0604020202020204" charset="0"/>
                  <a:ea typeface="Kantumruy Pro Medium"/>
                  <a:cs typeface="Kantumruy Pro Medium" panose="020B0604020202020204" charset="0"/>
                  <a:sym typeface="Kantumruy Pro Medium"/>
                </a:endParaRPr>
              </a:p>
            </p:txBody>
          </p:sp>
        </p:grpSp>
        <p:grpSp>
          <p:nvGrpSpPr>
            <p:cNvPr id="12" name="Group 11">
              <a:extLst>
                <a:ext uri="{FF2B5EF4-FFF2-40B4-BE49-F238E27FC236}">
                  <a16:creationId xmlns:a16="http://schemas.microsoft.com/office/drawing/2014/main" id="{904A9CFE-C53D-B937-DEC1-473413266BC2}"/>
                </a:ext>
              </a:extLst>
            </p:cNvPr>
            <p:cNvGrpSpPr/>
            <p:nvPr/>
          </p:nvGrpSpPr>
          <p:grpSpPr>
            <a:xfrm>
              <a:off x="5594681" y="1762125"/>
              <a:ext cx="1373100" cy="1429500"/>
              <a:chOff x="5682791" y="1762125"/>
              <a:chExt cx="1373100" cy="1429500"/>
            </a:xfrm>
          </p:grpSpPr>
          <p:sp>
            <p:nvSpPr>
              <p:cNvPr id="747" name="Google Shape;747;p42">
                <a:extLst>
                  <a:ext uri="{FF2B5EF4-FFF2-40B4-BE49-F238E27FC236}">
                    <a16:creationId xmlns:a16="http://schemas.microsoft.com/office/drawing/2014/main" id="{E36B4510-41B4-2189-FC71-82F37392BC75}"/>
                  </a:ext>
                </a:extLst>
              </p:cNvPr>
              <p:cNvSpPr txBox="1"/>
              <p:nvPr/>
            </p:nvSpPr>
            <p:spPr>
              <a:xfrm>
                <a:off x="5682791"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02</a:t>
                </a:r>
                <a:endParaRPr sz="2200" dirty="0">
                  <a:solidFill>
                    <a:schemeClr val="dk1"/>
                  </a:solidFill>
                  <a:latin typeface="Kantumruy Pro SemiBold"/>
                  <a:ea typeface="Kantumruy Pro SemiBold"/>
                  <a:cs typeface="Kantumruy Pro SemiBold"/>
                  <a:sym typeface="Kantumruy Pro SemiBold"/>
                </a:endParaRPr>
              </a:p>
            </p:txBody>
          </p:sp>
          <p:sp>
            <p:nvSpPr>
              <p:cNvPr id="748" name="Google Shape;748;p42">
                <a:extLst>
                  <a:ext uri="{FF2B5EF4-FFF2-40B4-BE49-F238E27FC236}">
                    <a16:creationId xmlns:a16="http://schemas.microsoft.com/office/drawing/2014/main" id="{0671B690-0CB8-C25E-6EAF-1C2097293903}"/>
                  </a:ext>
                </a:extLst>
              </p:cNvPr>
              <p:cNvSpPr txBox="1"/>
              <p:nvPr/>
            </p:nvSpPr>
            <p:spPr>
              <a:xfrm>
                <a:off x="5682791"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Consistency</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7" name="Group 6">
              <a:extLst>
                <a:ext uri="{FF2B5EF4-FFF2-40B4-BE49-F238E27FC236}">
                  <a16:creationId xmlns:a16="http://schemas.microsoft.com/office/drawing/2014/main" id="{22AF3919-6D44-B92C-D738-FDE706DDEBAC}"/>
                </a:ext>
              </a:extLst>
            </p:cNvPr>
            <p:cNvGrpSpPr/>
            <p:nvPr/>
          </p:nvGrpSpPr>
          <p:grpSpPr>
            <a:xfrm>
              <a:off x="6879562" y="1762125"/>
              <a:ext cx="1478618" cy="1429500"/>
              <a:chOff x="7055782" y="1762125"/>
              <a:chExt cx="1478618" cy="1429500"/>
            </a:xfrm>
          </p:grpSpPr>
          <p:sp>
            <p:nvSpPr>
              <p:cNvPr id="749" name="Google Shape;749;p42">
                <a:extLst>
                  <a:ext uri="{FF2B5EF4-FFF2-40B4-BE49-F238E27FC236}">
                    <a16:creationId xmlns:a16="http://schemas.microsoft.com/office/drawing/2014/main" id="{5D7D4C2A-EBE7-C323-592D-AB6296531951}"/>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03</a:t>
                </a:r>
                <a:endParaRPr sz="2200" dirty="0">
                  <a:solidFill>
                    <a:schemeClr val="dk1"/>
                  </a:solidFill>
                  <a:latin typeface="Kantumruy Pro SemiBold"/>
                  <a:ea typeface="Kantumruy Pro SemiBold"/>
                  <a:cs typeface="Kantumruy Pro SemiBold"/>
                  <a:sym typeface="Kantumruy Pro SemiBold"/>
                </a:endParaRPr>
              </a:p>
            </p:txBody>
          </p:sp>
          <p:sp>
            <p:nvSpPr>
              <p:cNvPr id="750" name="Google Shape;750;p42">
                <a:extLst>
                  <a:ext uri="{FF2B5EF4-FFF2-40B4-BE49-F238E27FC236}">
                    <a16:creationId xmlns:a16="http://schemas.microsoft.com/office/drawing/2014/main" id="{7FAD0B9E-DAAC-1483-8543-C3CD60ADD6D7}"/>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Complet</a:t>
                </a:r>
                <a:r>
                  <a:rPr lang="en-IN" dirty="0">
                    <a:solidFill>
                      <a:schemeClr val="dk1"/>
                    </a:solidFill>
                    <a:latin typeface="Kantumruy Pro Medium"/>
                    <a:ea typeface="Kantumruy Pro Medium"/>
                    <a:cs typeface="Kantumruy Pro Medium"/>
                    <a:sym typeface="Kantumruy Pro Medium"/>
                  </a:rPr>
                  <a:t>e</a:t>
                </a:r>
                <a:r>
                  <a:rPr lang="en" dirty="0">
                    <a:solidFill>
                      <a:schemeClr val="dk1"/>
                    </a:solidFill>
                    <a:latin typeface="Kantumruy Pro Medium"/>
                    <a:ea typeface="Kantumruy Pro Medium"/>
                    <a:cs typeface="Kantumruy Pro Medium"/>
                    <a:sym typeface="Kantumruy Pro Medium"/>
                  </a:rPr>
                  <a:t>ness</a:t>
                </a:r>
              </a:p>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8" name="Group 7">
              <a:extLst>
                <a:ext uri="{FF2B5EF4-FFF2-40B4-BE49-F238E27FC236}">
                  <a16:creationId xmlns:a16="http://schemas.microsoft.com/office/drawing/2014/main" id="{49686D45-1EF3-ABCF-8D54-F4A087A8D89A}"/>
                </a:ext>
              </a:extLst>
            </p:cNvPr>
            <p:cNvGrpSpPr/>
            <p:nvPr/>
          </p:nvGrpSpPr>
          <p:grpSpPr>
            <a:xfrm>
              <a:off x="8269961" y="1762125"/>
              <a:ext cx="1478618" cy="1429500"/>
              <a:chOff x="7055782" y="1762125"/>
              <a:chExt cx="1478618" cy="1429500"/>
            </a:xfrm>
          </p:grpSpPr>
          <p:sp>
            <p:nvSpPr>
              <p:cNvPr id="9" name="Google Shape;749;p42">
                <a:extLst>
                  <a:ext uri="{FF2B5EF4-FFF2-40B4-BE49-F238E27FC236}">
                    <a16:creationId xmlns:a16="http://schemas.microsoft.com/office/drawing/2014/main" id="{AC324BEC-419E-E822-95BD-9ED2007DB34B}"/>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04</a:t>
                </a:r>
                <a:endParaRPr sz="2200" dirty="0">
                  <a:solidFill>
                    <a:schemeClr val="dk1"/>
                  </a:solidFill>
                  <a:latin typeface="Kantumruy Pro SemiBold"/>
                  <a:ea typeface="Kantumruy Pro SemiBold"/>
                  <a:cs typeface="Kantumruy Pro SemiBold"/>
                  <a:sym typeface="Kantumruy Pro SemiBold"/>
                </a:endParaRPr>
              </a:p>
            </p:txBody>
          </p:sp>
          <p:sp>
            <p:nvSpPr>
              <p:cNvPr id="10" name="Google Shape;750;p42">
                <a:extLst>
                  <a:ext uri="{FF2B5EF4-FFF2-40B4-BE49-F238E27FC236}">
                    <a16:creationId xmlns:a16="http://schemas.microsoft.com/office/drawing/2014/main" id="{35BA25FE-8D46-A4A5-EED0-CC7B24344715}"/>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Realism</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13" name="Group 12">
              <a:extLst>
                <a:ext uri="{FF2B5EF4-FFF2-40B4-BE49-F238E27FC236}">
                  <a16:creationId xmlns:a16="http://schemas.microsoft.com/office/drawing/2014/main" id="{774C3047-CD29-9ECA-B5F3-9C5B1E309582}"/>
                </a:ext>
              </a:extLst>
            </p:cNvPr>
            <p:cNvGrpSpPr/>
            <p:nvPr/>
          </p:nvGrpSpPr>
          <p:grpSpPr>
            <a:xfrm>
              <a:off x="9660361" y="1763106"/>
              <a:ext cx="1478618" cy="1429500"/>
              <a:chOff x="7055782" y="1762125"/>
              <a:chExt cx="1478618" cy="1429500"/>
            </a:xfrm>
          </p:grpSpPr>
          <p:sp>
            <p:nvSpPr>
              <p:cNvPr id="14" name="Google Shape;749;p42">
                <a:extLst>
                  <a:ext uri="{FF2B5EF4-FFF2-40B4-BE49-F238E27FC236}">
                    <a16:creationId xmlns:a16="http://schemas.microsoft.com/office/drawing/2014/main" id="{D3135BB1-0BA7-C3C1-ACDC-421A9ADFA1D4}"/>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05</a:t>
                </a:r>
                <a:endParaRPr sz="2200" dirty="0">
                  <a:solidFill>
                    <a:schemeClr val="dk1"/>
                  </a:solidFill>
                  <a:latin typeface="Kantumruy Pro SemiBold"/>
                  <a:ea typeface="Kantumruy Pro SemiBold"/>
                  <a:cs typeface="Kantumruy Pro SemiBold"/>
                  <a:sym typeface="Kantumruy Pro SemiBold"/>
                </a:endParaRPr>
              </a:p>
            </p:txBody>
          </p:sp>
          <p:sp>
            <p:nvSpPr>
              <p:cNvPr id="15" name="Google Shape;750;p42">
                <a:extLst>
                  <a:ext uri="{FF2B5EF4-FFF2-40B4-BE49-F238E27FC236}">
                    <a16:creationId xmlns:a16="http://schemas.microsoft.com/office/drawing/2014/main" id="{A9ADC1FB-2815-7EE1-1F5B-185C4FF5EF92}"/>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Verifiability</a:t>
                </a:r>
                <a:endParaRPr dirty="0">
                  <a:solidFill>
                    <a:schemeClr val="dk1"/>
                  </a:solidFill>
                  <a:latin typeface="Kantumruy Pro Medium"/>
                  <a:ea typeface="Kantumruy Pro Medium"/>
                  <a:cs typeface="Kantumruy Pro Medium"/>
                  <a:sym typeface="Kantumruy Pro Medium"/>
                </a:endParaRPr>
              </a:p>
            </p:txBody>
          </p:sp>
        </p:grpSp>
      </p:grpSp>
      <p:grpSp>
        <p:nvGrpSpPr>
          <p:cNvPr id="37" name="Group 36">
            <a:extLst>
              <a:ext uri="{FF2B5EF4-FFF2-40B4-BE49-F238E27FC236}">
                <a16:creationId xmlns:a16="http://schemas.microsoft.com/office/drawing/2014/main" id="{12FAA507-C4D1-FF42-CA70-4F20F734E475}"/>
              </a:ext>
            </a:extLst>
          </p:cNvPr>
          <p:cNvGrpSpPr/>
          <p:nvPr/>
        </p:nvGrpSpPr>
        <p:grpSpPr>
          <a:xfrm>
            <a:off x="4216883" y="1770350"/>
            <a:ext cx="4680264" cy="8805606"/>
            <a:chOff x="4173476" y="3399980"/>
            <a:chExt cx="4680264" cy="8805606"/>
          </a:xfrm>
        </p:grpSpPr>
        <p:sp>
          <p:nvSpPr>
            <p:cNvPr id="6" name="TextBox 5">
              <a:extLst>
                <a:ext uri="{FF2B5EF4-FFF2-40B4-BE49-F238E27FC236}">
                  <a16:creationId xmlns:a16="http://schemas.microsoft.com/office/drawing/2014/main" id="{8EFB22F5-291C-6F1A-56FC-BBF51C2E5707}"/>
                </a:ext>
              </a:extLst>
            </p:cNvPr>
            <p:cNvSpPr txBox="1"/>
            <p:nvPr/>
          </p:nvSpPr>
          <p:spPr>
            <a:xfrm>
              <a:off x="4173476" y="3399980"/>
              <a:ext cx="4255474" cy="276999"/>
            </a:xfrm>
            <a:prstGeom prst="rect">
              <a:avLst/>
            </a:prstGeom>
            <a:noFill/>
          </p:spPr>
          <p:txBody>
            <a:bodyPr wrap="square" lIns="0">
              <a:spAutoFit/>
            </a:bodyPr>
            <a:lstStyle/>
            <a:p>
              <a:pPr marL="457200" algn="just"/>
              <a:endParaRPr lang="en-US" sz="1200" dirty="0">
                <a:latin typeface="Kantumruy Pro" panose="020B0604020202020204" charset="0"/>
                <a:cs typeface="Kantumruy Pro" panose="020B0604020202020204" charset="0"/>
              </a:endParaRPr>
            </a:p>
          </p:txBody>
        </p:sp>
        <p:sp>
          <p:nvSpPr>
            <p:cNvPr id="29" name="TextBox 28">
              <a:extLst>
                <a:ext uri="{FF2B5EF4-FFF2-40B4-BE49-F238E27FC236}">
                  <a16:creationId xmlns:a16="http://schemas.microsoft.com/office/drawing/2014/main" id="{07D2D870-FFEB-6475-AEBF-9AB04E4CF7D0}"/>
                </a:ext>
              </a:extLst>
            </p:cNvPr>
            <p:cNvSpPr txBox="1"/>
            <p:nvPr/>
          </p:nvSpPr>
          <p:spPr>
            <a:xfrm>
              <a:off x="4598266" y="5167229"/>
              <a:ext cx="4255474" cy="1200329"/>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 an online banking app, one requirement says: Users must authenticate with OTP for every login.</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Another says: Users can enable auto-login for faster access.</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These conflict you can’t have both OTP every time and auto-login at the same time.</a:t>
              </a:r>
            </a:p>
          </p:txBody>
        </p:sp>
        <p:sp>
          <p:nvSpPr>
            <p:cNvPr id="31" name="TextBox 30">
              <a:extLst>
                <a:ext uri="{FF2B5EF4-FFF2-40B4-BE49-F238E27FC236}">
                  <a16:creationId xmlns:a16="http://schemas.microsoft.com/office/drawing/2014/main" id="{431BC74B-E8C7-4DC1-AEF2-39F10FAD316A}"/>
                </a:ext>
              </a:extLst>
            </p:cNvPr>
            <p:cNvSpPr txBox="1"/>
            <p:nvPr/>
          </p:nvSpPr>
          <p:spPr>
            <a:xfrm>
              <a:off x="4596606" y="6965763"/>
              <a:ext cx="4255474" cy="1200329"/>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In an e-commerce website, requirements mention: “Users can add items to cart and proceed to checkout.</a:t>
              </a:r>
            </a:p>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But they forget to mention Users must be able to remove items from the cart.</a:t>
              </a:r>
            </a:p>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This is an incomplete requirement set  real systems need both add and remove functionality.</a:t>
              </a:r>
            </a:p>
          </p:txBody>
        </p:sp>
        <p:sp>
          <p:nvSpPr>
            <p:cNvPr id="33" name="TextBox 32">
              <a:extLst>
                <a:ext uri="{FF2B5EF4-FFF2-40B4-BE49-F238E27FC236}">
                  <a16:creationId xmlns:a16="http://schemas.microsoft.com/office/drawing/2014/main" id="{C0702B12-3682-9B12-40A9-9F48FFC3760F}"/>
                </a:ext>
              </a:extLst>
            </p:cNvPr>
            <p:cNvSpPr txBox="1"/>
            <p:nvPr/>
          </p:nvSpPr>
          <p:spPr>
            <a:xfrm>
              <a:off x="4596606" y="8985510"/>
              <a:ext cx="4255474" cy="1384995"/>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 startup mobile app project requires: App must provide real-time translation of video calls into 50 languages with 99% accuracy.</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With current tech, budget, and 6-month schedule, this is unrealistic.</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 requirement should be revised to something achievable, text translation in 5–10 languages.</a:t>
              </a:r>
            </a:p>
          </p:txBody>
        </p:sp>
        <p:sp>
          <p:nvSpPr>
            <p:cNvPr id="35" name="TextBox 34">
              <a:extLst>
                <a:ext uri="{FF2B5EF4-FFF2-40B4-BE49-F238E27FC236}">
                  <a16:creationId xmlns:a16="http://schemas.microsoft.com/office/drawing/2014/main" id="{CD84D3EF-1464-BA07-ED0D-A4A773AC847A}"/>
                </a:ext>
              </a:extLst>
            </p:cNvPr>
            <p:cNvSpPr txBox="1"/>
            <p:nvPr/>
          </p:nvSpPr>
          <p:spPr>
            <a:xfrm>
              <a:off x="4596606" y="11189923"/>
              <a:ext cx="4255474" cy="1015663"/>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A requirement says: The website should be user-friendly. This is vague and not verifiable.</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Instead, it should say: The website should load within 3 seconds on a 4G network. This is verifiable by performance tests.</a:t>
              </a:r>
            </a:p>
          </p:txBody>
        </p:sp>
      </p:grpSp>
    </p:spTree>
    <p:extLst>
      <p:ext uri="{BB962C8B-B14F-4D97-AF65-F5344CB8AC3E}">
        <p14:creationId xmlns:p14="http://schemas.microsoft.com/office/powerpoint/2010/main" val="3410196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C0CCF200-89E7-BFED-58C6-1E30F85C1355}"/>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964D5070-D2DC-2FC5-874C-03E8C177EB86}"/>
              </a:ext>
            </a:extLst>
          </p:cNvPr>
          <p:cNvSpPr/>
          <p:nvPr/>
        </p:nvSpPr>
        <p:spPr>
          <a:xfrm>
            <a:off x="4216883" y="1340662"/>
            <a:ext cx="4882574" cy="2074565"/>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8B882BA5-2EB0-3660-8D64-7489D7C375DD}"/>
              </a:ext>
            </a:extLst>
          </p:cNvPr>
          <p:cNvGrpSpPr/>
          <p:nvPr/>
        </p:nvGrpSpPr>
        <p:grpSpPr>
          <a:xfrm>
            <a:off x="-7758337" y="1518140"/>
            <a:ext cx="19526069" cy="2109156"/>
            <a:chOff x="-176638" y="1624893"/>
            <a:chExt cx="19526069" cy="2109156"/>
          </a:xfrm>
        </p:grpSpPr>
        <p:sp>
          <p:nvSpPr>
            <p:cNvPr id="742" name="Google Shape;742;p42">
              <a:extLst>
                <a:ext uri="{FF2B5EF4-FFF2-40B4-BE49-F238E27FC236}">
                  <a16:creationId xmlns:a16="http://schemas.microsoft.com/office/drawing/2014/main" id="{76EF0DFB-B5BE-611E-68FC-B5BBF7DC2BFA}"/>
                </a:ext>
              </a:extLst>
            </p:cNvPr>
            <p:cNvSpPr txBox="1"/>
            <p:nvPr/>
          </p:nvSpPr>
          <p:spPr>
            <a:xfrm>
              <a:off x="-176638" y="1624893"/>
              <a:ext cx="3849992" cy="2109156"/>
            </a:xfrm>
            <a:prstGeom prst="rect">
              <a:avLst/>
            </a:prstGeom>
            <a:noFill/>
            <a:ln>
              <a:noFill/>
            </a:ln>
          </p:spPr>
          <p:txBody>
            <a:bodyPr spcFirstLastPara="1" wrap="square" lIns="91425" tIns="91425" rIns="91425" bIns="91425" anchor="t" anchorCtr="0">
              <a:noAutofit/>
            </a:bodyPr>
            <a:lstStyle/>
            <a:p>
              <a:pPr lvl="0" algn="r">
                <a:lnSpc>
                  <a:spcPct val="115000"/>
                </a:lnSpc>
              </a:pPr>
              <a:r>
                <a:rPr lang="en-US" dirty="0">
                  <a:latin typeface="Kantumruy Pro" panose="020B0604020202020204" charset="0"/>
                  <a:cs typeface="Kantumruy Pro" panose="020B0604020202020204" charset="0"/>
                </a:rPr>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endParaRPr dirty="0">
                <a:solidFill>
                  <a:schemeClr val="dk1"/>
                </a:solidFill>
                <a:latin typeface="Kantumruy Pro" panose="020B0604020202020204" charset="0"/>
                <a:ea typeface="Kantumruy Pro Medium"/>
                <a:cs typeface="Kantumruy Pro" panose="020B0604020202020204" charset="0"/>
                <a:sym typeface="Kantumruy Pro Medium"/>
              </a:endParaRPr>
            </a:p>
          </p:txBody>
        </p:sp>
        <p:sp>
          <p:nvSpPr>
            <p:cNvPr id="20" name="TextBox 19">
              <a:extLst>
                <a:ext uri="{FF2B5EF4-FFF2-40B4-BE49-F238E27FC236}">
                  <a16:creationId xmlns:a16="http://schemas.microsoft.com/office/drawing/2014/main" id="{CEEF708A-094E-0380-1FC2-533248C14812}"/>
                </a:ext>
              </a:extLst>
            </p:cNvPr>
            <p:cNvSpPr txBox="1"/>
            <p:nvPr/>
          </p:nvSpPr>
          <p:spPr>
            <a:xfrm>
              <a:off x="4145449" y="2245676"/>
              <a:ext cx="3532224" cy="1169551"/>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Requirements in the document should not conflict. That is, there should be no contradictory constraints or descriptions of the same system function.</a:t>
              </a:r>
              <a:endParaRPr lang="en-IN" dirty="0">
                <a:solidFill>
                  <a:schemeClr val="bg1">
                    <a:lumMod val="10000"/>
                  </a:schemeClr>
                </a:solidFill>
                <a:latin typeface="Kantumruy Pro" panose="020B0604020202020204" charset="0"/>
                <a:cs typeface="Kantumruy Pro" panose="020B0604020202020204" charset="0"/>
              </a:endParaRPr>
            </a:p>
          </p:txBody>
        </p:sp>
        <p:sp>
          <p:nvSpPr>
            <p:cNvPr id="22" name="TextBox 21">
              <a:extLst>
                <a:ext uri="{FF2B5EF4-FFF2-40B4-BE49-F238E27FC236}">
                  <a16:creationId xmlns:a16="http://schemas.microsoft.com/office/drawing/2014/main" id="{A82C5955-FB17-1682-1FB9-A4308FE9AE56}"/>
                </a:ext>
              </a:extLst>
            </p:cNvPr>
            <p:cNvSpPr txBox="1"/>
            <p:nvPr/>
          </p:nvSpPr>
          <p:spPr>
            <a:xfrm>
              <a:off x="7735444" y="2202418"/>
              <a:ext cx="3817899" cy="954107"/>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 The requirements document should include requirements, which define all functions, and constraints intended by the system user.</a:t>
              </a:r>
              <a:endParaRPr lang="en-IN" dirty="0">
                <a:solidFill>
                  <a:schemeClr val="bg1">
                    <a:lumMod val="10000"/>
                  </a:schemeClr>
                </a:solidFill>
                <a:latin typeface="Kantumruy Pro" panose="020B0604020202020204" charset="0"/>
                <a:cs typeface="Kantumruy Pro" panose="020B0604020202020204" charset="0"/>
              </a:endParaRPr>
            </a:p>
          </p:txBody>
        </p:sp>
        <p:sp>
          <p:nvSpPr>
            <p:cNvPr id="24" name="TextBox 23">
              <a:extLst>
                <a:ext uri="{FF2B5EF4-FFF2-40B4-BE49-F238E27FC236}">
                  <a16:creationId xmlns:a16="http://schemas.microsoft.com/office/drawing/2014/main" id="{1B51EA20-3797-8B47-5015-9FAFA7A9F00F}"/>
                </a:ext>
              </a:extLst>
            </p:cNvPr>
            <p:cNvSpPr txBox="1"/>
            <p:nvPr/>
          </p:nvSpPr>
          <p:spPr>
            <a:xfrm>
              <a:off x="11611114" y="2030233"/>
              <a:ext cx="3835889" cy="1384995"/>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Using </a:t>
              </a:r>
              <a:r>
                <a:rPr lang="en-US" dirty="0" err="1">
                  <a:solidFill>
                    <a:schemeClr val="bg1">
                      <a:lumMod val="10000"/>
                    </a:schemeClr>
                  </a:solidFill>
                  <a:latin typeface="Kantumruy Pro" panose="020B0604020202020204" charset="0"/>
                  <a:cs typeface="Kantumruy Pro" panose="020B0604020202020204" charset="0"/>
                </a:rPr>
                <a:t>knowledgt</a:t>
              </a:r>
              <a:r>
                <a:rPr lang="en-US" dirty="0">
                  <a:solidFill>
                    <a:schemeClr val="bg1">
                      <a:lumMod val="10000"/>
                    </a:schemeClr>
                  </a:solidFill>
                  <a:latin typeface="Kantumruy Pro" panose="020B0604020202020204" charset="0"/>
                  <a:cs typeface="Kantumruy Pro" panose="020B0604020202020204" charset="0"/>
                </a:rPr>
                <a:t>: of existing technology, the requirements should be checked to ensure that they could actually be implemented. These checks should also take account of the budget and schedule for the system </a:t>
              </a:r>
              <a:r>
                <a:rPr lang="en-US" dirty="0" err="1">
                  <a:solidFill>
                    <a:schemeClr val="bg1">
                      <a:lumMod val="10000"/>
                    </a:schemeClr>
                  </a:solidFill>
                  <a:latin typeface="Kantumruy Pro" panose="020B0604020202020204" charset="0"/>
                  <a:cs typeface="Kantumruy Pro" panose="020B0604020202020204" charset="0"/>
                </a:rPr>
                <a:t>developmen</a:t>
              </a:r>
              <a:r>
                <a:rPr lang="en-US" dirty="0">
                  <a:solidFill>
                    <a:schemeClr val="bg1">
                      <a:lumMod val="10000"/>
                    </a:schemeClr>
                  </a:solidFill>
                  <a:latin typeface="Kantumruy Pro" panose="020B0604020202020204" charset="0"/>
                  <a:cs typeface="Kantumruy Pro" panose="020B0604020202020204" charset="0"/>
                </a:rPr>
                <a:t>':.</a:t>
              </a:r>
              <a:endParaRPr lang="en-IN" dirty="0">
                <a:solidFill>
                  <a:schemeClr val="bg1">
                    <a:lumMod val="10000"/>
                  </a:schemeClr>
                </a:solidFill>
                <a:latin typeface="Kantumruy Pro" panose="020B0604020202020204" charset="0"/>
                <a:cs typeface="Kantumruy Pro" panose="020B0604020202020204" charset="0"/>
              </a:endParaRPr>
            </a:p>
          </p:txBody>
        </p:sp>
        <p:sp>
          <p:nvSpPr>
            <p:cNvPr id="26" name="TextBox 25">
              <a:extLst>
                <a:ext uri="{FF2B5EF4-FFF2-40B4-BE49-F238E27FC236}">
                  <a16:creationId xmlns:a16="http://schemas.microsoft.com/office/drawing/2014/main" id="{9C90D136-3E77-46E6-AD7C-B17C40256301}"/>
                </a:ext>
              </a:extLst>
            </p:cNvPr>
            <p:cNvSpPr txBox="1"/>
            <p:nvPr/>
          </p:nvSpPr>
          <p:spPr>
            <a:xfrm>
              <a:off x="15504773" y="1922512"/>
              <a:ext cx="3844658" cy="1600438"/>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To reduce the potential for dispute between customer and contractor, </a:t>
              </a:r>
              <a:r>
                <a:rPr lang="en-US" dirty="0" err="1">
                  <a:solidFill>
                    <a:schemeClr val="bg1">
                      <a:lumMod val="10000"/>
                    </a:schemeClr>
                  </a:solidFill>
                  <a:latin typeface="Kantumruy Pro" panose="020B0604020202020204" charset="0"/>
                  <a:cs typeface="Kantumruy Pro" panose="020B0604020202020204" charset="0"/>
                </a:rPr>
                <a:t>systt:m</a:t>
              </a:r>
              <a:r>
                <a:rPr lang="en-US" dirty="0">
                  <a:solidFill>
                    <a:schemeClr val="bg1">
                      <a:lumMod val="10000"/>
                    </a:schemeClr>
                  </a:solidFill>
                  <a:latin typeface="Kantumruy Pro" panose="020B0604020202020204" charset="0"/>
                  <a:cs typeface="Kantumruy Pro" panose="020B0604020202020204" charset="0"/>
                </a:rPr>
                <a:t> requirements should always be written so that they are verifiable. This means that you should be able to write a set of tests that can demonstrate that the delivered system meets each specified requirement.</a:t>
              </a:r>
              <a:endParaRPr lang="en-IN" dirty="0">
                <a:solidFill>
                  <a:schemeClr val="bg1">
                    <a:lumMod val="10000"/>
                  </a:schemeClr>
                </a:solidFill>
                <a:latin typeface="Kantumruy Pro" panose="020B0604020202020204" charset="0"/>
                <a:cs typeface="Kantumruy Pro" panose="020B0604020202020204" charset="0"/>
              </a:endParaRPr>
            </a:p>
          </p:txBody>
        </p:sp>
      </p:grpSp>
      <p:sp>
        <p:nvSpPr>
          <p:cNvPr id="4" name="Rectangle 3">
            <a:extLst>
              <a:ext uri="{FF2B5EF4-FFF2-40B4-BE49-F238E27FC236}">
                <a16:creationId xmlns:a16="http://schemas.microsoft.com/office/drawing/2014/main" id="{2EA5FA45-0D67-D320-98E4-AC69780B7E5B}"/>
              </a:ext>
            </a:extLst>
          </p:cNvPr>
          <p:cNvSpPr/>
          <p:nvPr/>
        </p:nvSpPr>
        <p:spPr>
          <a:xfrm>
            <a:off x="4046087" y="1361657"/>
            <a:ext cx="5053370" cy="2764138"/>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1" name="Google Shape;741;p42">
            <a:extLst>
              <a:ext uri="{FF2B5EF4-FFF2-40B4-BE49-F238E27FC236}">
                <a16:creationId xmlns:a16="http://schemas.microsoft.com/office/drawing/2014/main" id="{8E9A77ED-7927-7D3C-E1CA-BB83F10A0E34}"/>
              </a:ext>
            </a:extLst>
          </p:cNvPr>
          <p:cNvSpPr txBox="1">
            <a:spLocks noGrp="1"/>
          </p:cNvSpPr>
          <p:nvPr>
            <p:ph type="title"/>
          </p:nvPr>
        </p:nvSpPr>
        <p:spPr>
          <a:xfrm>
            <a:off x="715050" y="185025"/>
            <a:ext cx="7713900" cy="1025008"/>
          </a:xfrm>
          <a:prstGeom prst="rect">
            <a:avLst/>
          </a:prstGeom>
          <a:ln>
            <a:noFill/>
          </a:ln>
        </p:spPr>
        <p:txBody>
          <a:bodyPr spcFirstLastPara="1" wrap="square" lIns="91425" tIns="91425" rIns="91425" bIns="91425" anchor="t" anchorCtr="0">
            <a:noAutofit/>
          </a:bodyPr>
          <a:lstStyle/>
          <a:p>
            <a:pPr lvl="0"/>
            <a:r>
              <a:rPr lang="en-US" dirty="0">
                <a:latin typeface="Kantumruy Pro SemiBold" panose="020B0604020202020204" charset="0"/>
                <a:cs typeface="Kantumruy Pro SemiBold" panose="020B0604020202020204" charset="0"/>
              </a:rPr>
              <a:t>validation process checks </a:t>
            </a:r>
            <a:r>
              <a:rPr lang="en-US" dirty="0"/>
              <a:t>to be carried on the requirements document</a:t>
            </a:r>
            <a:endParaRPr dirty="0">
              <a:latin typeface="Kantumruy Pro SemiBold"/>
              <a:ea typeface="Kantumruy Pro SemiBold"/>
              <a:cs typeface="Kantumruy Pro SemiBold"/>
              <a:sym typeface="Kantumruy Pro SemiBold"/>
            </a:endParaRPr>
          </a:p>
        </p:txBody>
      </p:sp>
      <p:sp>
        <p:nvSpPr>
          <p:cNvPr id="744" name="Google Shape;744;p42">
            <a:extLst>
              <a:ext uri="{FF2B5EF4-FFF2-40B4-BE49-F238E27FC236}">
                <a16:creationId xmlns:a16="http://schemas.microsoft.com/office/drawing/2014/main" id="{C94E4657-B089-1591-D281-5CDFB8B3D2C8}"/>
              </a:ext>
            </a:extLst>
          </p:cNvPr>
          <p:cNvSpPr txBox="1"/>
          <p:nvPr/>
        </p:nvSpPr>
        <p:spPr>
          <a:xfrm>
            <a:off x="4327420" y="2819782"/>
            <a:ext cx="41193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solidFill>
                  <a:schemeClr val="dk1"/>
                </a:solidFill>
                <a:latin typeface="Kantumruy Pro Medium" panose="020B0604020202020204" charset="0"/>
                <a:ea typeface="Kantumruy Pro SemiBold"/>
                <a:cs typeface="Kantumruy Pro Medium" panose="020B0604020202020204" charset="0"/>
                <a:sym typeface="Kantumruy Pro SemiBold"/>
              </a:rPr>
              <a:t>Example</a:t>
            </a:r>
            <a:endParaRPr sz="1500" dirty="0">
              <a:solidFill>
                <a:schemeClr val="dk1"/>
              </a:solidFill>
              <a:latin typeface="Kantumruy Pro Medium" panose="020B0604020202020204" charset="0"/>
              <a:ea typeface="Kantumruy Pro SemiBold"/>
              <a:cs typeface="Kantumruy Pro Medium" panose="020B0604020202020204" charset="0"/>
              <a:sym typeface="Kantumruy Pro SemiBold"/>
            </a:endParaRPr>
          </a:p>
        </p:txBody>
      </p:sp>
      <p:grpSp>
        <p:nvGrpSpPr>
          <p:cNvPr id="18" name="Group 17">
            <a:extLst>
              <a:ext uri="{FF2B5EF4-FFF2-40B4-BE49-F238E27FC236}">
                <a16:creationId xmlns:a16="http://schemas.microsoft.com/office/drawing/2014/main" id="{E52B738D-3786-B394-5BD9-CAEAA482C436}"/>
              </a:ext>
            </a:extLst>
          </p:cNvPr>
          <p:cNvGrpSpPr/>
          <p:nvPr/>
        </p:nvGrpSpPr>
        <p:grpSpPr>
          <a:xfrm>
            <a:off x="4929182" y="2780528"/>
            <a:ext cx="2830888" cy="84600"/>
            <a:chOff x="4953900" y="3370475"/>
            <a:chExt cx="2830888" cy="84600"/>
          </a:xfrm>
        </p:grpSpPr>
        <p:sp>
          <p:nvSpPr>
            <p:cNvPr id="751" name="Google Shape;751;p42">
              <a:extLst>
                <a:ext uri="{FF2B5EF4-FFF2-40B4-BE49-F238E27FC236}">
                  <a16:creationId xmlns:a16="http://schemas.microsoft.com/office/drawing/2014/main" id="{FC4B1205-9693-0111-2B59-A9F611733F9D}"/>
                </a:ext>
              </a:extLst>
            </p:cNvPr>
            <p:cNvSpPr/>
            <p:nvPr/>
          </p:nvSpPr>
          <p:spPr>
            <a:xfrm>
              <a:off x="4953900"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a:extLst>
                <a:ext uri="{FF2B5EF4-FFF2-40B4-BE49-F238E27FC236}">
                  <a16:creationId xmlns:a16="http://schemas.microsoft.com/office/drawing/2014/main" id="{FA67E3F6-E85F-8594-C270-CA463B741BBD}"/>
                </a:ext>
              </a:extLst>
            </p:cNvPr>
            <p:cNvSpPr/>
            <p:nvPr/>
          </p:nvSpPr>
          <p:spPr>
            <a:xfrm>
              <a:off x="6326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F52E9529-129B-B657-E41E-63286C8B1B98}"/>
                </a:ext>
              </a:extLst>
            </p:cNvPr>
            <p:cNvSpPr/>
            <p:nvPr/>
          </p:nvSpPr>
          <p:spPr>
            <a:xfrm>
              <a:off x="7699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AB1C0E55-38EC-3CE8-7690-AC36D6E3328C}"/>
                </a:ext>
              </a:extLst>
            </p:cNvPr>
            <p:cNvGrpSpPr/>
            <p:nvPr/>
          </p:nvGrpSpPr>
          <p:grpSpPr>
            <a:xfrm>
              <a:off x="5038800" y="3401165"/>
              <a:ext cx="2661188" cy="5080"/>
              <a:chOff x="5038800" y="3788695"/>
              <a:chExt cx="2661188" cy="5080"/>
            </a:xfrm>
          </p:grpSpPr>
          <p:cxnSp>
            <p:nvCxnSpPr>
              <p:cNvPr id="754" name="Google Shape;754;p42">
                <a:extLst>
                  <a:ext uri="{FF2B5EF4-FFF2-40B4-BE49-F238E27FC236}">
                    <a16:creationId xmlns:a16="http://schemas.microsoft.com/office/drawing/2014/main" id="{10B351AF-6045-06E7-209D-4A0F9723A483}"/>
                  </a:ext>
                </a:extLst>
              </p:cNvPr>
              <p:cNvCxnSpPr>
                <a:cxnSpLocks/>
              </p:cNvCxnSpPr>
              <p:nvPr/>
            </p:nvCxnSpPr>
            <p:spPr>
              <a:xfrm>
                <a:off x="5038800" y="3788695"/>
                <a:ext cx="1288200" cy="0"/>
              </a:xfrm>
              <a:prstGeom prst="straightConnector1">
                <a:avLst/>
              </a:prstGeom>
              <a:noFill/>
              <a:ln w="9525" cap="flat" cmpd="sng">
                <a:solidFill>
                  <a:schemeClr val="dk1"/>
                </a:solidFill>
                <a:prstDash val="solid"/>
                <a:round/>
                <a:headEnd type="none" w="med" len="med"/>
                <a:tailEnd type="none" w="med" len="med"/>
              </a:ln>
            </p:spPr>
          </p:cxnSp>
          <p:cxnSp>
            <p:nvCxnSpPr>
              <p:cNvPr id="755" name="Google Shape;755;p42">
                <a:extLst>
                  <a:ext uri="{FF2B5EF4-FFF2-40B4-BE49-F238E27FC236}">
                    <a16:creationId xmlns:a16="http://schemas.microsoft.com/office/drawing/2014/main" id="{22A92D67-DE0D-97E9-F972-E73E89A599A4}"/>
                  </a:ext>
                </a:extLst>
              </p:cNvPr>
              <p:cNvCxnSpPr>
                <a:cxnSpLocks/>
              </p:cNvCxnSpPr>
              <p:nvPr/>
            </p:nvCxnSpPr>
            <p:spPr>
              <a:xfrm>
                <a:off x="6411788" y="3793775"/>
                <a:ext cx="1288200" cy="0"/>
              </a:xfrm>
              <a:prstGeom prst="straightConnector1">
                <a:avLst/>
              </a:prstGeom>
              <a:noFill/>
              <a:ln w="9525" cap="flat" cmpd="sng">
                <a:solidFill>
                  <a:schemeClr val="dk1"/>
                </a:solidFill>
                <a:prstDash val="solid"/>
                <a:round/>
                <a:headEnd type="none" w="med" len="med"/>
                <a:tailEnd type="none" w="med" len="med"/>
              </a:ln>
            </p:spPr>
          </p:cxnSp>
        </p:grpSp>
      </p:grpSp>
      <p:cxnSp>
        <p:nvCxnSpPr>
          <p:cNvPr id="756" name="Google Shape;756;p42">
            <a:extLst>
              <a:ext uri="{FF2B5EF4-FFF2-40B4-BE49-F238E27FC236}">
                <a16:creationId xmlns:a16="http://schemas.microsoft.com/office/drawing/2014/main" id="{43314367-5807-1DB8-23D6-66FE0564289E}"/>
              </a:ext>
            </a:extLst>
          </p:cNvPr>
          <p:cNvCxnSpPr>
            <a:cxnSpLocks/>
          </p:cNvCxnSpPr>
          <p:nvPr/>
        </p:nvCxnSpPr>
        <p:spPr>
          <a:xfrm>
            <a:off x="4090625" y="1340662"/>
            <a:ext cx="0" cy="2764138"/>
          </a:xfrm>
          <a:prstGeom prst="straightConnector1">
            <a:avLst/>
          </a:prstGeom>
          <a:noFill/>
          <a:ln w="9525" cap="flat" cmpd="sng">
            <a:solidFill>
              <a:schemeClr val="dk1"/>
            </a:solidFill>
            <a:prstDash val="solid"/>
            <a:round/>
            <a:headEnd type="none" w="med" len="med"/>
            <a:tailEnd type="none" w="med" len="med"/>
          </a:ln>
        </p:spPr>
      </p:cxnSp>
      <p:grpSp>
        <p:nvGrpSpPr>
          <p:cNvPr id="16" name="Group 15">
            <a:extLst>
              <a:ext uri="{FF2B5EF4-FFF2-40B4-BE49-F238E27FC236}">
                <a16:creationId xmlns:a16="http://schemas.microsoft.com/office/drawing/2014/main" id="{C57DCE0B-9160-EA65-44E7-C0B78D68B12C}"/>
              </a:ext>
            </a:extLst>
          </p:cNvPr>
          <p:cNvGrpSpPr/>
          <p:nvPr/>
        </p:nvGrpSpPr>
        <p:grpSpPr>
          <a:xfrm>
            <a:off x="4337023" y="1577717"/>
            <a:ext cx="5544298" cy="1430481"/>
            <a:chOff x="5594681" y="1762125"/>
            <a:chExt cx="5544298" cy="1430481"/>
          </a:xfrm>
        </p:grpSpPr>
        <p:grpSp>
          <p:nvGrpSpPr>
            <p:cNvPr id="12" name="Group 11">
              <a:extLst>
                <a:ext uri="{FF2B5EF4-FFF2-40B4-BE49-F238E27FC236}">
                  <a16:creationId xmlns:a16="http://schemas.microsoft.com/office/drawing/2014/main" id="{E67B3BED-BB1E-85C6-7C3C-B52825863654}"/>
                </a:ext>
              </a:extLst>
            </p:cNvPr>
            <p:cNvGrpSpPr/>
            <p:nvPr/>
          </p:nvGrpSpPr>
          <p:grpSpPr>
            <a:xfrm>
              <a:off x="5594681" y="1762125"/>
              <a:ext cx="1373100" cy="1429500"/>
              <a:chOff x="5682791" y="1762125"/>
              <a:chExt cx="1373100" cy="1429500"/>
            </a:xfrm>
          </p:grpSpPr>
          <p:sp>
            <p:nvSpPr>
              <p:cNvPr id="747" name="Google Shape;747;p42">
                <a:extLst>
                  <a:ext uri="{FF2B5EF4-FFF2-40B4-BE49-F238E27FC236}">
                    <a16:creationId xmlns:a16="http://schemas.microsoft.com/office/drawing/2014/main" id="{2AFAF07F-2DBE-BBB5-66E3-677C78078B26}"/>
                  </a:ext>
                </a:extLst>
              </p:cNvPr>
              <p:cNvSpPr txBox="1"/>
              <p:nvPr/>
            </p:nvSpPr>
            <p:spPr>
              <a:xfrm>
                <a:off x="5682791"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02</a:t>
                </a:r>
                <a:endParaRPr sz="2200" dirty="0">
                  <a:solidFill>
                    <a:schemeClr val="dk1"/>
                  </a:solidFill>
                  <a:latin typeface="Kantumruy Pro SemiBold"/>
                  <a:ea typeface="Kantumruy Pro SemiBold"/>
                  <a:cs typeface="Kantumruy Pro SemiBold"/>
                  <a:sym typeface="Kantumruy Pro SemiBold"/>
                </a:endParaRPr>
              </a:p>
            </p:txBody>
          </p:sp>
          <p:sp>
            <p:nvSpPr>
              <p:cNvPr id="748" name="Google Shape;748;p42">
                <a:extLst>
                  <a:ext uri="{FF2B5EF4-FFF2-40B4-BE49-F238E27FC236}">
                    <a16:creationId xmlns:a16="http://schemas.microsoft.com/office/drawing/2014/main" id="{89CD02AD-E2A4-8222-A6DD-2DE62DFD3210}"/>
                  </a:ext>
                </a:extLst>
              </p:cNvPr>
              <p:cNvSpPr txBox="1"/>
              <p:nvPr/>
            </p:nvSpPr>
            <p:spPr>
              <a:xfrm>
                <a:off x="5682791"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Consistency</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7" name="Group 6">
              <a:extLst>
                <a:ext uri="{FF2B5EF4-FFF2-40B4-BE49-F238E27FC236}">
                  <a16:creationId xmlns:a16="http://schemas.microsoft.com/office/drawing/2014/main" id="{73458310-B987-5DC6-6796-97443F315536}"/>
                </a:ext>
              </a:extLst>
            </p:cNvPr>
            <p:cNvGrpSpPr/>
            <p:nvPr/>
          </p:nvGrpSpPr>
          <p:grpSpPr>
            <a:xfrm>
              <a:off x="6879562" y="1762125"/>
              <a:ext cx="1478618" cy="1429500"/>
              <a:chOff x="7055782" y="1762125"/>
              <a:chExt cx="1478618" cy="1429500"/>
            </a:xfrm>
          </p:grpSpPr>
          <p:sp>
            <p:nvSpPr>
              <p:cNvPr id="749" name="Google Shape;749;p42">
                <a:extLst>
                  <a:ext uri="{FF2B5EF4-FFF2-40B4-BE49-F238E27FC236}">
                    <a16:creationId xmlns:a16="http://schemas.microsoft.com/office/drawing/2014/main" id="{A209D645-55C7-8D10-05B7-BF83C087DAC7}"/>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03</a:t>
                </a:r>
                <a:endParaRPr sz="2200" dirty="0">
                  <a:solidFill>
                    <a:schemeClr val="dk1"/>
                  </a:solidFill>
                  <a:latin typeface="Kantumruy Pro SemiBold"/>
                  <a:ea typeface="Kantumruy Pro SemiBold"/>
                  <a:cs typeface="Kantumruy Pro SemiBold"/>
                  <a:sym typeface="Kantumruy Pro SemiBold"/>
                </a:endParaRPr>
              </a:p>
            </p:txBody>
          </p:sp>
          <p:sp>
            <p:nvSpPr>
              <p:cNvPr id="750" name="Google Shape;750;p42">
                <a:extLst>
                  <a:ext uri="{FF2B5EF4-FFF2-40B4-BE49-F238E27FC236}">
                    <a16:creationId xmlns:a16="http://schemas.microsoft.com/office/drawing/2014/main" id="{47DDEC63-3278-8366-9C1D-D1CB453C276E}"/>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Complet</a:t>
                </a:r>
                <a:r>
                  <a:rPr lang="en-IN" dirty="0">
                    <a:solidFill>
                      <a:schemeClr val="dk1"/>
                    </a:solidFill>
                    <a:latin typeface="Kantumruy Pro Medium"/>
                    <a:ea typeface="Kantumruy Pro Medium"/>
                    <a:cs typeface="Kantumruy Pro Medium"/>
                    <a:sym typeface="Kantumruy Pro Medium"/>
                  </a:rPr>
                  <a:t>e</a:t>
                </a:r>
                <a:r>
                  <a:rPr lang="en" dirty="0">
                    <a:solidFill>
                      <a:schemeClr val="dk1"/>
                    </a:solidFill>
                    <a:latin typeface="Kantumruy Pro Medium"/>
                    <a:ea typeface="Kantumruy Pro Medium"/>
                    <a:cs typeface="Kantumruy Pro Medium"/>
                    <a:sym typeface="Kantumruy Pro Medium"/>
                  </a:rPr>
                  <a:t>ness</a:t>
                </a:r>
              </a:p>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8" name="Group 7">
              <a:extLst>
                <a:ext uri="{FF2B5EF4-FFF2-40B4-BE49-F238E27FC236}">
                  <a16:creationId xmlns:a16="http://schemas.microsoft.com/office/drawing/2014/main" id="{DA5D1C72-9580-92C7-283D-CA0ABABCCB2A}"/>
                </a:ext>
              </a:extLst>
            </p:cNvPr>
            <p:cNvGrpSpPr/>
            <p:nvPr/>
          </p:nvGrpSpPr>
          <p:grpSpPr>
            <a:xfrm>
              <a:off x="8269961" y="1762125"/>
              <a:ext cx="1478618" cy="1429500"/>
              <a:chOff x="7055782" y="1762125"/>
              <a:chExt cx="1478618" cy="1429500"/>
            </a:xfrm>
          </p:grpSpPr>
          <p:sp>
            <p:nvSpPr>
              <p:cNvPr id="9" name="Google Shape;749;p42">
                <a:extLst>
                  <a:ext uri="{FF2B5EF4-FFF2-40B4-BE49-F238E27FC236}">
                    <a16:creationId xmlns:a16="http://schemas.microsoft.com/office/drawing/2014/main" id="{768603D1-B172-B08B-7E22-4F8E7DC9AA45}"/>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04</a:t>
                </a:r>
                <a:endParaRPr sz="2200" dirty="0">
                  <a:solidFill>
                    <a:schemeClr val="dk1"/>
                  </a:solidFill>
                  <a:latin typeface="Kantumruy Pro SemiBold"/>
                  <a:ea typeface="Kantumruy Pro SemiBold"/>
                  <a:cs typeface="Kantumruy Pro SemiBold"/>
                  <a:sym typeface="Kantumruy Pro SemiBold"/>
                </a:endParaRPr>
              </a:p>
            </p:txBody>
          </p:sp>
          <p:sp>
            <p:nvSpPr>
              <p:cNvPr id="10" name="Google Shape;750;p42">
                <a:extLst>
                  <a:ext uri="{FF2B5EF4-FFF2-40B4-BE49-F238E27FC236}">
                    <a16:creationId xmlns:a16="http://schemas.microsoft.com/office/drawing/2014/main" id="{65845261-CDE8-EB6B-43DD-648E52D25197}"/>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Realism</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13" name="Group 12">
              <a:extLst>
                <a:ext uri="{FF2B5EF4-FFF2-40B4-BE49-F238E27FC236}">
                  <a16:creationId xmlns:a16="http://schemas.microsoft.com/office/drawing/2014/main" id="{F5AE1D0B-73B7-DD4A-35F3-D0787624D224}"/>
                </a:ext>
              </a:extLst>
            </p:cNvPr>
            <p:cNvGrpSpPr/>
            <p:nvPr/>
          </p:nvGrpSpPr>
          <p:grpSpPr>
            <a:xfrm>
              <a:off x="9660361" y="1763106"/>
              <a:ext cx="1478618" cy="1429500"/>
              <a:chOff x="7055782" y="1762125"/>
              <a:chExt cx="1478618" cy="1429500"/>
            </a:xfrm>
          </p:grpSpPr>
          <p:sp>
            <p:nvSpPr>
              <p:cNvPr id="14" name="Google Shape;749;p42">
                <a:extLst>
                  <a:ext uri="{FF2B5EF4-FFF2-40B4-BE49-F238E27FC236}">
                    <a16:creationId xmlns:a16="http://schemas.microsoft.com/office/drawing/2014/main" id="{F0097348-75FE-DF0A-40F7-75814A0CE887}"/>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05</a:t>
                </a:r>
                <a:endParaRPr sz="2200" dirty="0">
                  <a:solidFill>
                    <a:schemeClr val="dk1"/>
                  </a:solidFill>
                  <a:latin typeface="Kantumruy Pro SemiBold"/>
                  <a:ea typeface="Kantumruy Pro SemiBold"/>
                  <a:cs typeface="Kantumruy Pro SemiBold"/>
                  <a:sym typeface="Kantumruy Pro SemiBold"/>
                </a:endParaRPr>
              </a:p>
            </p:txBody>
          </p:sp>
          <p:sp>
            <p:nvSpPr>
              <p:cNvPr id="15" name="Google Shape;750;p42">
                <a:extLst>
                  <a:ext uri="{FF2B5EF4-FFF2-40B4-BE49-F238E27FC236}">
                    <a16:creationId xmlns:a16="http://schemas.microsoft.com/office/drawing/2014/main" id="{574DC3C6-6975-8BD1-A867-9A777C416A3C}"/>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Verifiability</a:t>
                </a:r>
                <a:endParaRPr dirty="0">
                  <a:solidFill>
                    <a:schemeClr val="dk1"/>
                  </a:solidFill>
                  <a:latin typeface="Kantumruy Pro Medium"/>
                  <a:ea typeface="Kantumruy Pro Medium"/>
                  <a:cs typeface="Kantumruy Pro Medium"/>
                  <a:sym typeface="Kantumruy Pro Medium"/>
                </a:endParaRPr>
              </a:p>
            </p:txBody>
          </p:sp>
        </p:grpSp>
      </p:grpSp>
      <p:grpSp>
        <p:nvGrpSpPr>
          <p:cNvPr id="37" name="Group 36">
            <a:extLst>
              <a:ext uri="{FF2B5EF4-FFF2-40B4-BE49-F238E27FC236}">
                <a16:creationId xmlns:a16="http://schemas.microsoft.com/office/drawing/2014/main" id="{C0C67A51-7006-4324-D266-07533B745DEF}"/>
              </a:ext>
            </a:extLst>
          </p:cNvPr>
          <p:cNvGrpSpPr/>
          <p:nvPr/>
        </p:nvGrpSpPr>
        <p:grpSpPr>
          <a:xfrm>
            <a:off x="4216883" y="-58450"/>
            <a:ext cx="4680264" cy="8805606"/>
            <a:chOff x="4173476" y="3399980"/>
            <a:chExt cx="4680264" cy="8805606"/>
          </a:xfrm>
        </p:grpSpPr>
        <p:sp>
          <p:nvSpPr>
            <p:cNvPr id="6" name="TextBox 5">
              <a:extLst>
                <a:ext uri="{FF2B5EF4-FFF2-40B4-BE49-F238E27FC236}">
                  <a16:creationId xmlns:a16="http://schemas.microsoft.com/office/drawing/2014/main" id="{85B409A1-18B3-B353-B975-207B14EB208E}"/>
                </a:ext>
              </a:extLst>
            </p:cNvPr>
            <p:cNvSpPr txBox="1"/>
            <p:nvPr/>
          </p:nvSpPr>
          <p:spPr>
            <a:xfrm>
              <a:off x="4173476" y="3399980"/>
              <a:ext cx="4255474" cy="276999"/>
            </a:xfrm>
            <a:prstGeom prst="rect">
              <a:avLst/>
            </a:prstGeom>
            <a:noFill/>
          </p:spPr>
          <p:txBody>
            <a:bodyPr wrap="square" lIns="0">
              <a:spAutoFit/>
            </a:bodyPr>
            <a:lstStyle/>
            <a:p>
              <a:pPr marL="457200" algn="just"/>
              <a:endParaRPr lang="en-US" sz="1200" dirty="0">
                <a:latin typeface="Kantumruy Pro" panose="020B0604020202020204" charset="0"/>
                <a:cs typeface="Kantumruy Pro" panose="020B0604020202020204" charset="0"/>
              </a:endParaRPr>
            </a:p>
          </p:txBody>
        </p:sp>
        <p:sp>
          <p:nvSpPr>
            <p:cNvPr id="29" name="TextBox 28">
              <a:extLst>
                <a:ext uri="{FF2B5EF4-FFF2-40B4-BE49-F238E27FC236}">
                  <a16:creationId xmlns:a16="http://schemas.microsoft.com/office/drawing/2014/main" id="{9A1DE38E-F288-9975-C03C-9F250115E1DE}"/>
                </a:ext>
              </a:extLst>
            </p:cNvPr>
            <p:cNvSpPr txBox="1"/>
            <p:nvPr/>
          </p:nvSpPr>
          <p:spPr>
            <a:xfrm>
              <a:off x="4598266" y="5167229"/>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1" name="TextBox 30">
              <a:extLst>
                <a:ext uri="{FF2B5EF4-FFF2-40B4-BE49-F238E27FC236}">
                  <a16:creationId xmlns:a16="http://schemas.microsoft.com/office/drawing/2014/main" id="{256E8E46-0025-0E3A-C7CC-E010F04B055E}"/>
                </a:ext>
              </a:extLst>
            </p:cNvPr>
            <p:cNvSpPr txBox="1"/>
            <p:nvPr/>
          </p:nvSpPr>
          <p:spPr>
            <a:xfrm>
              <a:off x="4596606" y="6965763"/>
              <a:ext cx="4255474" cy="1200329"/>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 an e-commerce website, requirements mention: Users can add items to cart and proceed to checkout.</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But they forget to mention Users must be able to remove items from the cart.</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This is an incomplete requirement set  real systems need both add and remove functionality.</a:t>
              </a:r>
            </a:p>
          </p:txBody>
        </p:sp>
        <p:sp>
          <p:nvSpPr>
            <p:cNvPr id="33" name="TextBox 32">
              <a:extLst>
                <a:ext uri="{FF2B5EF4-FFF2-40B4-BE49-F238E27FC236}">
                  <a16:creationId xmlns:a16="http://schemas.microsoft.com/office/drawing/2014/main" id="{0997D36B-3272-35D8-4E00-A0A3EBF19CC7}"/>
                </a:ext>
              </a:extLst>
            </p:cNvPr>
            <p:cNvSpPr txBox="1"/>
            <p:nvPr/>
          </p:nvSpPr>
          <p:spPr>
            <a:xfrm>
              <a:off x="4596606" y="8985510"/>
              <a:ext cx="4255474" cy="1384995"/>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 startup mobile app project requires: App must provide real-time translation of video calls into 50 languages with 99% accuracy.</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With current tech, budget, and 6-month schedule, this is unrealistic.</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 requirement should be revised to something achievable, text translation in 5–10 languages.</a:t>
              </a:r>
            </a:p>
          </p:txBody>
        </p:sp>
        <p:sp>
          <p:nvSpPr>
            <p:cNvPr id="35" name="TextBox 34">
              <a:extLst>
                <a:ext uri="{FF2B5EF4-FFF2-40B4-BE49-F238E27FC236}">
                  <a16:creationId xmlns:a16="http://schemas.microsoft.com/office/drawing/2014/main" id="{4402E105-40EB-01AF-4FDE-9E4CBC4AE117}"/>
                </a:ext>
              </a:extLst>
            </p:cNvPr>
            <p:cNvSpPr txBox="1"/>
            <p:nvPr/>
          </p:nvSpPr>
          <p:spPr>
            <a:xfrm>
              <a:off x="4596606" y="11189923"/>
              <a:ext cx="4255474" cy="1015663"/>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A requirement says: The website should be user-friendly. This is vague and not verifiable.</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Instead, it should say: The website should load within 3 seconds on a 4G network. This is verifiable by performance tests.</a:t>
              </a:r>
            </a:p>
          </p:txBody>
        </p:sp>
      </p:grpSp>
    </p:spTree>
    <p:extLst>
      <p:ext uri="{BB962C8B-B14F-4D97-AF65-F5344CB8AC3E}">
        <p14:creationId xmlns:p14="http://schemas.microsoft.com/office/powerpoint/2010/main" val="23029484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BB860ED1-F93E-1B54-903B-E7DBBBA231DB}"/>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737F3A1B-C8CD-9AA2-66F8-95AFE81B3600}"/>
              </a:ext>
            </a:extLst>
          </p:cNvPr>
          <p:cNvSpPr/>
          <p:nvPr/>
        </p:nvSpPr>
        <p:spPr>
          <a:xfrm>
            <a:off x="4216883" y="1340662"/>
            <a:ext cx="4882574" cy="2074565"/>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BE484DDA-DF4F-15E4-70CF-AEFD3FCCC53A}"/>
              </a:ext>
            </a:extLst>
          </p:cNvPr>
          <p:cNvGrpSpPr/>
          <p:nvPr/>
        </p:nvGrpSpPr>
        <p:grpSpPr>
          <a:xfrm>
            <a:off x="-11720737" y="1518140"/>
            <a:ext cx="19526069" cy="2109156"/>
            <a:chOff x="-176638" y="1624893"/>
            <a:chExt cx="19526069" cy="2109156"/>
          </a:xfrm>
        </p:grpSpPr>
        <p:sp>
          <p:nvSpPr>
            <p:cNvPr id="742" name="Google Shape;742;p42">
              <a:extLst>
                <a:ext uri="{FF2B5EF4-FFF2-40B4-BE49-F238E27FC236}">
                  <a16:creationId xmlns:a16="http://schemas.microsoft.com/office/drawing/2014/main" id="{543B8BE4-9B82-46CA-7C1E-7D76A46CB5F7}"/>
                </a:ext>
              </a:extLst>
            </p:cNvPr>
            <p:cNvSpPr txBox="1"/>
            <p:nvPr/>
          </p:nvSpPr>
          <p:spPr>
            <a:xfrm>
              <a:off x="-176638" y="1624893"/>
              <a:ext cx="3849992" cy="2109156"/>
            </a:xfrm>
            <a:prstGeom prst="rect">
              <a:avLst/>
            </a:prstGeom>
            <a:noFill/>
            <a:ln>
              <a:noFill/>
            </a:ln>
          </p:spPr>
          <p:txBody>
            <a:bodyPr spcFirstLastPara="1" wrap="square" lIns="91425" tIns="91425" rIns="91425" bIns="91425" anchor="t" anchorCtr="0">
              <a:noAutofit/>
            </a:bodyPr>
            <a:lstStyle/>
            <a:p>
              <a:pPr lvl="0" algn="r">
                <a:lnSpc>
                  <a:spcPct val="115000"/>
                </a:lnSpc>
              </a:pPr>
              <a:r>
                <a:rPr lang="en-US" dirty="0">
                  <a:latin typeface="Kantumruy Pro" panose="020B0604020202020204" charset="0"/>
                  <a:cs typeface="Kantumruy Pro" panose="020B0604020202020204" charset="0"/>
                </a:rPr>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endParaRPr dirty="0">
                <a:solidFill>
                  <a:schemeClr val="dk1"/>
                </a:solidFill>
                <a:latin typeface="Kantumruy Pro" panose="020B0604020202020204" charset="0"/>
                <a:ea typeface="Kantumruy Pro Medium"/>
                <a:cs typeface="Kantumruy Pro" panose="020B0604020202020204" charset="0"/>
                <a:sym typeface="Kantumruy Pro Medium"/>
              </a:endParaRPr>
            </a:p>
          </p:txBody>
        </p:sp>
        <p:sp>
          <p:nvSpPr>
            <p:cNvPr id="20" name="TextBox 19">
              <a:extLst>
                <a:ext uri="{FF2B5EF4-FFF2-40B4-BE49-F238E27FC236}">
                  <a16:creationId xmlns:a16="http://schemas.microsoft.com/office/drawing/2014/main" id="{173AF30F-8024-5946-05DA-040166B16255}"/>
                </a:ext>
              </a:extLst>
            </p:cNvPr>
            <p:cNvSpPr txBox="1"/>
            <p:nvPr/>
          </p:nvSpPr>
          <p:spPr>
            <a:xfrm>
              <a:off x="4145449" y="2245676"/>
              <a:ext cx="3532224" cy="1169551"/>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Requirements in the document should not conflict. That is, there should be no contradictory constraints or descriptions of the same system function.</a:t>
              </a:r>
              <a:endParaRPr lang="en-IN" dirty="0">
                <a:solidFill>
                  <a:schemeClr val="bg1">
                    <a:lumMod val="10000"/>
                  </a:schemeClr>
                </a:solidFill>
                <a:latin typeface="Kantumruy Pro" panose="020B0604020202020204" charset="0"/>
                <a:cs typeface="Kantumruy Pro" panose="020B0604020202020204" charset="0"/>
              </a:endParaRPr>
            </a:p>
          </p:txBody>
        </p:sp>
        <p:sp>
          <p:nvSpPr>
            <p:cNvPr id="22" name="TextBox 21">
              <a:extLst>
                <a:ext uri="{FF2B5EF4-FFF2-40B4-BE49-F238E27FC236}">
                  <a16:creationId xmlns:a16="http://schemas.microsoft.com/office/drawing/2014/main" id="{33EAAFFA-89EE-F65B-7D7E-F833EA0B36D5}"/>
                </a:ext>
              </a:extLst>
            </p:cNvPr>
            <p:cNvSpPr txBox="1"/>
            <p:nvPr/>
          </p:nvSpPr>
          <p:spPr>
            <a:xfrm>
              <a:off x="7735444" y="2202418"/>
              <a:ext cx="3817899" cy="954107"/>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 The requirements document should include requirements, which define all functions, and constraints intended by the system user.</a:t>
              </a:r>
              <a:endParaRPr lang="en-IN" dirty="0">
                <a:solidFill>
                  <a:schemeClr val="bg1">
                    <a:lumMod val="10000"/>
                  </a:schemeClr>
                </a:solidFill>
                <a:latin typeface="Kantumruy Pro" panose="020B0604020202020204" charset="0"/>
                <a:cs typeface="Kantumruy Pro" panose="020B0604020202020204" charset="0"/>
              </a:endParaRPr>
            </a:p>
          </p:txBody>
        </p:sp>
        <p:sp>
          <p:nvSpPr>
            <p:cNvPr id="24" name="TextBox 23">
              <a:extLst>
                <a:ext uri="{FF2B5EF4-FFF2-40B4-BE49-F238E27FC236}">
                  <a16:creationId xmlns:a16="http://schemas.microsoft.com/office/drawing/2014/main" id="{3C0CD0C0-30ED-4BB2-60C9-10BE198AA5E8}"/>
                </a:ext>
              </a:extLst>
            </p:cNvPr>
            <p:cNvSpPr txBox="1"/>
            <p:nvPr/>
          </p:nvSpPr>
          <p:spPr>
            <a:xfrm>
              <a:off x="11611114" y="2030233"/>
              <a:ext cx="3835889" cy="1384995"/>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Using knowledge of existing technology, the requirements should be checked to ensure that they could actually be implemented. These checks should also take account of the budget and schedule for the system development</a:t>
              </a:r>
              <a:endParaRPr lang="en-IN" dirty="0">
                <a:solidFill>
                  <a:schemeClr val="bg1">
                    <a:lumMod val="10000"/>
                  </a:schemeClr>
                </a:solidFill>
                <a:latin typeface="Kantumruy Pro" panose="020B0604020202020204" charset="0"/>
                <a:cs typeface="Kantumruy Pro" panose="020B0604020202020204" charset="0"/>
              </a:endParaRPr>
            </a:p>
          </p:txBody>
        </p:sp>
        <p:sp>
          <p:nvSpPr>
            <p:cNvPr id="26" name="TextBox 25">
              <a:extLst>
                <a:ext uri="{FF2B5EF4-FFF2-40B4-BE49-F238E27FC236}">
                  <a16:creationId xmlns:a16="http://schemas.microsoft.com/office/drawing/2014/main" id="{0F2CB3BA-F994-21B8-0861-784E40B00D7E}"/>
                </a:ext>
              </a:extLst>
            </p:cNvPr>
            <p:cNvSpPr txBox="1"/>
            <p:nvPr/>
          </p:nvSpPr>
          <p:spPr>
            <a:xfrm>
              <a:off x="15504773" y="1922512"/>
              <a:ext cx="3844658" cy="1600438"/>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To reduce the potential for dispute between customer and contractor, </a:t>
              </a:r>
              <a:r>
                <a:rPr lang="en-US" dirty="0" err="1">
                  <a:solidFill>
                    <a:schemeClr val="bg1">
                      <a:lumMod val="10000"/>
                    </a:schemeClr>
                  </a:solidFill>
                  <a:latin typeface="Kantumruy Pro" panose="020B0604020202020204" charset="0"/>
                  <a:cs typeface="Kantumruy Pro" panose="020B0604020202020204" charset="0"/>
                </a:rPr>
                <a:t>systt:m</a:t>
              </a:r>
              <a:r>
                <a:rPr lang="en-US" dirty="0">
                  <a:solidFill>
                    <a:schemeClr val="bg1">
                      <a:lumMod val="10000"/>
                    </a:schemeClr>
                  </a:solidFill>
                  <a:latin typeface="Kantumruy Pro" panose="020B0604020202020204" charset="0"/>
                  <a:cs typeface="Kantumruy Pro" panose="020B0604020202020204" charset="0"/>
                </a:rPr>
                <a:t> requirements should always be written so that they are verifiable. This means that you should be able to write a set of tests that can demonstrate that the delivered system meets each specified requirement.</a:t>
              </a:r>
              <a:endParaRPr lang="en-IN" dirty="0">
                <a:solidFill>
                  <a:schemeClr val="bg1">
                    <a:lumMod val="10000"/>
                  </a:schemeClr>
                </a:solidFill>
                <a:latin typeface="Kantumruy Pro" panose="020B0604020202020204" charset="0"/>
                <a:cs typeface="Kantumruy Pro" panose="020B0604020202020204" charset="0"/>
              </a:endParaRPr>
            </a:p>
          </p:txBody>
        </p:sp>
      </p:grpSp>
      <p:sp>
        <p:nvSpPr>
          <p:cNvPr id="4" name="Rectangle 3">
            <a:extLst>
              <a:ext uri="{FF2B5EF4-FFF2-40B4-BE49-F238E27FC236}">
                <a16:creationId xmlns:a16="http://schemas.microsoft.com/office/drawing/2014/main" id="{674F4288-6093-04A1-AE2A-1A71BC326A32}"/>
              </a:ext>
            </a:extLst>
          </p:cNvPr>
          <p:cNvSpPr/>
          <p:nvPr/>
        </p:nvSpPr>
        <p:spPr>
          <a:xfrm>
            <a:off x="4046087" y="1361657"/>
            <a:ext cx="5053370" cy="2764138"/>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1" name="Google Shape;741;p42">
            <a:extLst>
              <a:ext uri="{FF2B5EF4-FFF2-40B4-BE49-F238E27FC236}">
                <a16:creationId xmlns:a16="http://schemas.microsoft.com/office/drawing/2014/main" id="{2DF358DC-DFFE-FEE5-1FF8-8919A10FC2A6}"/>
              </a:ext>
            </a:extLst>
          </p:cNvPr>
          <p:cNvSpPr txBox="1">
            <a:spLocks noGrp="1"/>
          </p:cNvSpPr>
          <p:nvPr>
            <p:ph type="title"/>
          </p:nvPr>
        </p:nvSpPr>
        <p:spPr>
          <a:xfrm>
            <a:off x="715050" y="185025"/>
            <a:ext cx="7713900" cy="1025008"/>
          </a:xfrm>
          <a:prstGeom prst="rect">
            <a:avLst/>
          </a:prstGeom>
          <a:ln>
            <a:noFill/>
          </a:ln>
        </p:spPr>
        <p:txBody>
          <a:bodyPr spcFirstLastPara="1" wrap="square" lIns="91425" tIns="91425" rIns="91425" bIns="91425" anchor="t" anchorCtr="0">
            <a:noAutofit/>
          </a:bodyPr>
          <a:lstStyle/>
          <a:p>
            <a:pPr lvl="0"/>
            <a:r>
              <a:rPr lang="en-US" dirty="0">
                <a:latin typeface="Kantumruy Pro SemiBold" panose="020B0604020202020204" charset="0"/>
                <a:cs typeface="Kantumruy Pro SemiBold" panose="020B0604020202020204" charset="0"/>
              </a:rPr>
              <a:t>validation process checks </a:t>
            </a:r>
            <a:r>
              <a:rPr lang="en-US" dirty="0"/>
              <a:t>to be carried on the requirements document</a:t>
            </a:r>
            <a:endParaRPr dirty="0">
              <a:latin typeface="Kantumruy Pro SemiBold"/>
              <a:ea typeface="Kantumruy Pro SemiBold"/>
              <a:cs typeface="Kantumruy Pro SemiBold"/>
              <a:sym typeface="Kantumruy Pro SemiBold"/>
            </a:endParaRPr>
          </a:p>
        </p:txBody>
      </p:sp>
      <p:sp>
        <p:nvSpPr>
          <p:cNvPr id="744" name="Google Shape;744;p42">
            <a:extLst>
              <a:ext uri="{FF2B5EF4-FFF2-40B4-BE49-F238E27FC236}">
                <a16:creationId xmlns:a16="http://schemas.microsoft.com/office/drawing/2014/main" id="{B7C1E729-CAD9-4EE1-80BF-A43F804A844D}"/>
              </a:ext>
            </a:extLst>
          </p:cNvPr>
          <p:cNvSpPr txBox="1"/>
          <p:nvPr/>
        </p:nvSpPr>
        <p:spPr>
          <a:xfrm>
            <a:off x="4327420" y="2819782"/>
            <a:ext cx="41193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solidFill>
                  <a:schemeClr val="dk1"/>
                </a:solidFill>
                <a:latin typeface="Kantumruy Pro Medium" panose="020B0604020202020204" charset="0"/>
                <a:ea typeface="Kantumruy Pro SemiBold"/>
                <a:cs typeface="Kantumruy Pro Medium" panose="020B0604020202020204" charset="0"/>
                <a:sym typeface="Kantumruy Pro SemiBold"/>
              </a:rPr>
              <a:t>Example</a:t>
            </a:r>
            <a:endParaRPr sz="1500" dirty="0">
              <a:solidFill>
                <a:schemeClr val="dk1"/>
              </a:solidFill>
              <a:latin typeface="Kantumruy Pro Medium" panose="020B0604020202020204" charset="0"/>
              <a:ea typeface="Kantumruy Pro SemiBold"/>
              <a:cs typeface="Kantumruy Pro Medium" panose="020B0604020202020204" charset="0"/>
              <a:sym typeface="Kantumruy Pro SemiBold"/>
            </a:endParaRPr>
          </a:p>
        </p:txBody>
      </p:sp>
      <p:grpSp>
        <p:nvGrpSpPr>
          <p:cNvPr id="18" name="Group 17">
            <a:extLst>
              <a:ext uri="{FF2B5EF4-FFF2-40B4-BE49-F238E27FC236}">
                <a16:creationId xmlns:a16="http://schemas.microsoft.com/office/drawing/2014/main" id="{F4C054D1-1B70-E2EE-BF9D-BE4DBA394C85}"/>
              </a:ext>
            </a:extLst>
          </p:cNvPr>
          <p:cNvGrpSpPr/>
          <p:nvPr/>
        </p:nvGrpSpPr>
        <p:grpSpPr>
          <a:xfrm>
            <a:off x="4929182" y="2780528"/>
            <a:ext cx="2830888" cy="84600"/>
            <a:chOff x="4953900" y="3370475"/>
            <a:chExt cx="2830888" cy="84600"/>
          </a:xfrm>
        </p:grpSpPr>
        <p:sp>
          <p:nvSpPr>
            <p:cNvPr id="751" name="Google Shape;751;p42">
              <a:extLst>
                <a:ext uri="{FF2B5EF4-FFF2-40B4-BE49-F238E27FC236}">
                  <a16:creationId xmlns:a16="http://schemas.microsoft.com/office/drawing/2014/main" id="{6AD987C0-0EED-11D8-DC1A-48AA2AA5E7F0}"/>
                </a:ext>
              </a:extLst>
            </p:cNvPr>
            <p:cNvSpPr/>
            <p:nvPr/>
          </p:nvSpPr>
          <p:spPr>
            <a:xfrm>
              <a:off x="4953900"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a:extLst>
                <a:ext uri="{FF2B5EF4-FFF2-40B4-BE49-F238E27FC236}">
                  <a16:creationId xmlns:a16="http://schemas.microsoft.com/office/drawing/2014/main" id="{07B1A00D-D3B2-DF64-A67B-0B11A11A31DB}"/>
                </a:ext>
              </a:extLst>
            </p:cNvPr>
            <p:cNvSpPr/>
            <p:nvPr/>
          </p:nvSpPr>
          <p:spPr>
            <a:xfrm>
              <a:off x="6326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8E8E4AE9-8D57-806E-1BBE-22A864B6617A}"/>
                </a:ext>
              </a:extLst>
            </p:cNvPr>
            <p:cNvSpPr/>
            <p:nvPr/>
          </p:nvSpPr>
          <p:spPr>
            <a:xfrm>
              <a:off x="7699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6B32F4B6-9169-D812-E686-D0B8601DCE17}"/>
                </a:ext>
              </a:extLst>
            </p:cNvPr>
            <p:cNvGrpSpPr/>
            <p:nvPr/>
          </p:nvGrpSpPr>
          <p:grpSpPr>
            <a:xfrm>
              <a:off x="5038800" y="3401165"/>
              <a:ext cx="2661188" cy="5080"/>
              <a:chOff x="5038800" y="3788695"/>
              <a:chExt cx="2661188" cy="5080"/>
            </a:xfrm>
          </p:grpSpPr>
          <p:cxnSp>
            <p:nvCxnSpPr>
              <p:cNvPr id="754" name="Google Shape;754;p42">
                <a:extLst>
                  <a:ext uri="{FF2B5EF4-FFF2-40B4-BE49-F238E27FC236}">
                    <a16:creationId xmlns:a16="http://schemas.microsoft.com/office/drawing/2014/main" id="{0DDCF640-31E5-6B9E-1F6A-173F89FE00C4}"/>
                  </a:ext>
                </a:extLst>
              </p:cNvPr>
              <p:cNvCxnSpPr>
                <a:cxnSpLocks/>
              </p:cNvCxnSpPr>
              <p:nvPr/>
            </p:nvCxnSpPr>
            <p:spPr>
              <a:xfrm>
                <a:off x="5038800" y="3788695"/>
                <a:ext cx="1288200" cy="0"/>
              </a:xfrm>
              <a:prstGeom prst="straightConnector1">
                <a:avLst/>
              </a:prstGeom>
              <a:noFill/>
              <a:ln w="9525" cap="flat" cmpd="sng">
                <a:solidFill>
                  <a:schemeClr val="dk1"/>
                </a:solidFill>
                <a:prstDash val="solid"/>
                <a:round/>
                <a:headEnd type="none" w="med" len="med"/>
                <a:tailEnd type="none" w="med" len="med"/>
              </a:ln>
            </p:spPr>
          </p:cxnSp>
          <p:cxnSp>
            <p:nvCxnSpPr>
              <p:cNvPr id="755" name="Google Shape;755;p42">
                <a:extLst>
                  <a:ext uri="{FF2B5EF4-FFF2-40B4-BE49-F238E27FC236}">
                    <a16:creationId xmlns:a16="http://schemas.microsoft.com/office/drawing/2014/main" id="{79040DF9-CC23-9D00-F620-ABAE7CB17BBB}"/>
                  </a:ext>
                </a:extLst>
              </p:cNvPr>
              <p:cNvCxnSpPr>
                <a:cxnSpLocks/>
              </p:cNvCxnSpPr>
              <p:nvPr/>
            </p:nvCxnSpPr>
            <p:spPr>
              <a:xfrm>
                <a:off x="6411788" y="3793775"/>
                <a:ext cx="1288200" cy="0"/>
              </a:xfrm>
              <a:prstGeom prst="straightConnector1">
                <a:avLst/>
              </a:prstGeom>
              <a:noFill/>
              <a:ln w="9525" cap="flat" cmpd="sng">
                <a:solidFill>
                  <a:schemeClr val="dk1"/>
                </a:solidFill>
                <a:prstDash val="solid"/>
                <a:round/>
                <a:headEnd type="none" w="med" len="med"/>
                <a:tailEnd type="none" w="med" len="med"/>
              </a:ln>
            </p:spPr>
          </p:cxnSp>
        </p:grpSp>
      </p:grpSp>
      <p:cxnSp>
        <p:nvCxnSpPr>
          <p:cNvPr id="756" name="Google Shape;756;p42">
            <a:extLst>
              <a:ext uri="{FF2B5EF4-FFF2-40B4-BE49-F238E27FC236}">
                <a16:creationId xmlns:a16="http://schemas.microsoft.com/office/drawing/2014/main" id="{26701802-511B-5885-AE30-E36B1C8AC813}"/>
              </a:ext>
            </a:extLst>
          </p:cNvPr>
          <p:cNvCxnSpPr>
            <a:cxnSpLocks/>
          </p:cNvCxnSpPr>
          <p:nvPr/>
        </p:nvCxnSpPr>
        <p:spPr>
          <a:xfrm>
            <a:off x="4090625" y="1340662"/>
            <a:ext cx="0" cy="2764138"/>
          </a:xfrm>
          <a:prstGeom prst="straightConnector1">
            <a:avLst/>
          </a:prstGeom>
          <a:noFill/>
          <a:ln w="9525" cap="flat" cmpd="sng">
            <a:solidFill>
              <a:schemeClr val="dk1"/>
            </a:solidFill>
            <a:prstDash val="solid"/>
            <a:round/>
            <a:headEnd type="none" w="med" len="med"/>
            <a:tailEnd type="none" w="med" len="med"/>
          </a:ln>
        </p:spPr>
      </p:cxnSp>
      <p:grpSp>
        <p:nvGrpSpPr>
          <p:cNvPr id="16" name="Group 15">
            <a:extLst>
              <a:ext uri="{FF2B5EF4-FFF2-40B4-BE49-F238E27FC236}">
                <a16:creationId xmlns:a16="http://schemas.microsoft.com/office/drawing/2014/main" id="{69C56ADE-A198-413C-2417-E2AC09696FE1}"/>
              </a:ext>
            </a:extLst>
          </p:cNvPr>
          <p:cNvGrpSpPr/>
          <p:nvPr/>
        </p:nvGrpSpPr>
        <p:grpSpPr>
          <a:xfrm>
            <a:off x="2965423" y="1577717"/>
            <a:ext cx="5544298" cy="1430481"/>
            <a:chOff x="5594681" y="1762125"/>
            <a:chExt cx="5544298" cy="1430481"/>
          </a:xfrm>
        </p:grpSpPr>
        <p:grpSp>
          <p:nvGrpSpPr>
            <p:cNvPr id="12" name="Group 11">
              <a:extLst>
                <a:ext uri="{FF2B5EF4-FFF2-40B4-BE49-F238E27FC236}">
                  <a16:creationId xmlns:a16="http://schemas.microsoft.com/office/drawing/2014/main" id="{6CE1A796-D354-35C8-91EE-914FA99E5D97}"/>
                </a:ext>
              </a:extLst>
            </p:cNvPr>
            <p:cNvGrpSpPr/>
            <p:nvPr/>
          </p:nvGrpSpPr>
          <p:grpSpPr>
            <a:xfrm>
              <a:off x="5594681" y="1762125"/>
              <a:ext cx="1373100" cy="1429500"/>
              <a:chOff x="5682791" y="1762125"/>
              <a:chExt cx="1373100" cy="1429500"/>
            </a:xfrm>
          </p:grpSpPr>
          <p:sp>
            <p:nvSpPr>
              <p:cNvPr id="747" name="Google Shape;747;p42">
                <a:extLst>
                  <a:ext uri="{FF2B5EF4-FFF2-40B4-BE49-F238E27FC236}">
                    <a16:creationId xmlns:a16="http://schemas.microsoft.com/office/drawing/2014/main" id="{88FB6272-7F1B-0288-D42E-2612355EA774}"/>
                  </a:ext>
                </a:extLst>
              </p:cNvPr>
              <p:cNvSpPr txBox="1"/>
              <p:nvPr/>
            </p:nvSpPr>
            <p:spPr>
              <a:xfrm>
                <a:off x="5682791"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200" dirty="0">
                  <a:solidFill>
                    <a:schemeClr val="dk1"/>
                  </a:solidFill>
                  <a:latin typeface="Kantumruy Pro SemiBold"/>
                  <a:ea typeface="Kantumruy Pro SemiBold"/>
                  <a:cs typeface="Kantumruy Pro SemiBold"/>
                  <a:sym typeface="Kantumruy Pro SemiBold"/>
                </a:endParaRPr>
              </a:p>
            </p:txBody>
          </p:sp>
          <p:sp>
            <p:nvSpPr>
              <p:cNvPr id="748" name="Google Shape;748;p42">
                <a:extLst>
                  <a:ext uri="{FF2B5EF4-FFF2-40B4-BE49-F238E27FC236}">
                    <a16:creationId xmlns:a16="http://schemas.microsoft.com/office/drawing/2014/main" id="{2403EEC1-E87D-88E8-BDBC-4097976F9D45}"/>
                  </a:ext>
                </a:extLst>
              </p:cNvPr>
              <p:cNvSpPr txBox="1"/>
              <p:nvPr/>
            </p:nvSpPr>
            <p:spPr>
              <a:xfrm>
                <a:off x="5682791"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dirty="0">
                  <a:solidFill>
                    <a:schemeClr val="dk1"/>
                  </a:solidFill>
                  <a:latin typeface="Kantumruy Pro Medium"/>
                  <a:ea typeface="Kantumruy Pro Medium"/>
                  <a:cs typeface="Kantumruy Pro Medium"/>
                  <a:sym typeface="Kantumruy Pro Medium"/>
                </a:endParaRPr>
              </a:p>
            </p:txBody>
          </p:sp>
        </p:grpSp>
        <p:grpSp>
          <p:nvGrpSpPr>
            <p:cNvPr id="7" name="Group 6">
              <a:extLst>
                <a:ext uri="{FF2B5EF4-FFF2-40B4-BE49-F238E27FC236}">
                  <a16:creationId xmlns:a16="http://schemas.microsoft.com/office/drawing/2014/main" id="{FF5B80B8-6CD0-105D-A040-E1BB31778B2A}"/>
                </a:ext>
              </a:extLst>
            </p:cNvPr>
            <p:cNvGrpSpPr/>
            <p:nvPr/>
          </p:nvGrpSpPr>
          <p:grpSpPr>
            <a:xfrm>
              <a:off x="6879562" y="1762125"/>
              <a:ext cx="1478618" cy="1429500"/>
              <a:chOff x="7055782" y="1762125"/>
              <a:chExt cx="1478618" cy="1429500"/>
            </a:xfrm>
          </p:grpSpPr>
          <p:sp>
            <p:nvSpPr>
              <p:cNvPr id="749" name="Google Shape;749;p42">
                <a:extLst>
                  <a:ext uri="{FF2B5EF4-FFF2-40B4-BE49-F238E27FC236}">
                    <a16:creationId xmlns:a16="http://schemas.microsoft.com/office/drawing/2014/main" id="{6B839922-146C-2831-CA91-C17FED7517A9}"/>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03</a:t>
                </a:r>
                <a:endParaRPr sz="2200" dirty="0">
                  <a:solidFill>
                    <a:schemeClr val="dk1"/>
                  </a:solidFill>
                  <a:latin typeface="Kantumruy Pro SemiBold"/>
                  <a:ea typeface="Kantumruy Pro SemiBold"/>
                  <a:cs typeface="Kantumruy Pro SemiBold"/>
                  <a:sym typeface="Kantumruy Pro SemiBold"/>
                </a:endParaRPr>
              </a:p>
            </p:txBody>
          </p:sp>
          <p:sp>
            <p:nvSpPr>
              <p:cNvPr id="750" name="Google Shape;750;p42">
                <a:extLst>
                  <a:ext uri="{FF2B5EF4-FFF2-40B4-BE49-F238E27FC236}">
                    <a16:creationId xmlns:a16="http://schemas.microsoft.com/office/drawing/2014/main" id="{F5AEBA8C-73CE-6DFF-C0ED-ADDCBE6710E6}"/>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Complet</a:t>
                </a:r>
                <a:r>
                  <a:rPr lang="en-IN" dirty="0">
                    <a:solidFill>
                      <a:schemeClr val="dk1"/>
                    </a:solidFill>
                    <a:latin typeface="Kantumruy Pro Medium"/>
                    <a:ea typeface="Kantumruy Pro Medium"/>
                    <a:cs typeface="Kantumruy Pro Medium"/>
                    <a:sym typeface="Kantumruy Pro Medium"/>
                  </a:rPr>
                  <a:t>e</a:t>
                </a:r>
                <a:r>
                  <a:rPr lang="en" dirty="0">
                    <a:solidFill>
                      <a:schemeClr val="dk1"/>
                    </a:solidFill>
                    <a:latin typeface="Kantumruy Pro Medium"/>
                    <a:ea typeface="Kantumruy Pro Medium"/>
                    <a:cs typeface="Kantumruy Pro Medium"/>
                    <a:sym typeface="Kantumruy Pro Medium"/>
                  </a:rPr>
                  <a:t>ness</a:t>
                </a:r>
              </a:p>
              <a:p>
                <a:pPr marL="0" lvl="0" indent="0" algn="ctr" rtl="0">
                  <a:lnSpc>
                    <a:spcPct val="115000"/>
                  </a:lnSpc>
                  <a:spcBef>
                    <a:spcPts val="0"/>
                  </a:spcBef>
                  <a:spcAft>
                    <a:spcPts val="0"/>
                  </a:spcAft>
                  <a:buNone/>
                </a:pPr>
                <a:r>
                  <a:rPr lang="en"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8" name="Group 7">
              <a:extLst>
                <a:ext uri="{FF2B5EF4-FFF2-40B4-BE49-F238E27FC236}">
                  <a16:creationId xmlns:a16="http://schemas.microsoft.com/office/drawing/2014/main" id="{6414152F-1B03-613B-E09D-71AC0B62425C}"/>
                </a:ext>
              </a:extLst>
            </p:cNvPr>
            <p:cNvGrpSpPr/>
            <p:nvPr/>
          </p:nvGrpSpPr>
          <p:grpSpPr>
            <a:xfrm>
              <a:off x="8269961" y="1762125"/>
              <a:ext cx="1478618" cy="1429500"/>
              <a:chOff x="7055782" y="1762125"/>
              <a:chExt cx="1478618" cy="1429500"/>
            </a:xfrm>
          </p:grpSpPr>
          <p:sp>
            <p:nvSpPr>
              <p:cNvPr id="9" name="Google Shape;749;p42">
                <a:extLst>
                  <a:ext uri="{FF2B5EF4-FFF2-40B4-BE49-F238E27FC236}">
                    <a16:creationId xmlns:a16="http://schemas.microsoft.com/office/drawing/2014/main" id="{34DA056F-9596-5398-AFD1-3ECA83067E24}"/>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04</a:t>
                </a:r>
                <a:endParaRPr sz="2200" dirty="0">
                  <a:solidFill>
                    <a:schemeClr val="dk1"/>
                  </a:solidFill>
                  <a:latin typeface="Kantumruy Pro SemiBold"/>
                  <a:ea typeface="Kantumruy Pro SemiBold"/>
                  <a:cs typeface="Kantumruy Pro SemiBold"/>
                  <a:sym typeface="Kantumruy Pro SemiBold"/>
                </a:endParaRPr>
              </a:p>
            </p:txBody>
          </p:sp>
          <p:sp>
            <p:nvSpPr>
              <p:cNvPr id="10" name="Google Shape;750;p42">
                <a:extLst>
                  <a:ext uri="{FF2B5EF4-FFF2-40B4-BE49-F238E27FC236}">
                    <a16:creationId xmlns:a16="http://schemas.microsoft.com/office/drawing/2014/main" id="{0804353C-80B6-0D22-C6D2-0286BA9248BE}"/>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Realism</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13" name="Group 12">
              <a:extLst>
                <a:ext uri="{FF2B5EF4-FFF2-40B4-BE49-F238E27FC236}">
                  <a16:creationId xmlns:a16="http://schemas.microsoft.com/office/drawing/2014/main" id="{C54566A3-54FE-9455-1766-D398D8DEB585}"/>
                </a:ext>
              </a:extLst>
            </p:cNvPr>
            <p:cNvGrpSpPr/>
            <p:nvPr/>
          </p:nvGrpSpPr>
          <p:grpSpPr>
            <a:xfrm>
              <a:off x="9660361" y="1763106"/>
              <a:ext cx="1478618" cy="1429500"/>
              <a:chOff x="7055782" y="1762125"/>
              <a:chExt cx="1478618" cy="1429500"/>
            </a:xfrm>
          </p:grpSpPr>
          <p:sp>
            <p:nvSpPr>
              <p:cNvPr id="14" name="Google Shape;749;p42">
                <a:extLst>
                  <a:ext uri="{FF2B5EF4-FFF2-40B4-BE49-F238E27FC236}">
                    <a16:creationId xmlns:a16="http://schemas.microsoft.com/office/drawing/2014/main" id="{EC3188C5-D858-F056-98A4-1A963F3EECB4}"/>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05</a:t>
                </a:r>
                <a:endParaRPr sz="2200" dirty="0">
                  <a:solidFill>
                    <a:schemeClr val="dk1"/>
                  </a:solidFill>
                  <a:latin typeface="Kantumruy Pro SemiBold"/>
                  <a:ea typeface="Kantumruy Pro SemiBold"/>
                  <a:cs typeface="Kantumruy Pro SemiBold"/>
                  <a:sym typeface="Kantumruy Pro SemiBold"/>
                </a:endParaRPr>
              </a:p>
            </p:txBody>
          </p:sp>
          <p:sp>
            <p:nvSpPr>
              <p:cNvPr id="15" name="Google Shape;750;p42">
                <a:extLst>
                  <a:ext uri="{FF2B5EF4-FFF2-40B4-BE49-F238E27FC236}">
                    <a16:creationId xmlns:a16="http://schemas.microsoft.com/office/drawing/2014/main" id="{8F22893A-BC6A-4D80-01A4-BB7615779C45}"/>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Verifiability</a:t>
                </a:r>
                <a:endParaRPr dirty="0">
                  <a:solidFill>
                    <a:schemeClr val="dk1"/>
                  </a:solidFill>
                  <a:latin typeface="Kantumruy Pro Medium"/>
                  <a:ea typeface="Kantumruy Pro Medium"/>
                  <a:cs typeface="Kantumruy Pro Medium"/>
                  <a:sym typeface="Kantumruy Pro Medium"/>
                </a:endParaRPr>
              </a:p>
            </p:txBody>
          </p:sp>
        </p:grpSp>
      </p:grpSp>
      <p:grpSp>
        <p:nvGrpSpPr>
          <p:cNvPr id="37" name="Group 36">
            <a:extLst>
              <a:ext uri="{FF2B5EF4-FFF2-40B4-BE49-F238E27FC236}">
                <a16:creationId xmlns:a16="http://schemas.microsoft.com/office/drawing/2014/main" id="{47F4E50F-C66D-4E86-0B48-49A2A5F6DDCC}"/>
              </a:ext>
            </a:extLst>
          </p:cNvPr>
          <p:cNvGrpSpPr/>
          <p:nvPr/>
        </p:nvGrpSpPr>
        <p:grpSpPr>
          <a:xfrm>
            <a:off x="4216883" y="-2131090"/>
            <a:ext cx="4680264" cy="8805606"/>
            <a:chOff x="4173476" y="3399980"/>
            <a:chExt cx="4680264" cy="8805606"/>
          </a:xfrm>
        </p:grpSpPr>
        <p:sp>
          <p:nvSpPr>
            <p:cNvPr id="6" name="TextBox 5">
              <a:extLst>
                <a:ext uri="{FF2B5EF4-FFF2-40B4-BE49-F238E27FC236}">
                  <a16:creationId xmlns:a16="http://schemas.microsoft.com/office/drawing/2014/main" id="{2E3DA71E-41F4-4335-05D4-A9741C8EC308}"/>
                </a:ext>
              </a:extLst>
            </p:cNvPr>
            <p:cNvSpPr txBox="1"/>
            <p:nvPr/>
          </p:nvSpPr>
          <p:spPr>
            <a:xfrm>
              <a:off x="4173476" y="3399980"/>
              <a:ext cx="4255474" cy="276999"/>
            </a:xfrm>
            <a:prstGeom prst="rect">
              <a:avLst/>
            </a:prstGeom>
            <a:noFill/>
          </p:spPr>
          <p:txBody>
            <a:bodyPr wrap="square" lIns="0">
              <a:spAutoFit/>
            </a:bodyPr>
            <a:lstStyle/>
            <a:p>
              <a:pPr marL="457200" algn="just"/>
              <a:endParaRPr lang="en-US" sz="1200" dirty="0">
                <a:latin typeface="Kantumruy Pro" panose="020B0604020202020204" charset="0"/>
                <a:cs typeface="Kantumruy Pro" panose="020B0604020202020204" charset="0"/>
              </a:endParaRPr>
            </a:p>
          </p:txBody>
        </p:sp>
        <p:sp>
          <p:nvSpPr>
            <p:cNvPr id="29" name="TextBox 28">
              <a:extLst>
                <a:ext uri="{FF2B5EF4-FFF2-40B4-BE49-F238E27FC236}">
                  <a16:creationId xmlns:a16="http://schemas.microsoft.com/office/drawing/2014/main" id="{0B15CA9B-90CE-03CB-FFA4-CB9042234BBE}"/>
                </a:ext>
              </a:extLst>
            </p:cNvPr>
            <p:cNvSpPr txBox="1"/>
            <p:nvPr/>
          </p:nvSpPr>
          <p:spPr>
            <a:xfrm>
              <a:off x="4598266" y="5167229"/>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1" name="TextBox 30">
              <a:extLst>
                <a:ext uri="{FF2B5EF4-FFF2-40B4-BE49-F238E27FC236}">
                  <a16:creationId xmlns:a16="http://schemas.microsoft.com/office/drawing/2014/main" id="{24377993-0825-87EC-5292-88D477B51D83}"/>
                </a:ext>
              </a:extLst>
            </p:cNvPr>
            <p:cNvSpPr txBox="1"/>
            <p:nvPr/>
          </p:nvSpPr>
          <p:spPr>
            <a:xfrm>
              <a:off x="4596606" y="6965763"/>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3" name="TextBox 32">
              <a:extLst>
                <a:ext uri="{FF2B5EF4-FFF2-40B4-BE49-F238E27FC236}">
                  <a16:creationId xmlns:a16="http://schemas.microsoft.com/office/drawing/2014/main" id="{830B14BB-1530-7329-2399-F050C1E90D21}"/>
                </a:ext>
              </a:extLst>
            </p:cNvPr>
            <p:cNvSpPr txBox="1"/>
            <p:nvPr/>
          </p:nvSpPr>
          <p:spPr>
            <a:xfrm>
              <a:off x="4596606" y="8985510"/>
              <a:ext cx="4255474" cy="1384995"/>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 startup mobile app project requires: App must provide real-time translation of video calls into 50 languages with 99% accuracy.</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With current tech, budget, and 6-month schedule, this is unrealistic.</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The requirement should be revised to something achievable, text translation in 5–10 languages.</a:t>
              </a:r>
            </a:p>
          </p:txBody>
        </p:sp>
        <p:sp>
          <p:nvSpPr>
            <p:cNvPr id="35" name="TextBox 34">
              <a:extLst>
                <a:ext uri="{FF2B5EF4-FFF2-40B4-BE49-F238E27FC236}">
                  <a16:creationId xmlns:a16="http://schemas.microsoft.com/office/drawing/2014/main" id="{0BD946BC-B3B5-F66F-16D9-B7D6B829E12D}"/>
                </a:ext>
              </a:extLst>
            </p:cNvPr>
            <p:cNvSpPr txBox="1"/>
            <p:nvPr/>
          </p:nvSpPr>
          <p:spPr>
            <a:xfrm>
              <a:off x="4596606" y="11189923"/>
              <a:ext cx="4255474" cy="1015663"/>
            </a:xfrm>
            <a:prstGeom prst="rect">
              <a:avLst/>
            </a:prstGeom>
            <a:noFill/>
          </p:spPr>
          <p:txBody>
            <a:bodyPr wrap="square" lIns="0">
              <a:spAutoFit/>
            </a:bodyPr>
            <a:lstStyle/>
            <a:p>
              <a:pPr lvl="0" eaLnBrk="0" fontAlgn="base" hangingPunct="0">
                <a:spcBef>
                  <a:spcPct val="0"/>
                </a:spcBef>
                <a:spcAft>
                  <a:spcPct val="0"/>
                </a:spcAft>
                <a:buClrTx/>
                <a:buFontTx/>
                <a:buChar char="•"/>
              </a:pPr>
              <a:r>
                <a:rPr lang="en-US" altLang="en-US" sz="1200" dirty="0">
                  <a:solidFill>
                    <a:schemeClr val="bg1">
                      <a:lumMod val="10000"/>
                    </a:schemeClr>
                  </a:solidFill>
                  <a:latin typeface="Kantumruy Pro" panose="020B0604020202020204" charset="0"/>
                  <a:cs typeface="Kantumruy Pro" panose="020B0604020202020204" charset="0"/>
                </a:rPr>
                <a:t>A requirement says: The website should be user-friendly. This is vague and not verifiable.</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Instead, it should say: The website should load within 3 seconds on a 4G network. This is verifiable by performance tests.</a:t>
              </a:r>
            </a:p>
          </p:txBody>
        </p:sp>
      </p:grpSp>
    </p:spTree>
    <p:extLst>
      <p:ext uri="{BB962C8B-B14F-4D97-AF65-F5344CB8AC3E}">
        <p14:creationId xmlns:p14="http://schemas.microsoft.com/office/powerpoint/2010/main" val="31013608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740">
          <a:extLst>
            <a:ext uri="{FF2B5EF4-FFF2-40B4-BE49-F238E27FC236}">
              <a16:creationId xmlns:a16="http://schemas.microsoft.com/office/drawing/2014/main" id="{D661A2CC-89E4-D3D7-F5C3-B1308FE656B6}"/>
            </a:ext>
          </a:extLst>
        </p:cNvPr>
        <p:cNvGrpSpPr/>
        <p:nvPr/>
      </p:nvGrpSpPr>
      <p:grpSpPr>
        <a:xfrm>
          <a:off x="0" y="0"/>
          <a:ext cx="0" cy="0"/>
          <a:chOff x="0" y="0"/>
          <a:chExt cx="0" cy="0"/>
        </a:xfrm>
      </p:grpSpPr>
      <p:sp>
        <p:nvSpPr>
          <p:cNvPr id="30" name="Rectangle 29">
            <a:extLst>
              <a:ext uri="{FF2B5EF4-FFF2-40B4-BE49-F238E27FC236}">
                <a16:creationId xmlns:a16="http://schemas.microsoft.com/office/drawing/2014/main" id="{F0BD5AA4-5831-9C5C-3D1C-02C1E8D0954E}"/>
              </a:ext>
            </a:extLst>
          </p:cNvPr>
          <p:cNvSpPr/>
          <p:nvPr/>
        </p:nvSpPr>
        <p:spPr>
          <a:xfrm>
            <a:off x="4216883" y="1340662"/>
            <a:ext cx="4882574" cy="2074565"/>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27" name="Group 26">
            <a:extLst>
              <a:ext uri="{FF2B5EF4-FFF2-40B4-BE49-F238E27FC236}">
                <a16:creationId xmlns:a16="http://schemas.microsoft.com/office/drawing/2014/main" id="{46AD389A-378C-A5A1-9E49-5EABED8F2D93}"/>
              </a:ext>
            </a:extLst>
          </p:cNvPr>
          <p:cNvGrpSpPr/>
          <p:nvPr/>
        </p:nvGrpSpPr>
        <p:grpSpPr>
          <a:xfrm>
            <a:off x="-15622177" y="1518140"/>
            <a:ext cx="19526069" cy="2109156"/>
            <a:chOff x="-176638" y="1624893"/>
            <a:chExt cx="19526069" cy="2109156"/>
          </a:xfrm>
        </p:grpSpPr>
        <p:sp>
          <p:nvSpPr>
            <p:cNvPr id="742" name="Google Shape;742;p42">
              <a:extLst>
                <a:ext uri="{FF2B5EF4-FFF2-40B4-BE49-F238E27FC236}">
                  <a16:creationId xmlns:a16="http://schemas.microsoft.com/office/drawing/2014/main" id="{05FC479E-2D24-7464-1E7D-6B0CC9AFB17A}"/>
                </a:ext>
              </a:extLst>
            </p:cNvPr>
            <p:cNvSpPr txBox="1"/>
            <p:nvPr/>
          </p:nvSpPr>
          <p:spPr>
            <a:xfrm>
              <a:off x="-176638" y="1624893"/>
              <a:ext cx="3849992" cy="2109156"/>
            </a:xfrm>
            <a:prstGeom prst="rect">
              <a:avLst/>
            </a:prstGeom>
            <a:noFill/>
            <a:ln>
              <a:noFill/>
            </a:ln>
          </p:spPr>
          <p:txBody>
            <a:bodyPr spcFirstLastPara="1" wrap="square" lIns="91425" tIns="91425" rIns="91425" bIns="91425" anchor="t" anchorCtr="0">
              <a:noAutofit/>
            </a:bodyPr>
            <a:lstStyle/>
            <a:p>
              <a:pPr lvl="0" algn="r">
                <a:lnSpc>
                  <a:spcPct val="115000"/>
                </a:lnSpc>
              </a:pPr>
              <a:r>
                <a:rPr lang="en-US" dirty="0">
                  <a:latin typeface="Kantumruy Pro" panose="020B0604020202020204" charset="0"/>
                  <a:cs typeface="Kantumruy Pro" panose="020B0604020202020204" charset="0"/>
                </a:rPr>
                <a:t>A user may think that a system is needed to perform certain functions. However, further thought and analysis may identify additional or different functions that are required. Systems have diverse stakeholders with distinct needs, and any set of requirements is inevitably a compromise across the stakeholder community.</a:t>
              </a:r>
              <a:endParaRPr dirty="0">
                <a:solidFill>
                  <a:schemeClr val="dk1"/>
                </a:solidFill>
                <a:latin typeface="Kantumruy Pro" panose="020B0604020202020204" charset="0"/>
                <a:ea typeface="Kantumruy Pro Medium"/>
                <a:cs typeface="Kantumruy Pro" panose="020B0604020202020204" charset="0"/>
                <a:sym typeface="Kantumruy Pro Medium"/>
              </a:endParaRPr>
            </a:p>
          </p:txBody>
        </p:sp>
        <p:sp>
          <p:nvSpPr>
            <p:cNvPr id="20" name="TextBox 19">
              <a:extLst>
                <a:ext uri="{FF2B5EF4-FFF2-40B4-BE49-F238E27FC236}">
                  <a16:creationId xmlns:a16="http://schemas.microsoft.com/office/drawing/2014/main" id="{678FDE7D-7D92-6EDC-CC81-2873E30EC1AF}"/>
                </a:ext>
              </a:extLst>
            </p:cNvPr>
            <p:cNvSpPr txBox="1"/>
            <p:nvPr/>
          </p:nvSpPr>
          <p:spPr>
            <a:xfrm>
              <a:off x="4145449" y="2245676"/>
              <a:ext cx="3532224" cy="1169551"/>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Requirements in the document should not conflict. That is, there should be no contradictory constraints or descriptions of the same system function.</a:t>
              </a:r>
              <a:endParaRPr lang="en-IN" dirty="0">
                <a:solidFill>
                  <a:schemeClr val="bg1">
                    <a:lumMod val="10000"/>
                  </a:schemeClr>
                </a:solidFill>
                <a:latin typeface="Kantumruy Pro" panose="020B0604020202020204" charset="0"/>
                <a:cs typeface="Kantumruy Pro" panose="020B0604020202020204" charset="0"/>
              </a:endParaRPr>
            </a:p>
          </p:txBody>
        </p:sp>
        <p:sp>
          <p:nvSpPr>
            <p:cNvPr id="22" name="TextBox 21">
              <a:extLst>
                <a:ext uri="{FF2B5EF4-FFF2-40B4-BE49-F238E27FC236}">
                  <a16:creationId xmlns:a16="http://schemas.microsoft.com/office/drawing/2014/main" id="{FCCF1B39-BE7A-F30D-D10F-5952AA3ED611}"/>
                </a:ext>
              </a:extLst>
            </p:cNvPr>
            <p:cNvSpPr txBox="1"/>
            <p:nvPr/>
          </p:nvSpPr>
          <p:spPr>
            <a:xfrm>
              <a:off x="7735444" y="2202418"/>
              <a:ext cx="3817899" cy="954107"/>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 The requirements document should include requirements, which define all functions, and constraints intended by the system user.</a:t>
              </a:r>
              <a:endParaRPr lang="en-IN" dirty="0">
                <a:solidFill>
                  <a:schemeClr val="bg1">
                    <a:lumMod val="10000"/>
                  </a:schemeClr>
                </a:solidFill>
                <a:latin typeface="Kantumruy Pro" panose="020B0604020202020204" charset="0"/>
                <a:cs typeface="Kantumruy Pro" panose="020B0604020202020204" charset="0"/>
              </a:endParaRPr>
            </a:p>
          </p:txBody>
        </p:sp>
        <p:sp>
          <p:nvSpPr>
            <p:cNvPr id="24" name="TextBox 23">
              <a:extLst>
                <a:ext uri="{FF2B5EF4-FFF2-40B4-BE49-F238E27FC236}">
                  <a16:creationId xmlns:a16="http://schemas.microsoft.com/office/drawing/2014/main" id="{750EC497-1E6A-B0B9-148B-28532C013091}"/>
                </a:ext>
              </a:extLst>
            </p:cNvPr>
            <p:cNvSpPr txBox="1"/>
            <p:nvPr/>
          </p:nvSpPr>
          <p:spPr>
            <a:xfrm>
              <a:off x="11611114" y="2030233"/>
              <a:ext cx="3835889" cy="1384995"/>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Using knowledge: of existing technology, the requirements should be checked to ensure that they could actually be implemented. These checks should also take account of the budget and schedule for the system development</a:t>
              </a:r>
              <a:endParaRPr lang="en-IN" dirty="0">
                <a:solidFill>
                  <a:schemeClr val="bg1">
                    <a:lumMod val="10000"/>
                  </a:schemeClr>
                </a:solidFill>
                <a:latin typeface="Kantumruy Pro" panose="020B0604020202020204" charset="0"/>
                <a:cs typeface="Kantumruy Pro" panose="020B0604020202020204" charset="0"/>
              </a:endParaRPr>
            </a:p>
          </p:txBody>
        </p:sp>
        <p:sp>
          <p:nvSpPr>
            <p:cNvPr id="26" name="TextBox 25">
              <a:extLst>
                <a:ext uri="{FF2B5EF4-FFF2-40B4-BE49-F238E27FC236}">
                  <a16:creationId xmlns:a16="http://schemas.microsoft.com/office/drawing/2014/main" id="{7E3414C6-53C1-7E57-673C-34C31F3746FE}"/>
                </a:ext>
              </a:extLst>
            </p:cNvPr>
            <p:cNvSpPr txBox="1"/>
            <p:nvPr/>
          </p:nvSpPr>
          <p:spPr>
            <a:xfrm>
              <a:off x="15504773" y="1922512"/>
              <a:ext cx="3844658" cy="1600438"/>
            </a:xfrm>
            <a:prstGeom prst="rect">
              <a:avLst/>
            </a:prstGeom>
            <a:noFill/>
          </p:spPr>
          <p:txBody>
            <a:bodyPr wrap="square">
              <a:spAutoFit/>
            </a:bodyPr>
            <a:lstStyle/>
            <a:p>
              <a:pPr algn="r"/>
              <a:r>
                <a:rPr lang="en-US" dirty="0">
                  <a:solidFill>
                    <a:schemeClr val="bg1">
                      <a:lumMod val="10000"/>
                    </a:schemeClr>
                  </a:solidFill>
                  <a:latin typeface="Kantumruy Pro" panose="020B0604020202020204" charset="0"/>
                  <a:cs typeface="Kantumruy Pro" panose="020B0604020202020204" charset="0"/>
                </a:rPr>
                <a:t>To reduce the potential for dispute between customer and contractor, system requirements should always be written so that they are verifiable. This means that you should be able to write a set of tests that can demonstrate that the delivered system meets each specified requirement.</a:t>
              </a:r>
              <a:endParaRPr lang="en-IN" dirty="0">
                <a:solidFill>
                  <a:schemeClr val="bg1">
                    <a:lumMod val="10000"/>
                  </a:schemeClr>
                </a:solidFill>
                <a:latin typeface="Kantumruy Pro" panose="020B0604020202020204" charset="0"/>
                <a:cs typeface="Kantumruy Pro" panose="020B0604020202020204" charset="0"/>
              </a:endParaRPr>
            </a:p>
          </p:txBody>
        </p:sp>
      </p:grpSp>
      <p:sp>
        <p:nvSpPr>
          <p:cNvPr id="4" name="Rectangle 3">
            <a:extLst>
              <a:ext uri="{FF2B5EF4-FFF2-40B4-BE49-F238E27FC236}">
                <a16:creationId xmlns:a16="http://schemas.microsoft.com/office/drawing/2014/main" id="{D242EFC5-5215-7B16-D4A4-A14270331E24}"/>
              </a:ext>
            </a:extLst>
          </p:cNvPr>
          <p:cNvSpPr/>
          <p:nvPr/>
        </p:nvSpPr>
        <p:spPr>
          <a:xfrm>
            <a:off x="4046087" y="1361657"/>
            <a:ext cx="5053370" cy="2764138"/>
          </a:xfrm>
          <a:prstGeom prst="rect">
            <a:avLst/>
          </a:prstGeom>
          <a:solidFill>
            <a:srgbClr val="F3F4E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741" name="Google Shape;741;p42">
            <a:extLst>
              <a:ext uri="{FF2B5EF4-FFF2-40B4-BE49-F238E27FC236}">
                <a16:creationId xmlns:a16="http://schemas.microsoft.com/office/drawing/2014/main" id="{56DC1F5B-9B50-68F6-5662-721C8B777CB8}"/>
              </a:ext>
            </a:extLst>
          </p:cNvPr>
          <p:cNvSpPr txBox="1">
            <a:spLocks noGrp="1"/>
          </p:cNvSpPr>
          <p:nvPr>
            <p:ph type="title"/>
          </p:nvPr>
        </p:nvSpPr>
        <p:spPr>
          <a:xfrm>
            <a:off x="715050" y="185025"/>
            <a:ext cx="7713900" cy="1025008"/>
          </a:xfrm>
          <a:prstGeom prst="rect">
            <a:avLst/>
          </a:prstGeom>
          <a:ln>
            <a:noFill/>
          </a:ln>
        </p:spPr>
        <p:txBody>
          <a:bodyPr spcFirstLastPara="1" wrap="square" lIns="91425" tIns="91425" rIns="91425" bIns="91425" anchor="t" anchorCtr="0">
            <a:noAutofit/>
          </a:bodyPr>
          <a:lstStyle/>
          <a:p>
            <a:pPr lvl="0"/>
            <a:r>
              <a:rPr lang="en-US" dirty="0">
                <a:latin typeface="Kantumruy Pro SemiBold" panose="020B0604020202020204" charset="0"/>
                <a:cs typeface="Kantumruy Pro SemiBold" panose="020B0604020202020204" charset="0"/>
              </a:rPr>
              <a:t>validation process checks </a:t>
            </a:r>
            <a:r>
              <a:rPr lang="en-US" dirty="0"/>
              <a:t>to be carried on the requirements document</a:t>
            </a:r>
            <a:endParaRPr dirty="0">
              <a:latin typeface="Kantumruy Pro SemiBold"/>
              <a:ea typeface="Kantumruy Pro SemiBold"/>
              <a:cs typeface="Kantumruy Pro SemiBold"/>
              <a:sym typeface="Kantumruy Pro SemiBold"/>
            </a:endParaRPr>
          </a:p>
        </p:txBody>
      </p:sp>
      <p:sp>
        <p:nvSpPr>
          <p:cNvPr id="744" name="Google Shape;744;p42">
            <a:extLst>
              <a:ext uri="{FF2B5EF4-FFF2-40B4-BE49-F238E27FC236}">
                <a16:creationId xmlns:a16="http://schemas.microsoft.com/office/drawing/2014/main" id="{7C0AAA84-FF6A-500D-3C55-D24ED829940F}"/>
              </a:ext>
            </a:extLst>
          </p:cNvPr>
          <p:cNvSpPr txBox="1"/>
          <p:nvPr/>
        </p:nvSpPr>
        <p:spPr>
          <a:xfrm>
            <a:off x="4327420" y="2819782"/>
            <a:ext cx="41193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1500" dirty="0">
                <a:solidFill>
                  <a:schemeClr val="dk1"/>
                </a:solidFill>
                <a:latin typeface="Kantumruy Pro Medium" panose="020B0604020202020204" charset="0"/>
                <a:ea typeface="Kantumruy Pro SemiBold"/>
                <a:cs typeface="Kantumruy Pro Medium" panose="020B0604020202020204" charset="0"/>
                <a:sym typeface="Kantumruy Pro SemiBold"/>
              </a:rPr>
              <a:t>Example</a:t>
            </a:r>
            <a:endParaRPr sz="1500" dirty="0">
              <a:solidFill>
                <a:schemeClr val="dk1"/>
              </a:solidFill>
              <a:latin typeface="Kantumruy Pro Medium" panose="020B0604020202020204" charset="0"/>
              <a:ea typeface="Kantumruy Pro SemiBold"/>
              <a:cs typeface="Kantumruy Pro Medium" panose="020B0604020202020204" charset="0"/>
              <a:sym typeface="Kantumruy Pro SemiBold"/>
            </a:endParaRPr>
          </a:p>
        </p:txBody>
      </p:sp>
      <p:grpSp>
        <p:nvGrpSpPr>
          <p:cNvPr id="18" name="Group 17">
            <a:extLst>
              <a:ext uri="{FF2B5EF4-FFF2-40B4-BE49-F238E27FC236}">
                <a16:creationId xmlns:a16="http://schemas.microsoft.com/office/drawing/2014/main" id="{34C0F7CE-6C0E-AF48-60E4-903574786C7D}"/>
              </a:ext>
            </a:extLst>
          </p:cNvPr>
          <p:cNvGrpSpPr/>
          <p:nvPr/>
        </p:nvGrpSpPr>
        <p:grpSpPr>
          <a:xfrm>
            <a:off x="4929182" y="2780528"/>
            <a:ext cx="2830888" cy="84600"/>
            <a:chOff x="4953900" y="3370475"/>
            <a:chExt cx="2830888" cy="84600"/>
          </a:xfrm>
        </p:grpSpPr>
        <p:sp>
          <p:nvSpPr>
            <p:cNvPr id="751" name="Google Shape;751;p42">
              <a:extLst>
                <a:ext uri="{FF2B5EF4-FFF2-40B4-BE49-F238E27FC236}">
                  <a16:creationId xmlns:a16="http://schemas.microsoft.com/office/drawing/2014/main" id="{278DFAC7-2D04-C6EC-C0CE-5CCEC8BBFD3F}"/>
                </a:ext>
              </a:extLst>
            </p:cNvPr>
            <p:cNvSpPr/>
            <p:nvPr/>
          </p:nvSpPr>
          <p:spPr>
            <a:xfrm>
              <a:off x="4953900"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42">
              <a:extLst>
                <a:ext uri="{FF2B5EF4-FFF2-40B4-BE49-F238E27FC236}">
                  <a16:creationId xmlns:a16="http://schemas.microsoft.com/office/drawing/2014/main" id="{D3741B50-A07E-72A3-E69F-1653A5822255}"/>
                </a:ext>
              </a:extLst>
            </p:cNvPr>
            <p:cNvSpPr/>
            <p:nvPr/>
          </p:nvSpPr>
          <p:spPr>
            <a:xfrm>
              <a:off x="6326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42">
              <a:extLst>
                <a:ext uri="{FF2B5EF4-FFF2-40B4-BE49-F238E27FC236}">
                  <a16:creationId xmlns:a16="http://schemas.microsoft.com/office/drawing/2014/main" id="{75B6EE45-F07B-B1B2-AC08-6A53BB87307E}"/>
                </a:ext>
              </a:extLst>
            </p:cNvPr>
            <p:cNvSpPr/>
            <p:nvPr/>
          </p:nvSpPr>
          <p:spPr>
            <a:xfrm>
              <a:off x="7699888" y="3370475"/>
              <a:ext cx="84900" cy="846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roup 16">
              <a:extLst>
                <a:ext uri="{FF2B5EF4-FFF2-40B4-BE49-F238E27FC236}">
                  <a16:creationId xmlns:a16="http://schemas.microsoft.com/office/drawing/2014/main" id="{4CE0B594-BAE5-E360-15AA-76D5A9C664E2}"/>
                </a:ext>
              </a:extLst>
            </p:cNvPr>
            <p:cNvGrpSpPr/>
            <p:nvPr/>
          </p:nvGrpSpPr>
          <p:grpSpPr>
            <a:xfrm>
              <a:off x="5038800" y="3401165"/>
              <a:ext cx="2661188" cy="5080"/>
              <a:chOff x="5038800" y="3788695"/>
              <a:chExt cx="2661188" cy="5080"/>
            </a:xfrm>
          </p:grpSpPr>
          <p:cxnSp>
            <p:nvCxnSpPr>
              <p:cNvPr id="754" name="Google Shape;754;p42">
                <a:extLst>
                  <a:ext uri="{FF2B5EF4-FFF2-40B4-BE49-F238E27FC236}">
                    <a16:creationId xmlns:a16="http://schemas.microsoft.com/office/drawing/2014/main" id="{37736E06-07F6-BE09-4B82-F4A5AA44ADA3}"/>
                  </a:ext>
                </a:extLst>
              </p:cNvPr>
              <p:cNvCxnSpPr>
                <a:cxnSpLocks/>
              </p:cNvCxnSpPr>
              <p:nvPr/>
            </p:nvCxnSpPr>
            <p:spPr>
              <a:xfrm>
                <a:off x="5038800" y="3788695"/>
                <a:ext cx="1288200" cy="0"/>
              </a:xfrm>
              <a:prstGeom prst="straightConnector1">
                <a:avLst/>
              </a:prstGeom>
              <a:noFill/>
              <a:ln w="9525" cap="flat" cmpd="sng">
                <a:solidFill>
                  <a:schemeClr val="dk1"/>
                </a:solidFill>
                <a:prstDash val="solid"/>
                <a:round/>
                <a:headEnd type="none" w="med" len="med"/>
                <a:tailEnd type="none" w="med" len="med"/>
              </a:ln>
            </p:spPr>
          </p:cxnSp>
          <p:cxnSp>
            <p:nvCxnSpPr>
              <p:cNvPr id="755" name="Google Shape;755;p42">
                <a:extLst>
                  <a:ext uri="{FF2B5EF4-FFF2-40B4-BE49-F238E27FC236}">
                    <a16:creationId xmlns:a16="http://schemas.microsoft.com/office/drawing/2014/main" id="{AE8DF0A7-06E1-33E1-2C0E-F40AC3103ACF}"/>
                  </a:ext>
                </a:extLst>
              </p:cNvPr>
              <p:cNvCxnSpPr>
                <a:cxnSpLocks/>
              </p:cNvCxnSpPr>
              <p:nvPr/>
            </p:nvCxnSpPr>
            <p:spPr>
              <a:xfrm>
                <a:off x="6411788" y="3793775"/>
                <a:ext cx="1288200" cy="0"/>
              </a:xfrm>
              <a:prstGeom prst="straightConnector1">
                <a:avLst/>
              </a:prstGeom>
              <a:noFill/>
              <a:ln w="9525" cap="flat" cmpd="sng">
                <a:solidFill>
                  <a:schemeClr val="dk1"/>
                </a:solidFill>
                <a:prstDash val="solid"/>
                <a:round/>
                <a:headEnd type="none" w="med" len="med"/>
                <a:tailEnd type="none" w="med" len="med"/>
              </a:ln>
            </p:spPr>
          </p:cxnSp>
        </p:grpSp>
      </p:grpSp>
      <p:cxnSp>
        <p:nvCxnSpPr>
          <p:cNvPr id="756" name="Google Shape;756;p42">
            <a:extLst>
              <a:ext uri="{FF2B5EF4-FFF2-40B4-BE49-F238E27FC236}">
                <a16:creationId xmlns:a16="http://schemas.microsoft.com/office/drawing/2014/main" id="{3CA8C466-A372-775D-BBDC-F6A55D34B920}"/>
              </a:ext>
            </a:extLst>
          </p:cNvPr>
          <p:cNvCxnSpPr>
            <a:cxnSpLocks/>
          </p:cNvCxnSpPr>
          <p:nvPr/>
        </p:nvCxnSpPr>
        <p:spPr>
          <a:xfrm>
            <a:off x="4090625" y="1340662"/>
            <a:ext cx="0" cy="2764138"/>
          </a:xfrm>
          <a:prstGeom prst="straightConnector1">
            <a:avLst/>
          </a:prstGeom>
          <a:noFill/>
          <a:ln w="9525" cap="flat" cmpd="sng">
            <a:solidFill>
              <a:schemeClr val="dk1"/>
            </a:solidFill>
            <a:prstDash val="solid"/>
            <a:round/>
            <a:headEnd type="none" w="med" len="med"/>
            <a:tailEnd type="none" w="med" len="med"/>
          </a:ln>
        </p:spPr>
      </p:cxnSp>
      <p:grpSp>
        <p:nvGrpSpPr>
          <p:cNvPr id="16" name="Group 15">
            <a:extLst>
              <a:ext uri="{FF2B5EF4-FFF2-40B4-BE49-F238E27FC236}">
                <a16:creationId xmlns:a16="http://schemas.microsoft.com/office/drawing/2014/main" id="{26194077-B368-97A5-75E0-1CEC05D4E744}"/>
              </a:ext>
            </a:extLst>
          </p:cNvPr>
          <p:cNvGrpSpPr/>
          <p:nvPr/>
        </p:nvGrpSpPr>
        <p:grpSpPr>
          <a:xfrm>
            <a:off x="1548103" y="1577717"/>
            <a:ext cx="5544298" cy="1430481"/>
            <a:chOff x="5594681" y="1762125"/>
            <a:chExt cx="5544298" cy="1430481"/>
          </a:xfrm>
        </p:grpSpPr>
        <p:grpSp>
          <p:nvGrpSpPr>
            <p:cNvPr id="12" name="Group 11">
              <a:extLst>
                <a:ext uri="{FF2B5EF4-FFF2-40B4-BE49-F238E27FC236}">
                  <a16:creationId xmlns:a16="http://schemas.microsoft.com/office/drawing/2014/main" id="{E81743BB-2C94-5445-BC6E-5CDCF3E6716C}"/>
                </a:ext>
              </a:extLst>
            </p:cNvPr>
            <p:cNvGrpSpPr/>
            <p:nvPr/>
          </p:nvGrpSpPr>
          <p:grpSpPr>
            <a:xfrm>
              <a:off x="5594681" y="1762125"/>
              <a:ext cx="1373100" cy="1429500"/>
              <a:chOff x="5682791" y="1762125"/>
              <a:chExt cx="1373100" cy="1429500"/>
            </a:xfrm>
          </p:grpSpPr>
          <p:sp>
            <p:nvSpPr>
              <p:cNvPr id="747" name="Google Shape;747;p42">
                <a:extLst>
                  <a:ext uri="{FF2B5EF4-FFF2-40B4-BE49-F238E27FC236}">
                    <a16:creationId xmlns:a16="http://schemas.microsoft.com/office/drawing/2014/main" id="{FA8DCBF0-4AF2-7F16-B459-E677FA04893F}"/>
                  </a:ext>
                </a:extLst>
              </p:cNvPr>
              <p:cNvSpPr txBox="1"/>
              <p:nvPr/>
            </p:nvSpPr>
            <p:spPr>
              <a:xfrm>
                <a:off x="5682791"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200" dirty="0">
                  <a:solidFill>
                    <a:schemeClr val="dk1"/>
                  </a:solidFill>
                  <a:latin typeface="Kantumruy Pro SemiBold"/>
                  <a:ea typeface="Kantumruy Pro SemiBold"/>
                  <a:cs typeface="Kantumruy Pro SemiBold"/>
                  <a:sym typeface="Kantumruy Pro SemiBold"/>
                </a:endParaRPr>
              </a:p>
            </p:txBody>
          </p:sp>
          <p:sp>
            <p:nvSpPr>
              <p:cNvPr id="748" name="Google Shape;748;p42">
                <a:extLst>
                  <a:ext uri="{FF2B5EF4-FFF2-40B4-BE49-F238E27FC236}">
                    <a16:creationId xmlns:a16="http://schemas.microsoft.com/office/drawing/2014/main" id="{E7D4F4F1-824C-2945-5FA5-43382E020ABD}"/>
                  </a:ext>
                </a:extLst>
              </p:cNvPr>
              <p:cNvSpPr txBox="1"/>
              <p:nvPr/>
            </p:nvSpPr>
            <p:spPr>
              <a:xfrm>
                <a:off x="5682791" y="2263425"/>
                <a:ext cx="1373100"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dirty="0">
                  <a:solidFill>
                    <a:schemeClr val="dk1"/>
                  </a:solidFill>
                  <a:latin typeface="Kantumruy Pro Medium"/>
                  <a:ea typeface="Kantumruy Pro Medium"/>
                  <a:cs typeface="Kantumruy Pro Medium"/>
                  <a:sym typeface="Kantumruy Pro Medium"/>
                </a:endParaRPr>
              </a:p>
            </p:txBody>
          </p:sp>
        </p:grpSp>
        <p:grpSp>
          <p:nvGrpSpPr>
            <p:cNvPr id="7" name="Group 6">
              <a:extLst>
                <a:ext uri="{FF2B5EF4-FFF2-40B4-BE49-F238E27FC236}">
                  <a16:creationId xmlns:a16="http://schemas.microsoft.com/office/drawing/2014/main" id="{A535847F-18C3-1E0F-DC05-AAF3E0AF8ECC}"/>
                </a:ext>
              </a:extLst>
            </p:cNvPr>
            <p:cNvGrpSpPr/>
            <p:nvPr/>
          </p:nvGrpSpPr>
          <p:grpSpPr>
            <a:xfrm>
              <a:off x="6879562" y="1762125"/>
              <a:ext cx="1478618" cy="1429500"/>
              <a:chOff x="7055782" y="1762125"/>
              <a:chExt cx="1478618" cy="1429500"/>
            </a:xfrm>
          </p:grpSpPr>
          <p:sp>
            <p:nvSpPr>
              <p:cNvPr id="749" name="Google Shape;749;p42">
                <a:extLst>
                  <a:ext uri="{FF2B5EF4-FFF2-40B4-BE49-F238E27FC236}">
                    <a16:creationId xmlns:a16="http://schemas.microsoft.com/office/drawing/2014/main" id="{A5B5F7B4-C5EF-4B54-3914-F8100981A180}"/>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endParaRPr sz="2200" dirty="0">
                  <a:solidFill>
                    <a:schemeClr val="dk1"/>
                  </a:solidFill>
                  <a:latin typeface="Kantumruy Pro SemiBold"/>
                  <a:ea typeface="Kantumruy Pro SemiBold"/>
                  <a:cs typeface="Kantumruy Pro SemiBold"/>
                  <a:sym typeface="Kantumruy Pro SemiBold"/>
                </a:endParaRPr>
              </a:p>
            </p:txBody>
          </p:sp>
          <p:sp>
            <p:nvSpPr>
              <p:cNvPr id="750" name="Google Shape;750;p42">
                <a:extLst>
                  <a:ext uri="{FF2B5EF4-FFF2-40B4-BE49-F238E27FC236}">
                    <a16:creationId xmlns:a16="http://schemas.microsoft.com/office/drawing/2014/main" id="{5A58A507-2C14-5ED5-DA78-B239E4923A57}"/>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endParaRPr dirty="0">
                  <a:solidFill>
                    <a:schemeClr val="dk1"/>
                  </a:solidFill>
                  <a:latin typeface="Kantumruy Pro Medium"/>
                  <a:ea typeface="Kantumruy Pro Medium"/>
                  <a:cs typeface="Kantumruy Pro Medium"/>
                  <a:sym typeface="Kantumruy Pro Medium"/>
                </a:endParaRPr>
              </a:p>
            </p:txBody>
          </p:sp>
        </p:grpSp>
        <p:grpSp>
          <p:nvGrpSpPr>
            <p:cNvPr id="8" name="Group 7">
              <a:extLst>
                <a:ext uri="{FF2B5EF4-FFF2-40B4-BE49-F238E27FC236}">
                  <a16:creationId xmlns:a16="http://schemas.microsoft.com/office/drawing/2014/main" id="{8260800B-B6A8-378C-09AF-89EAE280648B}"/>
                </a:ext>
              </a:extLst>
            </p:cNvPr>
            <p:cNvGrpSpPr/>
            <p:nvPr/>
          </p:nvGrpSpPr>
          <p:grpSpPr>
            <a:xfrm>
              <a:off x="8269961" y="1762125"/>
              <a:ext cx="1478618" cy="1429500"/>
              <a:chOff x="7055782" y="1762125"/>
              <a:chExt cx="1478618" cy="1429500"/>
            </a:xfrm>
          </p:grpSpPr>
          <p:sp>
            <p:nvSpPr>
              <p:cNvPr id="9" name="Google Shape;749;p42">
                <a:extLst>
                  <a:ext uri="{FF2B5EF4-FFF2-40B4-BE49-F238E27FC236}">
                    <a16:creationId xmlns:a16="http://schemas.microsoft.com/office/drawing/2014/main" id="{3FF2EADD-4AC6-2C14-246B-2AA584F271DC}"/>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04</a:t>
                </a:r>
                <a:endParaRPr sz="2200" dirty="0">
                  <a:solidFill>
                    <a:schemeClr val="dk1"/>
                  </a:solidFill>
                  <a:latin typeface="Kantumruy Pro SemiBold"/>
                  <a:ea typeface="Kantumruy Pro SemiBold"/>
                  <a:cs typeface="Kantumruy Pro SemiBold"/>
                  <a:sym typeface="Kantumruy Pro SemiBold"/>
                </a:endParaRPr>
              </a:p>
            </p:txBody>
          </p:sp>
          <p:sp>
            <p:nvSpPr>
              <p:cNvPr id="10" name="Google Shape;750;p42">
                <a:extLst>
                  <a:ext uri="{FF2B5EF4-FFF2-40B4-BE49-F238E27FC236}">
                    <a16:creationId xmlns:a16="http://schemas.microsoft.com/office/drawing/2014/main" id="{CF77E383-7205-3A88-0C3D-2B9BA1524320}"/>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Realism</a:t>
                </a:r>
              </a:p>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Check</a:t>
                </a:r>
                <a:endParaRPr dirty="0">
                  <a:solidFill>
                    <a:schemeClr val="dk1"/>
                  </a:solidFill>
                  <a:latin typeface="Kantumruy Pro Medium"/>
                  <a:ea typeface="Kantumruy Pro Medium"/>
                  <a:cs typeface="Kantumruy Pro Medium"/>
                  <a:sym typeface="Kantumruy Pro Medium"/>
                </a:endParaRPr>
              </a:p>
            </p:txBody>
          </p:sp>
        </p:grpSp>
        <p:grpSp>
          <p:nvGrpSpPr>
            <p:cNvPr id="13" name="Group 12">
              <a:extLst>
                <a:ext uri="{FF2B5EF4-FFF2-40B4-BE49-F238E27FC236}">
                  <a16:creationId xmlns:a16="http://schemas.microsoft.com/office/drawing/2014/main" id="{19758E9C-0FB7-4DF7-E993-53AA49806B26}"/>
                </a:ext>
              </a:extLst>
            </p:cNvPr>
            <p:cNvGrpSpPr/>
            <p:nvPr/>
          </p:nvGrpSpPr>
          <p:grpSpPr>
            <a:xfrm>
              <a:off x="9660361" y="1763106"/>
              <a:ext cx="1478618" cy="1429500"/>
              <a:chOff x="7055782" y="1762125"/>
              <a:chExt cx="1478618" cy="1429500"/>
            </a:xfrm>
          </p:grpSpPr>
          <p:sp>
            <p:nvSpPr>
              <p:cNvPr id="14" name="Google Shape;749;p42">
                <a:extLst>
                  <a:ext uri="{FF2B5EF4-FFF2-40B4-BE49-F238E27FC236}">
                    <a16:creationId xmlns:a16="http://schemas.microsoft.com/office/drawing/2014/main" id="{69ED5114-80B1-525A-0331-DFF475EB4610}"/>
                  </a:ext>
                </a:extLst>
              </p:cNvPr>
              <p:cNvSpPr txBox="1"/>
              <p:nvPr/>
            </p:nvSpPr>
            <p:spPr>
              <a:xfrm>
                <a:off x="7055782" y="1762125"/>
                <a:ext cx="1373100" cy="5013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2200" dirty="0">
                    <a:solidFill>
                      <a:schemeClr val="dk1"/>
                    </a:solidFill>
                    <a:latin typeface="Kantumruy Pro SemiBold"/>
                    <a:ea typeface="Kantumruy Pro SemiBold"/>
                    <a:cs typeface="Kantumruy Pro SemiBold"/>
                    <a:sym typeface="Kantumruy Pro SemiBold"/>
                  </a:rPr>
                  <a:t>05</a:t>
                </a:r>
                <a:endParaRPr sz="2200" dirty="0">
                  <a:solidFill>
                    <a:schemeClr val="dk1"/>
                  </a:solidFill>
                  <a:latin typeface="Kantumruy Pro SemiBold"/>
                  <a:ea typeface="Kantumruy Pro SemiBold"/>
                  <a:cs typeface="Kantumruy Pro SemiBold"/>
                  <a:sym typeface="Kantumruy Pro SemiBold"/>
                </a:endParaRPr>
              </a:p>
            </p:txBody>
          </p:sp>
          <p:sp>
            <p:nvSpPr>
              <p:cNvPr id="15" name="Google Shape;750;p42">
                <a:extLst>
                  <a:ext uri="{FF2B5EF4-FFF2-40B4-BE49-F238E27FC236}">
                    <a16:creationId xmlns:a16="http://schemas.microsoft.com/office/drawing/2014/main" id="{02FBB047-5445-F43F-0679-96870678DFEE}"/>
                  </a:ext>
                </a:extLst>
              </p:cNvPr>
              <p:cNvSpPr txBox="1"/>
              <p:nvPr/>
            </p:nvSpPr>
            <p:spPr>
              <a:xfrm>
                <a:off x="7055782" y="2263425"/>
                <a:ext cx="1478618" cy="9282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US" dirty="0">
                    <a:solidFill>
                      <a:schemeClr val="dk1"/>
                    </a:solidFill>
                    <a:latin typeface="Kantumruy Pro Medium"/>
                    <a:ea typeface="Kantumruy Pro Medium"/>
                    <a:cs typeface="Kantumruy Pro Medium"/>
                    <a:sym typeface="Kantumruy Pro Medium"/>
                  </a:rPr>
                  <a:t>Verifiability</a:t>
                </a:r>
                <a:endParaRPr dirty="0">
                  <a:solidFill>
                    <a:schemeClr val="dk1"/>
                  </a:solidFill>
                  <a:latin typeface="Kantumruy Pro Medium"/>
                  <a:ea typeface="Kantumruy Pro Medium"/>
                  <a:cs typeface="Kantumruy Pro Medium"/>
                  <a:sym typeface="Kantumruy Pro Medium"/>
                </a:endParaRPr>
              </a:p>
            </p:txBody>
          </p:sp>
        </p:grpSp>
      </p:grpSp>
      <p:grpSp>
        <p:nvGrpSpPr>
          <p:cNvPr id="37" name="Group 36">
            <a:extLst>
              <a:ext uri="{FF2B5EF4-FFF2-40B4-BE49-F238E27FC236}">
                <a16:creationId xmlns:a16="http://schemas.microsoft.com/office/drawing/2014/main" id="{76914636-7C72-3A7D-D1D8-CC5CDE7EFD82}"/>
              </a:ext>
            </a:extLst>
          </p:cNvPr>
          <p:cNvGrpSpPr/>
          <p:nvPr/>
        </p:nvGrpSpPr>
        <p:grpSpPr>
          <a:xfrm>
            <a:off x="4216883" y="-4264690"/>
            <a:ext cx="4680264" cy="8805606"/>
            <a:chOff x="4173476" y="3399980"/>
            <a:chExt cx="4680264" cy="8805606"/>
          </a:xfrm>
        </p:grpSpPr>
        <p:sp>
          <p:nvSpPr>
            <p:cNvPr id="6" name="TextBox 5">
              <a:extLst>
                <a:ext uri="{FF2B5EF4-FFF2-40B4-BE49-F238E27FC236}">
                  <a16:creationId xmlns:a16="http://schemas.microsoft.com/office/drawing/2014/main" id="{FCE7D68D-1247-1064-E412-A12DC44CC670}"/>
                </a:ext>
              </a:extLst>
            </p:cNvPr>
            <p:cNvSpPr txBox="1"/>
            <p:nvPr/>
          </p:nvSpPr>
          <p:spPr>
            <a:xfrm>
              <a:off x="4173476" y="3399980"/>
              <a:ext cx="4255474" cy="276999"/>
            </a:xfrm>
            <a:prstGeom prst="rect">
              <a:avLst/>
            </a:prstGeom>
            <a:noFill/>
          </p:spPr>
          <p:txBody>
            <a:bodyPr wrap="square" lIns="0">
              <a:spAutoFit/>
            </a:bodyPr>
            <a:lstStyle/>
            <a:p>
              <a:pPr marL="457200" algn="just"/>
              <a:endParaRPr lang="en-US" sz="1200" dirty="0">
                <a:latin typeface="Kantumruy Pro" panose="020B0604020202020204" charset="0"/>
                <a:cs typeface="Kantumruy Pro" panose="020B0604020202020204" charset="0"/>
              </a:endParaRPr>
            </a:p>
          </p:txBody>
        </p:sp>
        <p:sp>
          <p:nvSpPr>
            <p:cNvPr id="29" name="TextBox 28">
              <a:extLst>
                <a:ext uri="{FF2B5EF4-FFF2-40B4-BE49-F238E27FC236}">
                  <a16:creationId xmlns:a16="http://schemas.microsoft.com/office/drawing/2014/main" id="{9C45749C-52E5-28B1-F194-3BA1596D704A}"/>
                </a:ext>
              </a:extLst>
            </p:cNvPr>
            <p:cNvSpPr txBox="1"/>
            <p:nvPr/>
          </p:nvSpPr>
          <p:spPr>
            <a:xfrm>
              <a:off x="4598266" y="5167229"/>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1" name="TextBox 30">
              <a:extLst>
                <a:ext uri="{FF2B5EF4-FFF2-40B4-BE49-F238E27FC236}">
                  <a16:creationId xmlns:a16="http://schemas.microsoft.com/office/drawing/2014/main" id="{6C6C4585-C339-3C11-D701-EF46833440B2}"/>
                </a:ext>
              </a:extLst>
            </p:cNvPr>
            <p:cNvSpPr txBox="1"/>
            <p:nvPr/>
          </p:nvSpPr>
          <p:spPr>
            <a:xfrm>
              <a:off x="4596606" y="6965763"/>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3" name="TextBox 32">
              <a:extLst>
                <a:ext uri="{FF2B5EF4-FFF2-40B4-BE49-F238E27FC236}">
                  <a16:creationId xmlns:a16="http://schemas.microsoft.com/office/drawing/2014/main" id="{5908C53A-7682-6765-AFBE-071BDB4FED3D}"/>
                </a:ext>
              </a:extLst>
            </p:cNvPr>
            <p:cNvSpPr txBox="1"/>
            <p:nvPr/>
          </p:nvSpPr>
          <p:spPr>
            <a:xfrm>
              <a:off x="4596606" y="8985510"/>
              <a:ext cx="4255474" cy="276999"/>
            </a:xfrm>
            <a:prstGeom prst="rect">
              <a:avLst/>
            </a:prstGeom>
            <a:noFill/>
          </p:spPr>
          <p:txBody>
            <a:bodyPr wrap="square" lIns="0">
              <a:spAutoFit/>
            </a:bodyPr>
            <a:lstStyle/>
            <a:p>
              <a:pPr lvl="0" eaLnBrk="0" fontAlgn="base" hangingPunct="0">
                <a:spcBef>
                  <a:spcPct val="0"/>
                </a:spcBef>
                <a:spcAft>
                  <a:spcPct val="0"/>
                </a:spcAft>
                <a:buClrTx/>
              </a:pPr>
              <a:endParaRPr lang="en-US" altLang="en-US" sz="1200" dirty="0">
                <a:solidFill>
                  <a:schemeClr val="bg1">
                    <a:lumMod val="10000"/>
                  </a:schemeClr>
                </a:solidFill>
                <a:latin typeface="Kantumruy Pro" panose="020B0604020202020204" charset="0"/>
                <a:cs typeface="Kantumruy Pro" panose="020B0604020202020204" charset="0"/>
              </a:endParaRPr>
            </a:p>
          </p:txBody>
        </p:sp>
        <p:sp>
          <p:nvSpPr>
            <p:cNvPr id="35" name="TextBox 34">
              <a:extLst>
                <a:ext uri="{FF2B5EF4-FFF2-40B4-BE49-F238E27FC236}">
                  <a16:creationId xmlns:a16="http://schemas.microsoft.com/office/drawing/2014/main" id="{6863D288-0CAB-D8A6-4E5A-E581EBC65B74}"/>
                </a:ext>
              </a:extLst>
            </p:cNvPr>
            <p:cNvSpPr txBox="1"/>
            <p:nvPr/>
          </p:nvSpPr>
          <p:spPr>
            <a:xfrm>
              <a:off x="4596606" y="11189923"/>
              <a:ext cx="4255474" cy="1015663"/>
            </a:xfrm>
            <a:prstGeom prst="rect">
              <a:avLst/>
            </a:prstGeom>
            <a:noFill/>
          </p:spPr>
          <p:txBody>
            <a:bodyPr wrap="square" lIns="0">
              <a:spAutoFit/>
            </a:bodyPr>
            <a:lstStyle/>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A requirement says: The website should be user-friendly. This is vague and not verifiable.</a:t>
              </a:r>
            </a:p>
            <a:p>
              <a:pPr lvl="0" eaLnBrk="0" fontAlgn="base" hangingPunct="0">
                <a:spcBef>
                  <a:spcPct val="0"/>
                </a:spcBef>
                <a:spcAft>
                  <a:spcPct val="0"/>
                </a:spcAft>
                <a:buClrTx/>
              </a:pPr>
              <a:r>
                <a:rPr lang="en-US" altLang="en-US" sz="1200" dirty="0">
                  <a:solidFill>
                    <a:schemeClr val="bg1">
                      <a:lumMod val="10000"/>
                    </a:schemeClr>
                  </a:solidFill>
                  <a:latin typeface="Kantumruy Pro" panose="020B0604020202020204" charset="0"/>
                  <a:cs typeface="Kantumruy Pro" panose="020B0604020202020204" charset="0"/>
                </a:rPr>
                <a:t>Instead, it should say: The website should load within 3 seconds on a 4G network. This is verifiable by performance tests.</a:t>
              </a:r>
            </a:p>
          </p:txBody>
        </p:sp>
      </p:grpSp>
    </p:spTree>
    <p:extLst>
      <p:ext uri="{BB962C8B-B14F-4D97-AF65-F5344CB8AC3E}">
        <p14:creationId xmlns:p14="http://schemas.microsoft.com/office/powerpoint/2010/main" val="380994400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grpSp>
        <p:nvGrpSpPr>
          <p:cNvPr id="937" name="Google Shape;937;p47"/>
          <p:cNvGrpSpPr/>
          <p:nvPr/>
        </p:nvGrpSpPr>
        <p:grpSpPr>
          <a:xfrm>
            <a:off x="-822020" y="3675123"/>
            <a:ext cx="2843422" cy="2409073"/>
            <a:chOff x="-822020" y="3675123"/>
            <a:chExt cx="2843422" cy="2409073"/>
          </a:xfrm>
        </p:grpSpPr>
        <p:grpSp>
          <p:nvGrpSpPr>
            <p:cNvPr id="938" name="Google Shape;938;p47"/>
            <p:cNvGrpSpPr/>
            <p:nvPr/>
          </p:nvGrpSpPr>
          <p:grpSpPr>
            <a:xfrm flipH="1">
              <a:off x="460835" y="4337895"/>
              <a:ext cx="1560567" cy="1561202"/>
              <a:chOff x="6644550" y="3312875"/>
              <a:chExt cx="737125" cy="737425"/>
            </a:xfrm>
          </p:grpSpPr>
          <p:sp>
            <p:nvSpPr>
              <p:cNvPr id="939" name="Google Shape;939;p47"/>
              <p:cNvSpPr/>
              <p:nvPr/>
            </p:nvSpPr>
            <p:spPr>
              <a:xfrm>
                <a:off x="6766750" y="3435950"/>
                <a:ext cx="491800" cy="491800"/>
              </a:xfrm>
              <a:custGeom>
                <a:avLst/>
                <a:gdLst/>
                <a:ahLst/>
                <a:cxnLst/>
                <a:rect l="l" t="t" r="r" b="b"/>
                <a:pathLst>
                  <a:path w="19672" h="19672" extrusionOk="0">
                    <a:moveTo>
                      <a:pt x="9835" y="3807"/>
                    </a:moveTo>
                    <a:cubicBezTo>
                      <a:pt x="13161" y="3807"/>
                      <a:pt x="15866" y="6511"/>
                      <a:pt x="15866" y="9837"/>
                    </a:cubicBezTo>
                    <a:cubicBezTo>
                      <a:pt x="15866" y="13161"/>
                      <a:pt x="13161" y="15865"/>
                      <a:pt x="9835" y="15865"/>
                    </a:cubicBezTo>
                    <a:cubicBezTo>
                      <a:pt x="6511" y="15865"/>
                      <a:pt x="3805" y="13161"/>
                      <a:pt x="3805" y="9837"/>
                    </a:cubicBezTo>
                    <a:cubicBezTo>
                      <a:pt x="3805" y="6511"/>
                      <a:pt x="6511" y="3807"/>
                      <a:pt x="9835" y="3807"/>
                    </a:cubicBezTo>
                    <a:close/>
                    <a:moveTo>
                      <a:pt x="9835" y="3354"/>
                    </a:moveTo>
                    <a:cubicBezTo>
                      <a:pt x="6262" y="3354"/>
                      <a:pt x="3353" y="6262"/>
                      <a:pt x="3353" y="9837"/>
                    </a:cubicBezTo>
                    <a:cubicBezTo>
                      <a:pt x="3353" y="13410"/>
                      <a:pt x="6262" y="16318"/>
                      <a:pt x="9835" y="16318"/>
                    </a:cubicBezTo>
                    <a:cubicBezTo>
                      <a:pt x="13411" y="16318"/>
                      <a:pt x="16318" y="13410"/>
                      <a:pt x="16318" y="9837"/>
                    </a:cubicBezTo>
                    <a:cubicBezTo>
                      <a:pt x="16318" y="6262"/>
                      <a:pt x="13411" y="3354"/>
                      <a:pt x="9835" y="3354"/>
                    </a:cubicBezTo>
                    <a:close/>
                    <a:moveTo>
                      <a:pt x="9835" y="453"/>
                    </a:moveTo>
                    <a:cubicBezTo>
                      <a:pt x="9976" y="453"/>
                      <a:pt x="10123" y="456"/>
                      <a:pt x="10286" y="466"/>
                    </a:cubicBezTo>
                    <a:lnTo>
                      <a:pt x="10153" y="2323"/>
                    </a:lnTo>
                    <a:lnTo>
                      <a:pt x="10379" y="2338"/>
                    </a:lnTo>
                    <a:cubicBezTo>
                      <a:pt x="11512" y="2421"/>
                      <a:pt x="12588" y="2750"/>
                      <a:pt x="13572" y="3316"/>
                    </a:cubicBezTo>
                    <a:lnTo>
                      <a:pt x="13769" y="3429"/>
                    </a:lnTo>
                    <a:lnTo>
                      <a:pt x="14696" y="1816"/>
                    </a:lnTo>
                    <a:cubicBezTo>
                      <a:pt x="16183" y="2718"/>
                      <a:pt x="17377" y="3999"/>
                      <a:pt x="18173" y="5537"/>
                    </a:cubicBezTo>
                    <a:lnTo>
                      <a:pt x="16500" y="6351"/>
                    </a:lnTo>
                    <a:lnTo>
                      <a:pt x="16599" y="6554"/>
                    </a:lnTo>
                    <a:cubicBezTo>
                      <a:pt x="17096" y="7572"/>
                      <a:pt x="17349" y="8666"/>
                      <a:pt x="17354" y="9806"/>
                    </a:cubicBezTo>
                    <a:lnTo>
                      <a:pt x="17354" y="10030"/>
                    </a:lnTo>
                    <a:lnTo>
                      <a:pt x="19218" y="10030"/>
                    </a:lnTo>
                    <a:cubicBezTo>
                      <a:pt x="19181" y="11778"/>
                      <a:pt x="18664" y="13463"/>
                      <a:pt x="17713" y="14929"/>
                    </a:cubicBezTo>
                    <a:lnTo>
                      <a:pt x="16176" y="13880"/>
                    </a:lnTo>
                    <a:lnTo>
                      <a:pt x="16049" y="14066"/>
                    </a:lnTo>
                    <a:cubicBezTo>
                      <a:pt x="15416" y="14993"/>
                      <a:pt x="14567" y="15779"/>
                      <a:pt x="13596" y="16344"/>
                    </a:cubicBezTo>
                    <a:lnTo>
                      <a:pt x="13401" y="16457"/>
                    </a:lnTo>
                    <a:lnTo>
                      <a:pt x="14332" y="18068"/>
                    </a:lnTo>
                    <a:cubicBezTo>
                      <a:pt x="12956" y="18823"/>
                      <a:pt x="11407" y="19219"/>
                      <a:pt x="9835" y="19219"/>
                    </a:cubicBezTo>
                    <a:cubicBezTo>
                      <a:pt x="9688" y="19219"/>
                      <a:pt x="9536" y="19216"/>
                      <a:pt x="9370" y="19206"/>
                    </a:cubicBezTo>
                    <a:lnTo>
                      <a:pt x="9368" y="19206"/>
                    </a:lnTo>
                    <a:lnTo>
                      <a:pt x="9503" y="17351"/>
                    </a:lnTo>
                    <a:lnTo>
                      <a:pt x="9279" y="17334"/>
                    </a:lnTo>
                    <a:cubicBezTo>
                      <a:pt x="8144" y="17250"/>
                      <a:pt x="7070" y="16919"/>
                      <a:pt x="6087" y="16351"/>
                    </a:cubicBezTo>
                    <a:lnTo>
                      <a:pt x="5890" y="16237"/>
                    </a:lnTo>
                    <a:lnTo>
                      <a:pt x="4960" y="17850"/>
                    </a:lnTo>
                    <a:cubicBezTo>
                      <a:pt x="3475" y="16944"/>
                      <a:pt x="2282" y="15662"/>
                      <a:pt x="1489" y="14122"/>
                    </a:cubicBezTo>
                    <a:lnTo>
                      <a:pt x="3164" y="13311"/>
                    </a:lnTo>
                    <a:lnTo>
                      <a:pt x="3065" y="13108"/>
                    </a:lnTo>
                    <a:cubicBezTo>
                      <a:pt x="2570" y="12087"/>
                      <a:pt x="2318" y="10993"/>
                      <a:pt x="2315" y="9852"/>
                    </a:cubicBezTo>
                    <a:lnTo>
                      <a:pt x="2315" y="9627"/>
                    </a:lnTo>
                    <a:lnTo>
                      <a:pt x="453" y="9627"/>
                    </a:lnTo>
                    <a:cubicBezTo>
                      <a:pt x="493" y="7889"/>
                      <a:pt x="1007" y="6216"/>
                      <a:pt x="1948" y="4757"/>
                    </a:cubicBezTo>
                    <a:lnTo>
                      <a:pt x="3488" y="5804"/>
                    </a:lnTo>
                    <a:lnTo>
                      <a:pt x="3615" y="5618"/>
                    </a:lnTo>
                    <a:cubicBezTo>
                      <a:pt x="4245" y="4691"/>
                      <a:pt x="5092" y="3901"/>
                      <a:pt x="6064" y="3336"/>
                    </a:cubicBezTo>
                    <a:lnTo>
                      <a:pt x="6259" y="3222"/>
                    </a:lnTo>
                    <a:lnTo>
                      <a:pt x="5324" y="1613"/>
                    </a:lnTo>
                    <a:cubicBezTo>
                      <a:pt x="6703" y="853"/>
                      <a:pt x="8258" y="453"/>
                      <a:pt x="9835" y="453"/>
                    </a:cubicBezTo>
                    <a:close/>
                    <a:moveTo>
                      <a:pt x="9835" y="0"/>
                    </a:moveTo>
                    <a:cubicBezTo>
                      <a:pt x="8104" y="0"/>
                      <a:pt x="6397" y="461"/>
                      <a:pt x="4901" y="1334"/>
                    </a:cubicBezTo>
                    <a:lnTo>
                      <a:pt x="4704" y="1448"/>
                    </a:lnTo>
                    <a:lnTo>
                      <a:pt x="5642" y="3062"/>
                    </a:lnTo>
                    <a:cubicBezTo>
                      <a:pt x="4759" y="3610"/>
                      <a:pt x="3980" y="4336"/>
                      <a:pt x="3371" y="5176"/>
                    </a:cubicBezTo>
                    <a:lnTo>
                      <a:pt x="1828" y="4127"/>
                    </a:lnTo>
                    <a:lnTo>
                      <a:pt x="1701" y="4314"/>
                    </a:lnTo>
                    <a:cubicBezTo>
                      <a:pt x="589" y="5948"/>
                      <a:pt x="1" y="7858"/>
                      <a:pt x="1" y="9852"/>
                    </a:cubicBezTo>
                    <a:lnTo>
                      <a:pt x="1" y="10078"/>
                    </a:lnTo>
                    <a:lnTo>
                      <a:pt x="1867" y="10078"/>
                    </a:lnTo>
                    <a:cubicBezTo>
                      <a:pt x="1899" y="11131"/>
                      <a:pt x="2132" y="12145"/>
                      <a:pt x="2563" y="13100"/>
                    </a:cubicBezTo>
                    <a:lnTo>
                      <a:pt x="883" y="13913"/>
                    </a:lnTo>
                    <a:lnTo>
                      <a:pt x="982" y="14117"/>
                    </a:lnTo>
                    <a:cubicBezTo>
                      <a:pt x="1844" y="15897"/>
                      <a:pt x="3211" y="17362"/>
                      <a:pt x="4929" y="18357"/>
                    </a:cubicBezTo>
                    <a:lnTo>
                      <a:pt x="5125" y="18469"/>
                    </a:lnTo>
                    <a:lnTo>
                      <a:pt x="6057" y="16853"/>
                    </a:lnTo>
                    <a:cubicBezTo>
                      <a:pt x="6981" y="17352"/>
                      <a:pt x="7975" y="17658"/>
                      <a:pt x="9021" y="17765"/>
                    </a:cubicBezTo>
                    <a:lnTo>
                      <a:pt x="8884" y="19626"/>
                    </a:lnTo>
                    <a:lnTo>
                      <a:pt x="9110" y="19642"/>
                    </a:lnTo>
                    <a:cubicBezTo>
                      <a:pt x="9384" y="19664"/>
                      <a:pt x="9614" y="19672"/>
                      <a:pt x="9835" y="19672"/>
                    </a:cubicBezTo>
                    <a:cubicBezTo>
                      <a:pt x="11562" y="19672"/>
                      <a:pt x="13264" y="19214"/>
                      <a:pt x="14755" y="18347"/>
                    </a:cubicBezTo>
                    <a:lnTo>
                      <a:pt x="14952" y="18234"/>
                    </a:lnTo>
                    <a:lnTo>
                      <a:pt x="14015" y="16619"/>
                    </a:lnTo>
                    <a:cubicBezTo>
                      <a:pt x="14901" y="16070"/>
                      <a:pt x="15680" y="15347"/>
                      <a:pt x="16292" y="14506"/>
                    </a:cubicBezTo>
                    <a:lnTo>
                      <a:pt x="17833" y="15558"/>
                    </a:lnTo>
                    <a:lnTo>
                      <a:pt x="17960" y="15371"/>
                    </a:lnTo>
                    <a:cubicBezTo>
                      <a:pt x="19079" y="13734"/>
                      <a:pt x="19672" y="11819"/>
                      <a:pt x="19672" y="9835"/>
                    </a:cubicBezTo>
                    <a:lnTo>
                      <a:pt x="19670" y="9578"/>
                    </a:lnTo>
                    <a:lnTo>
                      <a:pt x="17802" y="9578"/>
                    </a:lnTo>
                    <a:cubicBezTo>
                      <a:pt x="17769" y="8527"/>
                      <a:pt x="17534" y="7514"/>
                      <a:pt x="17103" y="6561"/>
                    </a:cubicBezTo>
                    <a:lnTo>
                      <a:pt x="18781" y="5745"/>
                    </a:lnTo>
                    <a:lnTo>
                      <a:pt x="18682" y="5540"/>
                    </a:lnTo>
                    <a:cubicBezTo>
                      <a:pt x="17815" y="3762"/>
                      <a:pt x="16449" y="2299"/>
                      <a:pt x="14727" y="1309"/>
                    </a:cubicBezTo>
                    <a:lnTo>
                      <a:pt x="14531" y="1195"/>
                    </a:lnTo>
                    <a:lnTo>
                      <a:pt x="13601" y="2814"/>
                    </a:lnTo>
                    <a:cubicBezTo>
                      <a:pt x="12677" y="2315"/>
                      <a:pt x="11682" y="2011"/>
                      <a:pt x="10637" y="1907"/>
                    </a:cubicBezTo>
                    <a:lnTo>
                      <a:pt x="10769" y="45"/>
                    </a:lnTo>
                    <a:lnTo>
                      <a:pt x="10544" y="29"/>
                    </a:lnTo>
                    <a:cubicBezTo>
                      <a:pt x="10275" y="10"/>
                      <a:pt x="10050" y="0"/>
                      <a:pt x="9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7"/>
              <p:cNvSpPr/>
              <p:nvPr/>
            </p:nvSpPr>
            <p:spPr>
              <a:xfrm>
                <a:off x="7230275" y="3518500"/>
                <a:ext cx="95075" cy="187625"/>
              </a:xfrm>
              <a:custGeom>
                <a:avLst/>
                <a:gdLst/>
                <a:ahLst/>
                <a:cxnLst/>
                <a:rect l="l" t="t" r="r" b="b"/>
                <a:pathLst>
                  <a:path w="3803" h="7505" extrusionOk="0">
                    <a:moveTo>
                      <a:pt x="1655" y="622"/>
                    </a:moveTo>
                    <a:cubicBezTo>
                      <a:pt x="2770" y="2575"/>
                      <a:pt x="3305" y="4780"/>
                      <a:pt x="3214" y="7026"/>
                    </a:cubicBezTo>
                    <a:lnTo>
                      <a:pt x="2013" y="6955"/>
                    </a:lnTo>
                    <a:lnTo>
                      <a:pt x="2015" y="6955"/>
                    </a:lnTo>
                    <a:cubicBezTo>
                      <a:pt x="2089" y="4952"/>
                      <a:pt x="1610" y="2986"/>
                      <a:pt x="620" y="1237"/>
                    </a:cubicBezTo>
                    <a:lnTo>
                      <a:pt x="1655" y="622"/>
                    </a:lnTo>
                    <a:close/>
                    <a:moveTo>
                      <a:pt x="1813" y="1"/>
                    </a:moveTo>
                    <a:lnTo>
                      <a:pt x="1" y="1080"/>
                    </a:lnTo>
                    <a:lnTo>
                      <a:pt x="117" y="1273"/>
                    </a:lnTo>
                    <a:cubicBezTo>
                      <a:pt x="1177" y="3057"/>
                      <a:pt x="1673" y="5091"/>
                      <a:pt x="1551" y="7153"/>
                    </a:cubicBezTo>
                    <a:lnTo>
                      <a:pt x="1539" y="7379"/>
                    </a:lnTo>
                    <a:lnTo>
                      <a:pt x="3640" y="7505"/>
                    </a:lnTo>
                    <a:lnTo>
                      <a:pt x="3654" y="7278"/>
                    </a:lnTo>
                    <a:cubicBezTo>
                      <a:pt x="3802" y="4789"/>
                      <a:pt x="3206" y="2340"/>
                      <a:pt x="1929" y="196"/>
                    </a:cubicBezTo>
                    <a:lnTo>
                      <a:pt x="1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7"/>
              <p:cNvSpPr/>
              <p:nvPr/>
            </p:nvSpPr>
            <p:spPr>
              <a:xfrm>
                <a:off x="7002700" y="3372300"/>
                <a:ext cx="185350" cy="98450"/>
              </a:xfrm>
              <a:custGeom>
                <a:avLst/>
                <a:gdLst/>
                <a:ahLst/>
                <a:cxnLst/>
                <a:rect l="l" t="t" r="r" b="b"/>
                <a:pathLst>
                  <a:path w="7414" h="3938" extrusionOk="0">
                    <a:moveTo>
                      <a:pt x="459" y="453"/>
                    </a:moveTo>
                    <a:lnTo>
                      <a:pt x="459" y="453"/>
                    </a:lnTo>
                    <a:cubicBezTo>
                      <a:pt x="2479" y="463"/>
                      <a:pt x="4475" y="992"/>
                      <a:pt x="6244" y="1986"/>
                    </a:cubicBezTo>
                    <a:cubicBezTo>
                      <a:pt x="6428" y="2091"/>
                      <a:pt x="6609" y="2198"/>
                      <a:pt x="6786" y="2310"/>
                    </a:cubicBezTo>
                    <a:lnTo>
                      <a:pt x="6125" y="3313"/>
                    </a:lnTo>
                    <a:cubicBezTo>
                      <a:pt x="5958" y="3206"/>
                      <a:pt x="5806" y="3113"/>
                      <a:pt x="5658" y="3031"/>
                    </a:cubicBezTo>
                    <a:cubicBezTo>
                      <a:pt x="4075" y="2142"/>
                      <a:pt x="2289" y="1669"/>
                      <a:pt x="477" y="1658"/>
                    </a:cubicBezTo>
                    <a:lnTo>
                      <a:pt x="459" y="453"/>
                    </a:lnTo>
                    <a:close/>
                    <a:moveTo>
                      <a:pt x="419" y="1"/>
                    </a:moveTo>
                    <a:cubicBezTo>
                      <a:pt x="354" y="1"/>
                      <a:pt x="290" y="1"/>
                      <a:pt x="226" y="2"/>
                    </a:cubicBezTo>
                    <a:lnTo>
                      <a:pt x="1" y="6"/>
                    </a:lnTo>
                    <a:lnTo>
                      <a:pt x="31" y="2115"/>
                    </a:lnTo>
                    <a:lnTo>
                      <a:pt x="257" y="2112"/>
                    </a:lnTo>
                    <a:cubicBezTo>
                      <a:pt x="313" y="2111"/>
                      <a:pt x="368" y="2111"/>
                      <a:pt x="424" y="2111"/>
                    </a:cubicBezTo>
                    <a:cubicBezTo>
                      <a:pt x="2177" y="2111"/>
                      <a:pt x="3907" y="2565"/>
                      <a:pt x="5435" y="3425"/>
                    </a:cubicBezTo>
                    <a:cubicBezTo>
                      <a:pt x="5628" y="3533"/>
                      <a:pt x="5828" y="3657"/>
                      <a:pt x="6066" y="3814"/>
                    </a:cubicBezTo>
                    <a:lnTo>
                      <a:pt x="6254" y="3938"/>
                    </a:lnTo>
                    <a:lnTo>
                      <a:pt x="7414" y="2181"/>
                    </a:lnTo>
                    <a:lnTo>
                      <a:pt x="7225" y="2056"/>
                    </a:lnTo>
                    <a:cubicBezTo>
                      <a:pt x="6979" y="1894"/>
                      <a:pt x="6725" y="1739"/>
                      <a:pt x="6466" y="1592"/>
                    </a:cubicBezTo>
                    <a:cubicBezTo>
                      <a:pt x="4617" y="553"/>
                      <a:pt x="2533" y="1"/>
                      <a:pt x="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7"/>
              <p:cNvSpPr/>
              <p:nvPr/>
            </p:nvSpPr>
            <p:spPr>
              <a:xfrm>
                <a:off x="7121650" y="3802825"/>
                <a:ext cx="163875" cy="158850"/>
              </a:xfrm>
              <a:custGeom>
                <a:avLst/>
                <a:gdLst/>
                <a:ahLst/>
                <a:cxnLst/>
                <a:rect l="l" t="t" r="r" b="b"/>
                <a:pathLst>
                  <a:path w="6555" h="6354" extrusionOk="0">
                    <a:moveTo>
                      <a:pt x="4894" y="589"/>
                    </a:moveTo>
                    <a:lnTo>
                      <a:pt x="5938" y="1176"/>
                    </a:lnTo>
                    <a:cubicBezTo>
                      <a:pt x="4797" y="3132"/>
                      <a:pt x="3145" y="4706"/>
                      <a:pt x="1139" y="5745"/>
                    </a:cubicBezTo>
                    <a:lnTo>
                      <a:pt x="606" y="4668"/>
                    </a:lnTo>
                    <a:cubicBezTo>
                      <a:pt x="2398" y="3736"/>
                      <a:pt x="3875" y="2330"/>
                      <a:pt x="4894" y="589"/>
                    </a:cubicBezTo>
                    <a:close/>
                    <a:moveTo>
                      <a:pt x="4708" y="1"/>
                    </a:moveTo>
                    <a:lnTo>
                      <a:pt x="4597" y="199"/>
                    </a:lnTo>
                    <a:cubicBezTo>
                      <a:pt x="3581" y="2007"/>
                      <a:pt x="2061" y="3447"/>
                      <a:pt x="204" y="4364"/>
                    </a:cubicBezTo>
                    <a:lnTo>
                      <a:pt x="1" y="4465"/>
                    </a:lnTo>
                    <a:lnTo>
                      <a:pt x="936" y="6353"/>
                    </a:lnTo>
                    <a:lnTo>
                      <a:pt x="1139" y="6252"/>
                    </a:lnTo>
                    <a:cubicBezTo>
                      <a:pt x="3373" y="5147"/>
                      <a:pt x="5203" y="3409"/>
                      <a:pt x="6431" y="1228"/>
                    </a:cubicBezTo>
                    <a:lnTo>
                      <a:pt x="6555" y="1004"/>
                    </a:lnTo>
                    <a:lnTo>
                      <a:pt x="4921" y="83"/>
                    </a:lnTo>
                    <a:lnTo>
                      <a:pt x="47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7"/>
              <p:cNvSpPr/>
              <p:nvPr/>
            </p:nvSpPr>
            <p:spPr>
              <a:xfrm>
                <a:off x="6836800" y="3892700"/>
                <a:ext cx="185225" cy="98700"/>
              </a:xfrm>
              <a:custGeom>
                <a:avLst/>
                <a:gdLst/>
                <a:ahLst/>
                <a:cxnLst/>
                <a:rect l="l" t="t" r="r" b="b"/>
                <a:pathLst>
                  <a:path w="7409" h="3948" extrusionOk="0">
                    <a:moveTo>
                      <a:pt x="1291" y="627"/>
                    </a:moveTo>
                    <a:cubicBezTo>
                      <a:pt x="1463" y="738"/>
                      <a:pt x="1620" y="832"/>
                      <a:pt x="1773" y="919"/>
                    </a:cubicBezTo>
                    <a:cubicBezTo>
                      <a:pt x="3349" y="1805"/>
                      <a:pt x="5130" y="2277"/>
                      <a:pt x="6936" y="2291"/>
                    </a:cubicBezTo>
                    <a:lnTo>
                      <a:pt x="6951" y="3495"/>
                    </a:lnTo>
                    <a:cubicBezTo>
                      <a:pt x="4939" y="3482"/>
                      <a:pt x="2951" y="2955"/>
                      <a:pt x="1187" y="1962"/>
                    </a:cubicBezTo>
                    <a:cubicBezTo>
                      <a:pt x="998" y="1856"/>
                      <a:pt x="810" y="1744"/>
                      <a:pt x="628" y="1628"/>
                    </a:cubicBezTo>
                    <a:lnTo>
                      <a:pt x="627" y="1628"/>
                    </a:lnTo>
                    <a:lnTo>
                      <a:pt x="1291" y="627"/>
                    </a:lnTo>
                    <a:close/>
                    <a:moveTo>
                      <a:pt x="1162" y="1"/>
                    </a:moveTo>
                    <a:lnTo>
                      <a:pt x="1" y="1757"/>
                    </a:lnTo>
                    <a:lnTo>
                      <a:pt x="189" y="1881"/>
                    </a:lnTo>
                    <a:cubicBezTo>
                      <a:pt x="440" y="2048"/>
                      <a:pt x="701" y="2208"/>
                      <a:pt x="965" y="2357"/>
                    </a:cubicBezTo>
                    <a:cubicBezTo>
                      <a:pt x="2819" y="3399"/>
                      <a:pt x="4911" y="3948"/>
                      <a:pt x="7027" y="3948"/>
                    </a:cubicBezTo>
                    <a:cubicBezTo>
                      <a:pt x="7078" y="3948"/>
                      <a:pt x="7131" y="3948"/>
                      <a:pt x="7184" y="3946"/>
                    </a:cubicBezTo>
                    <a:lnTo>
                      <a:pt x="7408" y="3944"/>
                    </a:lnTo>
                    <a:lnTo>
                      <a:pt x="7382" y="1835"/>
                    </a:lnTo>
                    <a:lnTo>
                      <a:pt x="7156" y="1838"/>
                    </a:lnTo>
                    <a:cubicBezTo>
                      <a:pt x="7103" y="1839"/>
                      <a:pt x="7051" y="1839"/>
                      <a:pt x="6999" y="1839"/>
                    </a:cubicBezTo>
                    <a:cubicBezTo>
                      <a:pt x="5247" y="1839"/>
                      <a:pt x="3522" y="1383"/>
                      <a:pt x="1996" y="525"/>
                    </a:cubicBezTo>
                    <a:cubicBezTo>
                      <a:pt x="1796" y="412"/>
                      <a:pt x="1591" y="287"/>
                      <a:pt x="1350" y="126"/>
                    </a:cubicBezTo>
                    <a:lnTo>
                      <a:pt x="11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7"/>
              <p:cNvSpPr/>
              <p:nvPr/>
            </p:nvSpPr>
            <p:spPr>
              <a:xfrm>
                <a:off x="6699875" y="3657075"/>
                <a:ext cx="94875" cy="187700"/>
              </a:xfrm>
              <a:custGeom>
                <a:avLst/>
                <a:gdLst/>
                <a:ahLst/>
                <a:cxnLst/>
                <a:rect l="l" t="t" r="r" b="b"/>
                <a:pathLst>
                  <a:path w="3795" h="7508" extrusionOk="0">
                    <a:moveTo>
                      <a:pt x="592" y="480"/>
                    </a:moveTo>
                    <a:lnTo>
                      <a:pt x="1792" y="553"/>
                    </a:lnTo>
                    <a:cubicBezTo>
                      <a:pt x="1712" y="2555"/>
                      <a:pt x="2188" y="4522"/>
                      <a:pt x="3176" y="6272"/>
                    </a:cubicBezTo>
                    <a:lnTo>
                      <a:pt x="2140" y="6887"/>
                    </a:lnTo>
                    <a:cubicBezTo>
                      <a:pt x="1030" y="4931"/>
                      <a:pt x="497" y="2725"/>
                      <a:pt x="592" y="480"/>
                    </a:cubicBezTo>
                    <a:close/>
                    <a:moveTo>
                      <a:pt x="166" y="1"/>
                    </a:moveTo>
                    <a:lnTo>
                      <a:pt x="153" y="225"/>
                    </a:lnTo>
                    <a:cubicBezTo>
                      <a:pt x="1" y="2715"/>
                      <a:pt x="592" y="5165"/>
                      <a:pt x="1864" y="7313"/>
                    </a:cubicBezTo>
                    <a:lnTo>
                      <a:pt x="1980" y="7508"/>
                    </a:lnTo>
                    <a:lnTo>
                      <a:pt x="3794" y="6432"/>
                    </a:lnTo>
                    <a:lnTo>
                      <a:pt x="3678" y="6237"/>
                    </a:lnTo>
                    <a:cubicBezTo>
                      <a:pt x="2623" y="4451"/>
                      <a:pt x="2130" y="2418"/>
                      <a:pt x="2254" y="354"/>
                    </a:cubicBezTo>
                    <a:lnTo>
                      <a:pt x="2268" y="130"/>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7"/>
              <p:cNvSpPr/>
              <p:nvPr/>
            </p:nvSpPr>
            <p:spPr>
              <a:xfrm>
                <a:off x="6739900" y="3402250"/>
                <a:ext cx="163300" cy="158825"/>
              </a:xfrm>
              <a:custGeom>
                <a:avLst/>
                <a:gdLst/>
                <a:ahLst/>
                <a:cxnLst/>
                <a:rect l="l" t="t" r="r" b="b"/>
                <a:pathLst>
                  <a:path w="6532" h="6353" extrusionOk="0">
                    <a:moveTo>
                      <a:pt x="5391" y="610"/>
                    </a:moveTo>
                    <a:lnTo>
                      <a:pt x="5927" y="1687"/>
                    </a:lnTo>
                    <a:cubicBezTo>
                      <a:pt x="4147" y="2616"/>
                      <a:pt x="2680" y="4012"/>
                      <a:pt x="1663" y="5743"/>
                    </a:cubicBezTo>
                    <a:lnTo>
                      <a:pt x="619" y="5157"/>
                    </a:lnTo>
                    <a:cubicBezTo>
                      <a:pt x="1755" y="3212"/>
                      <a:pt x="3399" y="1648"/>
                      <a:pt x="5391" y="610"/>
                    </a:cubicBezTo>
                    <a:close/>
                    <a:moveTo>
                      <a:pt x="5593" y="0"/>
                    </a:moveTo>
                    <a:lnTo>
                      <a:pt x="5391" y="101"/>
                    </a:lnTo>
                    <a:cubicBezTo>
                      <a:pt x="3164" y="1208"/>
                      <a:pt x="1341" y="2943"/>
                      <a:pt x="111" y="5130"/>
                    </a:cubicBezTo>
                    <a:lnTo>
                      <a:pt x="1" y="5327"/>
                    </a:lnTo>
                    <a:lnTo>
                      <a:pt x="1636" y="6247"/>
                    </a:lnTo>
                    <a:lnTo>
                      <a:pt x="1844" y="6353"/>
                    </a:lnTo>
                    <a:lnTo>
                      <a:pt x="1952" y="6146"/>
                    </a:lnTo>
                    <a:cubicBezTo>
                      <a:pt x="2966" y="4344"/>
                      <a:pt x="4480" y="2906"/>
                      <a:pt x="6330" y="1988"/>
                    </a:cubicBezTo>
                    <a:lnTo>
                      <a:pt x="6531" y="1889"/>
                    </a:lnTo>
                    <a:lnTo>
                      <a:pt x="55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7"/>
              <p:cNvSpPr/>
              <p:nvPr/>
            </p:nvSpPr>
            <p:spPr>
              <a:xfrm>
                <a:off x="6644550" y="3312875"/>
                <a:ext cx="737125" cy="737425"/>
              </a:xfrm>
              <a:custGeom>
                <a:avLst/>
                <a:gdLst/>
                <a:ahLst/>
                <a:cxnLst/>
                <a:rect l="l" t="t" r="r" b="b"/>
                <a:pathLst>
                  <a:path w="29485" h="29497" extrusionOk="0">
                    <a:moveTo>
                      <a:pt x="14517" y="0"/>
                    </a:moveTo>
                    <a:cubicBezTo>
                      <a:pt x="14291" y="4"/>
                      <a:pt x="14059" y="12"/>
                      <a:pt x="13830" y="25"/>
                    </a:cubicBezTo>
                    <a:lnTo>
                      <a:pt x="13858" y="476"/>
                    </a:lnTo>
                    <a:lnTo>
                      <a:pt x="13858" y="476"/>
                    </a:lnTo>
                    <a:cubicBezTo>
                      <a:pt x="14080" y="463"/>
                      <a:pt x="14304" y="455"/>
                      <a:pt x="14522" y="453"/>
                    </a:cubicBezTo>
                    <a:lnTo>
                      <a:pt x="14517" y="0"/>
                    </a:lnTo>
                    <a:close/>
                    <a:moveTo>
                      <a:pt x="13858" y="476"/>
                    </a:moveTo>
                    <a:cubicBezTo>
                      <a:pt x="13857" y="476"/>
                      <a:pt x="13857" y="476"/>
                      <a:pt x="13856" y="476"/>
                    </a:cubicBezTo>
                    <a:lnTo>
                      <a:pt x="13858" y="476"/>
                    </a:lnTo>
                    <a:lnTo>
                      <a:pt x="13858" y="476"/>
                    </a:lnTo>
                    <a:close/>
                    <a:moveTo>
                      <a:pt x="17249" y="215"/>
                    </a:moveTo>
                    <a:lnTo>
                      <a:pt x="17173" y="659"/>
                    </a:lnTo>
                    <a:cubicBezTo>
                      <a:pt x="17392" y="697"/>
                      <a:pt x="17611" y="740"/>
                      <a:pt x="17826" y="788"/>
                    </a:cubicBezTo>
                    <a:lnTo>
                      <a:pt x="17924" y="347"/>
                    </a:lnTo>
                    <a:cubicBezTo>
                      <a:pt x="17702" y="298"/>
                      <a:pt x="17476" y="253"/>
                      <a:pt x="17249" y="215"/>
                    </a:cubicBezTo>
                    <a:close/>
                    <a:moveTo>
                      <a:pt x="11119" y="441"/>
                    </a:moveTo>
                    <a:cubicBezTo>
                      <a:pt x="10901" y="496"/>
                      <a:pt x="10678" y="559"/>
                      <a:pt x="10458" y="625"/>
                    </a:cubicBezTo>
                    <a:lnTo>
                      <a:pt x="10588" y="1058"/>
                    </a:lnTo>
                    <a:cubicBezTo>
                      <a:pt x="10801" y="993"/>
                      <a:pt x="11016" y="934"/>
                      <a:pt x="11229" y="881"/>
                    </a:cubicBezTo>
                    <a:lnTo>
                      <a:pt x="11119" y="441"/>
                    </a:lnTo>
                    <a:close/>
                    <a:moveTo>
                      <a:pt x="20535" y="1188"/>
                    </a:moveTo>
                    <a:lnTo>
                      <a:pt x="20357" y="1603"/>
                    </a:lnTo>
                    <a:cubicBezTo>
                      <a:pt x="20560" y="1690"/>
                      <a:pt x="20765" y="1783"/>
                      <a:pt x="20965" y="1880"/>
                    </a:cubicBezTo>
                    <a:lnTo>
                      <a:pt x="21162" y="1472"/>
                    </a:lnTo>
                    <a:cubicBezTo>
                      <a:pt x="20957" y="1373"/>
                      <a:pt x="20745" y="1277"/>
                      <a:pt x="20535" y="1188"/>
                    </a:cubicBezTo>
                    <a:close/>
                    <a:moveTo>
                      <a:pt x="7917" y="1659"/>
                    </a:moveTo>
                    <a:cubicBezTo>
                      <a:pt x="7715" y="1763"/>
                      <a:pt x="7512" y="1874"/>
                      <a:pt x="7316" y="1989"/>
                    </a:cubicBezTo>
                    <a:lnTo>
                      <a:pt x="7544" y="2379"/>
                    </a:lnTo>
                    <a:cubicBezTo>
                      <a:pt x="7733" y="2269"/>
                      <a:pt x="7930" y="2161"/>
                      <a:pt x="8125" y="2059"/>
                    </a:cubicBezTo>
                    <a:lnTo>
                      <a:pt x="7917" y="1659"/>
                    </a:lnTo>
                    <a:close/>
                    <a:moveTo>
                      <a:pt x="23508" y="2896"/>
                    </a:moveTo>
                    <a:lnTo>
                      <a:pt x="23238" y="3260"/>
                    </a:lnTo>
                    <a:cubicBezTo>
                      <a:pt x="23415" y="3390"/>
                      <a:pt x="23592" y="3529"/>
                      <a:pt x="23764" y="3668"/>
                    </a:cubicBezTo>
                    <a:lnTo>
                      <a:pt x="24049" y="3318"/>
                    </a:lnTo>
                    <a:cubicBezTo>
                      <a:pt x="23873" y="3174"/>
                      <a:pt x="23691" y="3032"/>
                      <a:pt x="23508" y="2896"/>
                    </a:cubicBezTo>
                    <a:close/>
                    <a:moveTo>
                      <a:pt x="5082" y="3582"/>
                    </a:moveTo>
                    <a:cubicBezTo>
                      <a:pt x="4912" y="3729"/>
                      <a:pt x="4740" y="3884"/>
                      <a:pt x="4573" y="4043"/>
                    </a:cubicBezTo>
                    <a:lnTo>
                      <a:pt x="4884" y="4370"/>
                    </a:lnTo>
                    <a:cubicBezTo>
                      <a:pt x="5046" y="4216"/>
                      <a:pt x="5212" y="4068"/>
                      <a:pt x="5378" y="3924"/>
                    </a:cubicBezTo>
                    <a:lnTo>
                      <a:pt x="5082" y="3582"/>
                    </a:lnTo>
                    <a:close/>
                    <a:moveTo>
                      <a:pt x="26005" y="5241"/>
                    </a:moveTo>
                    <a:lnTo>
                      <a:pt x="25660" y="5533"/>
                    </a:lnTo>
                    <a:cubicBezTo>
                      <a:pt x="25802" y="5702"/>
                      <a:pt x="25943" y="5875"/>
                      <a:pt x="26078" y="6050"/>
                    </a:cubicBezTo>
                    <a:lnTo>
                      <a:pt x="26437" y="5776"/>
                    </a:lnTo>
                    <a:cubicBezTo>
                      <a:pt x="26298" y="5594"/>
                      <a:pt x="26153" y="5414"/>
                      <a:pt x="26005" y="5241"/>
                    </a:cubicBezTo>
                    <a:close/>
                    <a:moveTo>
                      <a:pt x="2764" y="6105"/>
                    </a:moveTo>
                    <a:cubicBezTo>
                      <a:pt x="2630" y="6288"/>
                      <a:pt x="2500" y="6480"/>
                      <a:pt x="2374" y="6670"/>
                    </a:cubicBezTo>
                    <a:lnTo>
                      <a:pt x="2752" y="6919"/>
                    </a:lnTo>
                    <a:cubicBezTo>
                      <a:pt x="2873" y="6733"/>
                      <a:pt x="3002" y="6549"/>
                      <a:pt x="3131" y="6371"/>
                    </a:cubicBezTo>
                    <a:lnTo>
                      <a:pt x="2764" y="6105"/>
                    </a:lnTo>
                    <a:close/>
                    <a:moveTo>
                      <a:pt x="27899" y="8097"/>
                    </a:moveTo>
                    <a:lnTo>
                      <a:pt x="27494" y="8300"/>
                    </a:lnTo>
                    <a:cubicBezTo>
                      <a:pt x="27595" y="8499"/>
                      <a:pt x="27691" y="8700"/>
                      <a:pt x="27781" y="8900"/>
                    </a:cubicBezTo>
                    <a:lnTo>
                      <a:pt x="28194" y="8715"/>
                    </a:lnTo>
                    <a:cubicBezTo>
                      <a:pt x="28100" y="8507"/>
                      <a:pt x="28001" y="8300"/>
                      <a:pt x="27899" y="8097"/>
                    </a:cubicBezTo>
                    <a:close/>
                    <a:moveTo>
                      <a:pt x="1089" y="9095"/>
                    </a:moveTo>
                    <a:cubicBezTo>
                      <a:pt x="1001" y="9306"/>
                      <a:pt x="917" y="9521"/>
                      <a:pt x="839" y="9736"/>
                    </a:cubicBezTo>
                    <a:lnTo>
                      <a:pt x="1264" y="9890"/>
                    </a:lnTo>
                    <a:cubicBezTo>
                      <a:pt x="1340" y="9681"/>
                      <a:pt x="1421" y="9473"/>
                      <a:pt x="1507" y="9268"/>
                    </a:cubicBezTo>
                    <a:lnTo>
                      <a:pt x="1089" y="9095"/>
                    </a:lnTo>
                    <a:close/>
                    <a:moveTo>
                      <a:pt x="29078" y="11310"/>
                    </a:moveTo>
                    <a:lnTo>
                      <a:pt x="28639" y="11416"/>
                    </a:lnTo>
                    <a:cubicBezTo>
                      <a:pt x="28690" y="11631"/>
                      <a:pt x="28738" y="11851"/>
                      <a:pt x="28779" y="12067"/>
                    </a:cubicBezTo>
                    <a:lnTo>
                      <a:pt x="29224" y="11983"/>
                    </a:lnTo>
                    <a:cubicBezTo>
                      <a:pt x="29181" y="11758"/>
                      <a:pt x="29133" y="11532"/>
                      <a:pt x="29078" y="11310"/>
                    </a:cubicBezTo>
                    <a:close/>
                    <a:moveTo>
                      <a:pt x="152" y="12391"/>
                    </a:moveTo>
                    <a:cubicBezTo>
                      <a:pt x="116" y="12616"/>
                      <a:pt x="84" y="12844"/>
                      <a:pt x="58" y="13072"/>
                    </a:cubicBezTo>
                    <a:lnTo>
                      <a:pt x="507" y="13123"/>
                    </a:lnTo>
                    <a:cubicBezTo>
                      <a:pt x="532" y="12903"/>
                      <a:pt x="563" y="12680"/>
                      <a:pt x="598" y="12464"/>
                    </a:cubicBezTo>
                    <a:lnTo>
                      <a:pt x="152" y="12391"/>
                    </a:lnTo>
                    <a:close/>
                    <a:moveTo>
                      <a:pt x="29032" y="14714"/>
                    </a:moveTo>
                    <a:lnTo>
                      <a:pt x="29032" y="14760"/>
                    </a:lnTo>
                    <a:cubicBezTo>
                      <a:pt x="29032" y="14981"/>
                      <a:pt x="29027" y="15204"/>
                      <a:pt x="29017" y="15426"/>
                    </a:cubicBezTo>
                    <a:lnTo>
                      <a:pt x="29468" y="15446"/>
                    </a:lnTo>
                    <a:cubicBezTo>
                      <a:pt x="29478" y="15218"/>
                      <a:pt x="29485" y="14988"/>
                      <a:pt x="29485" y="14758"/>
                    </a:cubicBezTo>
                    <a:lnTo>
                      <a:pt x="29485" y="14714"/>
                    </a:lnTo>
                    <a:close/>
                    <a:moveTo>
                      <a:pt x="451" y="15783"/>
                    </a:moveTo>
                    <a:lnTo>
                      <a:pt x="0" y="15814"/>
                    </a:lnTo>
                    <a:cubicBezTo>
                      <a:pt x="15" y="16040"/>
                      <a:pt x="36" y="16272"/>
                      <a:pt x="63" y="16496"/>
                    </a:cubicBezTo>
                    <a:lnTo>
                      <a:pt x="512" y="16445"/>
                    </a:lnTo>
                    <a:cubicBezTo>
                      <a:pt x="487" y="16225"/>
                      <a:pt x="466" y="16002"/>
                      <a:pt x="451" y="15783"/>
                    </a:cubicBezTo>
                    <a:close/>
                    <a:moveTo>
                      <a:pt x="28650" y="18059"/>
                    </a:moveTo>
                    <a:cubicBezTo>
                      <a:pt x="28599" y="18274"/>
                      <a:pt x="28543" y="18490"/>
                      <a:pt x="28482" y="18702"/>
                    </a:cubicBezTo>
                    <a:lnTo>
                      <a:pt x="28916" y="18827"/>
                    </a:lnTo>
                    <a:cubicBezTo>
                      <a:pt x="28979" y="18608"/>
                      <a:pt x="29039" y="18385"/>
                      <a:pt x="29090" y="18162"/>
                    </a:cubicBezTo>
                    <a:lnTo>
                      <a:pt x="28650" y="18059"/>
                    </a:lnTo>
                    <a:close/>
                    <a:moveTo>
                      <a:pt x="1067" y="19044"/>
                    </a:moveTo>
                    <a:lnTo>
                      <a:pt x="636" y="19179"/>
                    </a:lnTo>
                    <a:cubicBezTo>
                      <a:pt x="704" y="19399"/>
                      <a:pt x="778" y="19619"/>
                      <a:pt x="856" y="19830"/>
                    </a:cubicBezTo>
                    <a:lnTo>
                      <a:pt x="1280" y="19675"/>
                    </a:lnTo>
                    <a:cubicBezTo>
                      <a:pt x="1206" y="19468"/>
                      <a:pt x="1133" y="19257"/>
                      <a:pt x="1067" y="19044"/>
                    </a:cubicBezTo>
                    <a:close/>
                    <a:moveTo>
                      <a:pt x="27514" y="21180"/>
                    </a:moveTo>
                    <a:cubicBezTo>
                      <a:pt x="27415" y="21377"/>
                      <a:pt x="27309" y="21575"/>
                      <a:pt x="27202" y="21768"/>
                    </a:cubicBezTo>
                    <a:lnTo>
                      <a:pt x="27595" y="21989"/>
                    </a:lnTo>
                    <a:cubicBezTo>
                      <a:pt x="27707" y="21791"/>
                      <a:pt x="27816" y="21586"/>
                      <a:pt x="27919" y="21383"/>
                    </a:cubicBezTo>
                    <a:lnTo>
                      <a:pt x="27514" y="21180"/>
                    </a:lnTo>
                    <a:close/>
                    <a:moveTo>
                      <a:pt x="2424" y="22075"/>
                    </a:moveTo>
                    <a:lnTo>
                      <a:pt x="2035" y="22307"/>
                    </a:lnTo>
                    <a:cubicBezTo>
                      <a:pt x="2153" y="22503"/>
                      <a:pt x="2275" y="22700"/>
                      <a:pt x="2401" y="22888"/>
                    </a:cubicBezTo>
                    <a:lnTo>
                      <a:pt x="2777" y="22639"/>
                    </a:lnTo>
                    <a:cubicBezTo>
                      <a:pt x="2657" y="22455"/>
                      <a:pt x="2538" y="22267"/>
                      <a:pt x="2424" y="22075"/>
                    </a:cubicBezTo>
                    <a:close/>
                    <a:moveTo>
                      <a:pt x="25688" y="23954"/>
                    </a:moveTo>
                    <a:cubicBezTo>
                      <a:pt x="25545" y="24126"/>
                      <a:pt x="25396" y="24292"/>
                      <a:pt x="25247" y="24454"/>
                    </a:cubicBezTo>
                    <a:lnTo>
                      <a:pt x="25579" y="24760"/>
                    </a:lnTo>
                    <a:lnTo>
                      <a:pt x="25581" y="24760"/>
                    </a:lnTo>
                    <a:cubicBezTo>
                      <a:pt x="25733" y="24595"/>
                      <a:pt x="25887" y="24421"/>
                      <a:pt x="26034" y="24245"/>
                    </a:cubicBezTo>
                    <a:lnTo>
                      <a:pt x="25688" y="23954"/>
                    </a:lnTo>
                    <a:close/>
                    <a:moveTo>
                      <a:pt x="4443" y="24712"/>
                    </a:moveTo>
                    <a:lnTo>
                      <a:pt x="4117" y="25026"/>
                    </a:lnTo>
                    <a:cubicBezTo>
                      <a:pt x="4276" y="25190"/>
                      <a:pt x="4441" y="25353"/>
                      <a:pt x="4606" y="25508"/>
                    </a:cubicBezTo>
                    <a:lnTo>
                      <a:pt x="4917" y="25180"/>
                    </a:lnTo>
                    <a:cubicBezTo>
                      <a:pt x="4756" y="25028"/>
                      <a:pt x="4596" y="24871"/>
                      <a:pt x="4443" y="24712"/>
                    </a:cubicBezTo>
                    <a:close/>
                    <a:moveTo>
                      <a:pt x="23273" y="26235"/>
                    </a:moveTo>
                    <a:cubicBezTo>
                      <a:pt x="23095" y="26367"/>
                      <a:pt x="22913" y="26496"/>
                      <a:pt x="22729" y="26620"/>
                    </a:cubicBezTo>
                    <a:lnTo>
                      <a:pt x="22984" y="26995"/>
                    </a:lnTo>
                    <a:cubicBezTo>
                      <a:pt x="23172" y="26868"/>
                      <a:pt x="23361" y="26734"/>
                      <a:pt x="23542" y="26597"/>
                    </a:cubicBezTo>
                    <a:lnTo>
                      <a:pt x="23273" y="26235"/>
                    </a:lnTo>
                    <a:close/>
                    <a:moveTo>
                      <a:pt x="7013" y="26815"/>
                    </a:moveTo>
                    <a:lnTo>
                      <a:pt x="6769" y="27197"/>
                    </a:lnTo>
                    <a:cubicBezTo>
                      <a:pt x="6960" y="27319"/>
                      <a:pt x="7159" y="27440"/>
                      <a:pt x="7357" y="27554"/>
                    </a:cubicBezTo>
                    <a:lnTo>
                      <a:pt x="7583" y="27162"/>
                    </a:lnTo>
                    <a:cubicBezTo>
                      <a:pt x="7390" y="27051"/>
                      <a:pt x="7200" y="26934"/>
                      <a:pt x="7013" y="26815"/>
                    </a:cubicBezTo>
                    <a:close/>
                    <a:moveTo>
                      <a:pt x="20398" y="27899"/>
                    </a:moveTo>
                    <a:cubicBezTo>
                      <a:pt x="20197" y="27985"/>
                      <a:pt x="19990" y="28069"/>
                      <a:pt x="19784" y="28148"/>
                    </a:cubicBezTo>
                    <a:lnTo>
                      <a:pt x="19944" y="28571"/>
                    </a:lnTo>
                    <a:cubicBezTo>
                      <a:pt x="20157" y="28490"/>
                      <a:pt x="20370" y="28403"/>
                      <a:pt x="20578" y="28314"/>
                    </a:cubicBezTo>
                    <a:lnTo>
                      <a:pt x="20398" y="27899"/>
                    </a:lnTo>
                    <a:close/>
                    <a:moveTo>
                      <a:pt x="10000" y="28271"/>
                    </a:moveTo>
                    <a:lnTo>
                      <a:pt x="9850" y="28697"/>
                    </a:lnTo>
                    <a:cubicBezTo>
                      <a:pt x="10065" y="28771"/>
                      <a:pt x="10284" y="28844"/>
                      <a:pt x="10504" y="28908"/>
                    </a:cubicBezTo>
                    <a:lnTo>
                      <a:pt x="10633" y="28475"/>
                    </a:lnTo>
                    <a:cubicBezTo>
                      <a:pt x="10420" y="28411"/>
                      <a:pt x="10207" y="28343"/>
                      <a:pt x="10000" y="28271"/>
                    </a:cubicBezTo>
                    <a:close/>
                    <a:moveTo>
                      <a:pt x="17220" y="28851"/>
                    </a:moveTo>
                    <a:cubicBezTo>
                      <a:pt x="16998" y="28890"/>
                      <a:pt x="16777" y="28923"/>
                      <a:pt x="16562" y="28951"/>
                    </a:cubicBezTo>
                    <a:lnTo>
                      <a:pt x="16618" y="29399"/>
                    </a:lnTo>
                    <a:cubicBezTo>
                      <a:pt x="16841" y="29371"/>
                      <a:pt x="17069" y="29336"/>
                      <a:pt x="17297" y="29297"/>
                    </a:cubicBezTo>
                    <a:lnTo>
                      <a:pt x="17220" y="28851"/>
                    </a:lnTo>
                    <a:close/>
                    <a:moveTo>
                      <a:pt x="13240" y="28993"/>
                    </a:moveTo>
                    <a:lnTo>
                      <a:pt x="13195" y="29442"/>
                    </a:lnTo>
                    <a:cubicBezTo>
                      <a:pt x="13422" y="29465"/>
                      <a:pt x="13651" y="29483"/>
                      <a:pt x="13879" y="29496"/>
                    </a:cubicBezTo>
                    <a:lnTo>
                      <a:pt x="13904" y="29045"/>
                    </a:lnTo>
                    <a:cubicBezTo>
                      <a:pt x="13684" y="29032"/>
                      <a:pt x="13461" y="29016"/>
                      <a:pt x="13240" y="289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47"/>
            <p:cNvGrpSpPr/>
            <p:nvPr/>
          </p:nvGrpSpPr>
          <p:grpSpPr>
            <a:xfrm flipH="1">
              <a:off x="-399931" y="3675123"/>
              <a:ext cx="802800" cy="802800"/>
              <a:chOff x="5949025" y="3502375"/>
              <a:chExt cx="358425" cy="358425"/>
            </a:xfrm>
          </p:grpSpPr>
          <p:sp>
            <p:nvSpPr>
              <p:cNvPr id="948" name="Google Shape;948;p47"/>
              <p:cNvSpPr/>
              <p:nvPr/>
            </p:nvSpPr>
            <p:spPr>
              <a:xfrm>
                <a:off x="5949025" y="3502375"/>
                <a:ext cx="358425" cy="358425"/>
              </a:xfrm>
              <a:custGeom>
                <a:avLst/>
                <a:gdLst/>
                <a:ahLst/>
                <a:cxnLst/>
                <a:rect l="l" t="t" r="r" b="b"/>
                <a:pathLst>
                  <a:path w="14337" h="14337" extrusionOk="0">
                    <a:moveTo>
                      <a:pt x="7069" y="0"/>
                    </a:moveTo>
                    <a:lnTo>
                      <a:pt x="7092" y="1693"/>
                    </a:lnTo>
                    <a:lnTo>
                      <a:pt x="7168" y="1693"/>
                    </a:lnTo>
                    <a:cubicBezTo>
                      <a:pt x="10188" y="1693"/>
                      <a:pt x="12643" y="4148"/>
                      <a:pt x="12643" y="7168"/>
                    </a:cubicBezTo>
                    <a:cubicBezTo>
                      <a:pt x="12643" y="10187"/>
                      <a:pt x="10188" y="12643"/>
                      <a:pt x="7168" y="12643"/>
                    </a:cubicBezTo>
                    <a:cubicBezTo>
                      <a:pt x="4150" y="12643"/>
                      <a:pt x="1694" y="10187"/>
                      <a:pt x="1694" y="7168"/>
                    </a:cubicBezTo>
                    <a:cubicBezTo>
                      <a:pt x="1694" y="7142"/>
                      <a:pt x="1694" y="7117"/>
                      <a:pt x="1694" y="7092"/>
                    </a:cubicBezTo>
                    <a:lnTo>
                      <a:pt x="2" y="7069"/>
                    </a:lnTo>
                    <a:cubicBezTo>
                      <a:pt x="2" y="7102"/>
                      <a:pt x="0" y="7135"/>
                      <a:pt x="0" y="7168"/>
                    </a:cubicBezTo>
                    <a:cubicBezTo>
                      <a:pt x="0" y="11120"/>
                      <a:pt x="3217" y="14337"/>
                      <a:pt x="7168" y="14337"/>
                    </a:cubicBezTo>
                    <a:cubicBezTo>
                      <a:pt x="11122" y="14337"/>
                      <a:pt x="14337" y="11120"/>
                      <a:pt x="14337" y="7168"/>
                    </a:cubicBezTo>
                    <a:cubicBezTo>
                      <a:pt x="14337" y="3215"/>
                      <a:pt x="11122" y="0"/>
                      <a:pt x="7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7"/>
              <p:cNvSpPr/>
              <p:nvPr/>
            </p:nvSpPr>
            <p:spPr>
              <a:xfrm>
                <a:off x="6051450" y="3517475"/>
                <a:ext cx="21750" cy="40375"/>
              </a:xfrm>
              <a:custGeom>
                <a:avLst/>
                <a:gdLst/>
                <a:ahLst/>
                <a:cxnLst/>
                <a:rect l="l" t="t" r="r" b="b"/>
                <a:pathLst>
                  <a:path w="870" h="1615" extrusionOk="0">
                    <a:moveTo>
                      <a:pt x="185" y="1"/>
                    </a:moveTo>
                    <a:cubicBezTo>
                      <a:pt x="124" y="29"/>
                      <a:pt x="61" y="57"/>
                      <a:pt x="0" y="85"/>
                    </a:cubicBezTo>
                    <a:lnTo>
                      <a:pt x="726" y="1615"/>
                    </a:lnTo>
                    <a:cubicBezTo>
                      <a:pt x="773" y="1593"/>
                      <a:pt x="821" y="1570"/>
                      <a:pt x="869" y="1550"/>
                    </a:cubicBezTo>
                    <a:lnTo>
                      <a:pt x="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p:cNvSpPr/>
              <p:nvPr/>
            </p:nvSpPr>
            <p:spPr>
              <a:xfrm>
                <a:off x="6029175" y="3529425"/>
                <a:ext cx="26750" cy="38050"/>
              </a:xfrm>
              <a:custGeom>
                <a:avLst/>
                <a:gdLst/>
                <a:ahLst/>
                <a:cxnLst/>
                <a:rect l="l" t="t" r="r" b="b"/>
                <a:pathLst>
                  <a:path w="1070" h="1522" extrusionOk="0">
                    <a:moveTo>
                      <a:pt x="173" y="0"/>
                    </a:moveTo>
                    <a:cubicBezTo>
                      <a:pt x="115" y="36"/>
                      <a:pt x="59" y="73"/>
                      <a:pt x="1" y="111"/>
                    </a:cubicBezTo>
                    <a:lnTo>
                      <a:pt x="938" y="1522"/>
                    </a:lnTo>
                    <a:cubicBezTo>
                      <a:pt x="980" y="1492"/>
                      <a:pt x="1025" y="1464"/>
                      <a:pt x="1070" y="1437"/>
                    </a:cubicBezTo>
                    <a:lnTo>
                      <a:pt x="1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p:cNvSpPr/>
              <p:nvPr/>
            </p:nvSpPr>
            <p:spPr>
              <a:xfrm>
                <a:off x="6075275" y="3508900"/>
                <a:ext cx="16300" cy="41900"/>
              </a:xfrm>
              <a:custGeom>
                <a:avLst/>
                <a:gdLst/>
                <a:ahLst/>
                <a:cxnLst/>
                <a:rect l="l" t="t" r="r" b="b"/>
                <a:pathLst>
                  <a:path w="652" h="1676" extrusionOk="0">
                    <a:moveTo>
                      <a:pt x="199" y="0"/>
                    </a:moveTo>
                    <a:cubicBezTo>
                      <a:pt x="133" y="18"/>
                      <a:pt x="67" y="36"/>
                      <a:pt x="1" y="58"/>
                    </a:cubicBezTo>
                    <a:lnTo>
                      <a:pt x="501" y="1675"/>
                    </a:lnTo>
                    <a:cubicBezTo>
                      <a:pt x="551" y="1659"/>
                      <a:pt x="600" y="1644"/>
                      <a:pt x="651" y="1631"/>
                    </a:cubicBez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7"/>
              <p:cNvSpPr/>
              <p:nvPr/>
            </p:nvSpPr>
            <p:spPr>
              <a:xfrm>
                <a:off x="6100225" y="3503800"/>
                <a:ext cx="10475" cy="42575"/>
              </a:xfrm>
              <a:custGeom>
                <a:avLst/>
                <a:gdLst/>
                <a:ahLst/>
                <a:cxnLst/>
                <a:rect l="l" t="t" r="r" b="b"/>
                <a:pathLst>
                  <a:path w="419" h="1703" extrusionOk="0">
                    <a:moveTo>
                      <a:pt x="204" y="1"/>
                    </a:moveTo>
                    <a:cubicBezTo>
                      <a:pt x="136" y="11"/>
                      <a:pt x="68" y="21"/>
                      <a:pt x="0" y="31"/>
                    </a:cubicBezTo>
                    <a:lnTo>
                      <a:pt x="263" y="1702"/>
                    </a:lnTo>
                    <a:cubicBezTo>
                      <a:pt x="314" y="1694"/>
                      <a:pt x="367" y="1688"/>
                      <a:pt x="418" y="1681"/>
                    </a:cubicBez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7"/>
              <p:cNvSpPr/>
              <p:nvPr/>
            </p:nvSpPr>
            <p:spPr>
              <a:xfrm>
                <a:off x="6008950" y="3544450"/>
                <a:ext cx="31150" cy="34975"/>
              </a:xfrm>
              <a:custGeom>
                <a:avLst/>
                <a:gdLst/>
                <a:ahLst/>
                <a:cxnLst/>
                <a:rect l="l" t="t" r="r" b="b"/>
                <a:pathLst>
                  <a:path w="1246" h="1399" extrusionOk="0">
                    <a:moveTo>
                      <a:pt x="156" y="0"/>
                    </a:moveTo>
                    <a:cubicBezTo>
                      <a:pt x="103" y="45"/>
                      <a:pt x="52" y="90"/>
                      <a:pt x="0" y="134"/>
                    </a:cubicBezTo>
                    <a:lnTo>
                      <a:pt x="1129" y="1398"/>
                    </a:lnTo>
                    <a:cubicBezTo>
                      <a:pt x="1167" y="1363"/>
                      <a:pt x="1206" y="1329"/>
                      <a:pt x="1246" y="1296"/>
                    </a:cubicBezTo>
                    <a:lnTo>
                      <a:pt x="1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7"/>
              <p:cNvSpPr/>
              <p:nvPr/>
            </p:nvSpPr>
            <p:spPr>
              <a:xfrm>
                <a:off x="5955500" y="3628675"/>
                <a:ext cx="41950" cy="16250"/>
              </a:xfrm>
              <a:custGeom>
                <a:avLst/>
                <a:gdLst/>
                <a:ahLst/>
                <a:cxnLst/>
                <a:rect l="l" t="t" r="r" b="b"/>
                <a:pathLst>
                  <a:path w="1678" h="650" extrusionOk="0">
                    <a:moveTo>
                      <a:pt x="58" y="0"/>
                    </a:moveTo>
                    <a:cubicBezTo>
                      <a:pt x="38" y="66"/>
                      <a:pt x="20" y="131"/>
                      <a:pt x="0" y="197"/>
                    </a:cubicBezTo>
                    <a:lnTo>
                      <a:pt x="1633" y="649"/>
                    </a:lnTo>
                    <a:cubicBezTo>
                      <a:pt x="1646" y="600"/>
                      <a:pt x="1661" y="549"/>
                      <a:pt x="1676" y="499"/>
                    </a:cubicBezTo>
                    <a:lnTo>
                      <a:pt x="1677" y="499"/>
                    </a:lnTo>
                    <a:lnTo>
                      <a:pt x="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7"/>
              <p:cNvSpPr/>
              <p:nvPr/>
            </p:nvSpPr>
            <p:spPr>
              <a:xfrm>
                <a:off x="5950450" y="3653600"/>
                <a:ext cx="42575" cy="10475"/>
              </a:xfrm>
              <a:custGeom>
                <a:avLst/>
                <a:gdLst/>
                <a:ahLst/>
                <a:cxnLst/>
                <a:rect l="l" t="t" r="r" b="b"/>
                <a:pathLst>
                  <a:path w="1703" h="419" extrusionOk="0">
                    <a:moveTo>
                      <a:pt x="31" y="1"/>
                    </a:moveTo>
                    <a:cubicBezTo>
                      <a:pt x="19" y="69"/>
                      <a:pt x="11" y="136"/>
                      <a:pt x="1" y="204"/>
                    </a:cubicBezTo>
                    <a:lnTo>
                      <a:pt x="1681" y="419"/>
                    </a:lnTo>
                    <a:cubicBezTo>
                      <a:pt x="1688" y="366"/>
                      <a:pt x="1694" y="315"/>
                      <a:pt x="1703" y="264"/>
                    </a:cubicBezTo>
                    <a:lnTo>
                      <a:pt x="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7"/>
              <p:cNvSpPr/>
              <p:nvPr/>
            </p:nvSpPr>
            <p:spPr>
              <a:xfrm>
                <a:off x="5991150" y="3562300"/>
                <a:ext cx="34950" cy="31150"/>
              </a:xfrm>
              <a:custGeom>
                <a:avLst/>
                <a:gdLst/>
                <a:ahLst/>
                <a:cxnLst/>
                <a:rect l="l" t="t" r="r" b="b"/>
                <a:pathLst>
                  <a:path w="1398" h="1246" extrusionOk="0">
                    <a:moveTo>
                      <a:pt x="134" y="0"/>
                    </a:moveTo>
                    <a:cubicBezTo>
                      <a:pt x="89" y="50"/>
                      <a:pt x="45" y="103"/>
                      <a:pt x="0" y="154"/>
                    </a:cubicBezTo>
                    <a:lnTo>
                      <a:pt x="1295" y="1246"/>
                    </a:lnTo>
                    <a:cubicBezTo>
                      <a:pt x="1329" y="1205"/>
                      <a:pt x="1363" y="1165"/>
                      <a:pt x="1398" y="1127"/>
                    </a:cubicBezTo>
                    <a:lnTo>
                      <a:pt x="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7"/>
              <p:cNvSpPr/>
              <p:nvPr/>
            </p:nvSpPr>
            <p:spPr>
              <a:xfrm>
                <a:off x="5976100" y="3582500"/>
                <a:ext cx="38025" cy="26725"/>
              </a:xfrm>
              <a:custGeom>
                <a:avLst/>
                <a:gdLst/>
                <a:ahLst/>
                <a:cxnLst/>
                <a:rect l="l" t="t" r="r" b="b"/>
                <a:pathLst>
                  <a:path w="1521" h="1069" extrusionOk="0">
                    <a:moveTo>
                      <a:pt x="112" y="0"/>
                    </a:moveTo>
                    <a:cubicBezTo>
                      <a:pt x="74" y="58"/>
                      <a:pt x="37" y="116"/>
                      <a:pt x="1" y="174"/>
                    </a:cubicBezTo>
                    <a:lnTo>
                      <a:pt x="1437" y="1069"/>
                    </a:lnTo>
                    <a:cubicBezTo>
                      <a:pt x="1465" y="1024"/>
                      <a:pt x="1493" y="981"/>
                      <a:pt x="1521" y="938"/>
                    </a:cubicBez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7"/>
              <p:cNvSpPr/>
              <p:nvPr/>
            </p:nvSpPr>
            <p:spPr>
              <a:xfrm>
                <a:off x="5964125" y="3604800"/>
                <a:ext cx="40375" cy="21750"/>
              </a:xfrm>
              <a:custGeom>
                <a:avLst/>
                <a:gdLst/>
                <a:ahLst/>
                <a:cxnLst/>
                <a:rect l="l" t="t" r="r" b="b"/>
                <a:pathLst>
                  <a:path w="1615" h="870" extrusionOk="0">
                    <a:moveTo>
                      <a:pt x="87" y="0"/>
                    </a:moveTo>
                    <a:cubicBezTo>
                      <a:pt x="57" y="61"/>
                      <a:pt x="29" y="124"/>
                      <a:pt x="1" y="187"/>
                    </a:cubicBezTo>
                    <a:lnTo>
                      <a:pt x="1550" y="869"/>
                    </a:lnTo>
                    <a:cubicBezTo>
                      <a:pt x="1570" y="821"/>
                      <a:pt x="1593" y="773"/>
                      <a:pt x="1615" y="727"/>
                    </a:cubicBezTo>
                    <a:lnTo>
                      <a:pt x="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9" name="Google Shape;959;p47"/>
            <p:cNvSpPr/>
            <p:nvPr/>
          </p:nvSpPr>
          <p:spPr>
            <a:xfrm flipH="1">
              <a:off x="-66620" y="4008422"/>
              <a:ext cx="136200" cy="1362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7"/>
            <p:cNvSpPr/>
            <p:nvPr/>
          </p:nvSpPr>
          <p:spPr>
            <a:xfrm flipH="1">
              <a:off x="1192968" y="5070496"/>
              <a:ext cx="96300" cy="960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61" name="Google Shape;961;p47"/>
            <p:cNvCxnSpPr>
              <a:stCxn id="960" idx="7"/>
              <a:endCxn id="959" idx="3"/>
            </p:cNvCxnSpPr>
            <p:nvPr/>
          </p:nvCxnSpPr>
          <p:spPr>
            <a:xfrm rot="10800000">
              <a:off x="49671" y="4124555"/>
              <a:ext cx="1157400" cy="960000"/>
            </a:xfrm>
            <a:prstGeom prst="straightConnector1">
              <a:avLst/>
            </a:prstGeom>
            <a:noFill/>
            <a:ln w="19050" cap="flat" cmpd="sng">
              <a:solidFill>
                <a:schemeClr val="dk2"/>
              </a:solidFill>
              <a:prstDash val="solid"/>
              <a:round/>
              <a:headEnd type="none" w="med" len="med"/>
              <a:tailEnd type="none" w="med" len="med"/>
            </a:ln>
          </p:spPr>
        </p:cxnSp>
        <p:cxnSp>
          <p:nvCxnSpPr>
            <p:cNvPr id="962" name="Google Shape;962;p47"/>
            <p:cNvCxnSpPr>
              <a:stCxn id="959" idx="4"/>
            </p:cNvCxnSpPr>
            <p:nvPr/>
          </p:nvCxnSpPr>
          <p:spPr>
            <a:xfrm flipH="1">
              <a:off x="-446120" y="4144622"/>
              <a:ext cx="447600" cy="1881600"/>
            </a:xfrm>
            <a:prstGeom prst="straightConnector1">
              <a:avLst/>
            </a:prstGeom>
            <a:noFill/>
            <a:ln w="19050" cap="flat" cmpd="sng">
              <a:solidFill>
                <a:schemeClr val="dk2"/>
              </a:solidFill>
              <a:prstDash val="solid"/>
              <a:round/>
              <a:headEnd type="none" w="med" len="med"/>
              <a:tailEnd type="none" w="med" len="med"/>
            </a:ln>
          </p:spPr>
        </p:cxnSp>
        <p:cxnSp>
          <p:nvCxnSpPr>
            <p:cNvPr id="963" name="Google Shape;963;p47"/>
            <p:cNvCxnSpPr>
              <a:stCxn id="960" idx="4"/>
            </p:cNvCxnSpPr>
            <p:nvPr/>
          </p:nvCxnSpPr>
          <p:spPr>
            <a:xfrm flipH="1">
              <a:off x="999318" y="5166496"/>
              <a:ext cx="241800" cy="917700"/>
            </a:xfrm>
            <a:prstGeom prst="straightConnector1">
              <a:avLst/>
            </a:prstGeom>
            <a:noFill/>
            <a:ln w="19050" cap="flat" cmpd="sng">
              <a:solidFill>
                <a:schemeClr val="dk2"/>
              </a:solidFill>
              <a:prstDash val="solid"/>
              <a:round/>
              <a:headEnd type="none" w="med" len="med"/>
              <a:tailEnd type="none" w="med" len="med"/>
            </a:ln>
          </p:spPr>
        </p:cxnSp>
        <p:cxnSp>
          <p:nvCxnSpPr>
            <p:cNvPr id="964" name="Google Shape;964;p47"/>
            <p:cNvCxnSpPr>
              <a:stCxn id="959" idx="6"/>
            </p:cNvCxnSpPr>
            <p:nvPr/>
          </p:nvCxnSpPr>
          <p:spPr>
            <a:xfrm rot="10800000">
              <a:off x="-822020" y="4076522"/>
              <a:ext cx="755400" cy="0"/>
            </a:xfrm>
            <a:prstGeom prst="straightConnector1">
              <a:avLst/>
            </a:prstGeom>
            <a:noFill/>
            <a:ln w="19050" cap="flat" cmpd="sng">
              <a:solidFill>
                <a:schemeClr val="dk2"/>
              </a:solidFill>
              <a:prstDash val="solid"/>
              <a:round/>
              <a:headEnd type="none" w="med" len="med"/>
              <a:tailEnd type="none" w="med" len="med"/>
            </a:ln>
          </p:spPr>
        </p:cxnSp>
      </p:grpSp>
      <p:sp>
        <p:nvSpPr>
          <p:cNvPr id="6" name="Google Shape;428;p34">
            <a:extLst>
              <a:ext uri="{FF2B5EF4-FFF2-40B4-BE49-F238E27FC236}">
                <a16:creationId xmlns:a16="http://schemas.microsoft.com/office/drawing/2014/main" id="{BCC52DD9-24EE-DB8B-4833-57E653CD48DC}"/>
              </a:ext>
            </a:extLst>
          </p:cNvPr>
          <p:cNvSpPr txBox="1">
            <a:spLocks/>
          </p:cNvSpPr>
          <p:nvPr/>
        </p:nvSpPr>
        <p:spPr>
          <a:xfrm>
            <a:off x="738177" y="1246637"/>
            <a:ext cx="4895400" cy="1025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SemiBold"/>
                <a:ea typeface="Kantumruy Pro SemiBold"/>
                <a:cs typeface="Kantumruy Pro SemiBold"/>
                <a:sym typeface="Kantumruy Pro SemiBold"/>
              </a:defRPr>
            </a:lvl1pPr>
            <a:lvl2pPr marR="0" lvl="1"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9pPr>
          </a:lstStyle>
          <a:p>
            <a:r>
              <a:rPr lang="en" dirty="0">
                <a:solidFill>
                  <a:schemeClr val="bg1"/>
                </a:solidFill>
              </a:rPr>
              <a:t>04</a:t>
            </a:r>
          </a:p>
        </p:txBody>
      </p:sp>
      <p:sp>
        <p:nvSpPr>
          <p:cNvPr id="7" name="Google Shape;724;p41">
            <a:extLst>
              <a:ext uri="{FF2B5EF4-FFF2-40B4-BE49-F238E27FC236}">
                <a16:creationId xmlns:a16="http://schemas.microsoft.com/office/drawing/2014/main" id="{BDC7196F-4DA5-5430-1E49-1F87DEAF3B7C}"/>
              </a:ext>
            </a:extLst>
          </p:cNvPr>
          <p:cNvSpPr txBox="1">
            <a:spLocks/>
          </p:cNvSpPr>
          <p:nvPr/>
        </p:nvSpPr>
        <p:spPr>
          <a:xfrm>
            <a:off x="744503" y="2023809"/>
            <a:ext cx="7137600" cy="201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Kantumruy Pro"/>
              <a:buNone/>
              <a:defRPr sz="5000" b="0" i="0" u="none" strike="noStrike" cap="none">
                <a:solidFill>
                  <a:schemeClr val="dk1"/>
                </a:solidFill>
                <a:latin typeface="Kantumruy Pro"/>
                <a:ea typeface="Kantumruy Pro"/>
                <a:cs typeface="Kantumruy Pro"/>
                <a:sym typeface="Kantumruy Pro"/>
              </a:defRPr>
            </a:lvl1pPr>
            <a:lvl2pPr marR="0" lvl="1"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9pPr>
          </a:lstStyle>
          <a:p>
            <a:r>
              <a:rPr lang="en-US" dirty="0">
                <a:solidFill>
                  <a:schemeClr val="bg1"/>
                </a:solidFill>
                <a:latin typeface="Kantumruy Pro" panose="020B0604020202020204" charset="0"/>
                <a:ea typeface="Kantumruy Pro SemiBold"/>
                <a:cs typeface="Kantumruy Pro" panose="020B0604020202020204" charset="0"/>
                <a:sym typeface="Kantumruy Pro SemiBold"/>
              </a:rPr>
              <a:t>R</a:t>
            </a:r>
            <a:r>
              <a:rPr lang="en-IN" dirty="0" err="1">
                <a:solidFill>
                  <a:schemeClr val="bg1"/>
                </a:solidFill>
                <a:latin typeface="Kantumruy Pro" panose="020B0604020202020204" charset="0"/>
                <a:ea typeface="Kantumruy Pro SemiBold"/>
                <a:cs typeface="Kantumruy Pro" panose="020B0604020202020204" charset="0"/>
                <a:sym typeface="Kantumruy Pro SemiBold"/>
              </a:rPr>
              <a:t>equirement</a:t>
            </a:r>
            <a:endParaRPr lang="en-IN" dirty="0">
              <a:solidFill>
                <a:schemeClr val="bg1"/>
              </a:solidFill>
              <a:latin typeface="Kantumruy Pro" panose="020B0604020202020204" charset="0"/>
              <a:ea typeface="Kantumruy Pro SemiBold"/>
              <a:cs typeface="Kantumruy Pro" panose="020B0604020202020204" charset="0"/>
              <a:sym typeface="Kantumruy Pro SemiBold"/>
            </a:endParaRPr>
          </a:p>
          <a:p>
            <a:r>
              <a:rPr lang="en-IN" dirty="0">
                <a:solidFill>
                  <a:schemeClr val="bg1"/>
                </a:solidFill>
                <a:latin typeface="Kantumruy Pro" panose="020B0604020202020204" charset="0"/>
                <a:ea typeface="Kantumruy Pro SemiBold"/>
                <a:cs typeface="Kantumruy Pro" panose="020B0604020202020204" charset="0"/>
                <a:sym typeface="Kantumruy Pro SemiBold"/>
              </a:rPr>
              <a:t>Validation technique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pic>
        <p:nvPicPr>
          <p:cNvPr id="3074" name="Picture 2">
            <a:extLst>
              <a:ext uri="{FF2B5EF4-FFF2-40B4-BE49-F238E27FC236}">
                <a16:creationId xmlns:a16="http://schemas.microsoft.com/office/drawing/2014/main" id="{BA0E33BD-78C0-0091-07C6-628322765E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6297" b="8889"/>
          <a:stretch>
            <a:fillRect/>
          </a:stretch>
        </p:blipFill>
        <p:spPr bwMode="auto">
          <a:xfrm>
            <a:off x="1563687" y="647700"/>
            <a:ext cx="6016625" cy="38481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3" name="TextBox 12">
            <a:extLst>
              <a:ext uri="{FF2B5EF4-FFF2-40B4-BE49-F238E27FC236}">
                <a16:creationId xmlns:a16="http://schemas.microsoft.com/office/drawing/2014/main" id="{98EE4714-C755-5B38-A15B-B95BAE761639}"/>
              </a:ext>
            </a:extLst>
          </p:cNvPr>
          <p:cNvSpPr txBox="1"/>
          <p:nvPr/>
        </p:nvSpPr>
        <p:spPr>
          <a:xfrm>
            <a:off x="243840" y="648900"/>
            <a:ext cx="6918960" cy="4185761"/>
          </a:xfrm>
          <a:prstGeom prst="rect">
            <a:avLst/>
          </a:prstGeom>
          <a:noFill/>
        </p:spPr>
        <p:txBody>
          <a:bodyPr wrap="square">
            <a:spAutoFit/>
          </a:bodyPr>
          <a:lstStyle/>
          <a:p>
            <a:r>
              <a:rPr lang="en-US" dirty="0"/>
              <a:t>It is a manual process that involves people from both client and contractor organizations. They check the requirements document for anomalies and omissions. The review process may be managed in the same way as program inspections. Alternatively, it may be organized as a broader activity with different people checking different parts of the document. </a:t>
            </a:r>
          </a:p>
          <a:p>
            <a:endParaRPr lang="en-US" dirty="0"/>
          </a:p>
          <a:p>
            <a:pPr lvl="3"/>
            <a:r>
              <a:rPr lang="en-US" dirty="0"/>
              <a:t>2 type of requirement review:</a:t>
            </a:r>
          </a:p>
          <a:p>
            <a:pPr lvl="3"/>
            <a:r>
              <a:rPr lang="en-US" b="1" dirty="0"/>
              <a:t>Informal reviews </a:t>
            </a:r>
            <a:r>
              <a:rPr lang="en-US" dirty="0"/>
              <a:t>simply involve contractors discussing requirements with as many system stakeholders as possible. It is frequently observed that communication between system developers and stakeholders concludes after the elicitation phase, without subsequent confirmation that the documented requirements accurately reflect stakeholder intentions. A significant number of issues can be identified and resolved through continued dialogue with stakeholders prior to initiating a formal review process.</a:t>
            </a:r>
          </a:p>
          <a:p>
            <a:pPr lvl="3"/>
            <a:endParaRPr lang="en-US" dirty="0"/>
          </a:p>
          <a:p>
            <a:pPr lvl="3"/>
            <a:r>
              <a:rPr lang="en-US" dirty="0"/>
              <a:t>In a </a:t>
            </a:r>
            <a:r>
              <a:rPr lang="en-US" b="1" dirty="0"/>
              <a:t>formal requirements review</a:t>
            </a:r>
            <a:r>
              <a:rPr lang="en-US" dirty="0"/>
              <a:t>, the development team should 'walk' the client through the system requirements, explaining the implications of each requirement. The review team should check each requirement for consistency as well as check the requirements as a whole for completeness. </a:t>
            </a:r>
            <a:endParaRPr lang="en-IN" dirty="0"/>
          </a:p>
        </p:txBody>
      </p:sp>
      <p:pic>
        <p:nvPicPr>
          <p:cNvPr id="8194" name="Picture 2">
            <a:extLst>
              <a:ext uri="{FF2B5EF4-FFF2-40B4-BE49-F238E27FC236}">
                <a16:creationId xmlns:a16="http://schemas.microsoft.com/office/drawing/2014/main" id="{5FA2F297-BEAF-3813-EE72-B0D7E3BECC5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360" b="3408"/>
          <a:stretch>
            <a:fillRect/>
          </a:stretch>
        </p:blipFill>
        <p:spPr bwMode="auto">
          <a:xfrm>
            <a:off x="6947217" y="90705"/>
            <a:ext cx="2265363" cy="4743956"/>
          </a:xfrm>
          <a:prstGeom prst="rect">
            <a:avLst/>
          </a:prstGeom>
          <a:noFill/>
          <a:extLst>
            <a:ext uri="{909E8E84-426E-40DD-AFC4-6F175D3DCCD1}">
              <a14:hiddenFill xmlns:a14="http://schemas.microsoft.com/office/drawing/2010/main">
                <a:solidFill>
                  <a:srgbClr val="FFFFFF"/>
                </a:solidFill>
              </a14:hiddenFill>
            </a:ext>
          </a:extLst>
        </p:spPr>
      </p:pic>
      <p:sp>
        <p:nvSpPr>
          <p:cNvPr id="14" name="Title 13">
            <a:extLst>
              <a:ext uri="{FF2B5EF4-FFF2-40B4-BE49-F238E27FC236}">
                <a16:creationId xmlns:a16="http://schemas.microsoft.com/office/drawing/2014/main" id="{33684033-BB35-07F8-35A7-1FC0D32814C8}"/>
              </a:ext>
            </a:extLst>
          </p:cNvPr>
          <p:cNvSpPr>
            <a:spLocks noGrp="1"/>
          </p:cNvSpPr>
          <p:nvPr>
            <p:ph type="title"/>
          </p:nvPr>
        </p:nvSpPr>
        <p:spPr>
          <a:xfrm>
            <a:off x="243840" y="0"/>
            <a:ext cx="7713900" cy="648900"/>
          </a:xfrm>
        </p:spPr>
        <p:txBody>
          <a:bodyPr/>
          <a:lstStyle/>
          <a:p>
            <a:r>
              <a:rPr lang="en-US" dirty="0"/>
              <a:t>Requirement Review</a:t>
            </a:r>
            <a:endParaRPr lang="en-IN"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gradFill>
          <a:gsLst>
            <a:gs pos="0">
              <a:schemeClr val="accent1">
                <a:lumMod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effectLst/>
      </p:bgPr>
    </p:bg>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7E504018-6949-986F-DAD3-DAE4899C011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55" t="20148" b="12148"/>
          <a:stretch>
            <a:fillRect/>
          </a:stretch>
        </p:blipFill>
        <p:spPr bwMode="auto">
          <a:xfrm>
            <a:off x="723741" y="830580"/>
            <a:ext cx="7696518" cy="34823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6DD1D5B-9303-1493-871A-22452A550FFF}"/>
              </a:ext>
            </a:extLst>
          </p:cNvPr>
          <p:cNvSpPr txBox="1"/>
          <p:nvPr/>
        </p:nvSpPr>
        <p:spPr>
          <a:xfrm>
            <a:off x="1617785" y="291588"/>
            <a:ext cx="7466782" cy="400110"/>
          </a:xfrm>
          <a:prstGeom prst="rect">
            <a:avLst/>
          </a:prstGeom>
          <a:noFill/>
        </p:spPr>
        <p:txBody>
          <a:bodyPr wrap="square">
            <a:spAutoFit/>
          </a:bodyPr>
          <a:lstStyle/>
          <a:p>
            <a:r>
              <a:rPr lang="en-US" sz="2000" dirty="0">
                <a:latin typeface="Kantumruy Pro Medium" panose="020B0604020202020204" charset="0"/>
                <a:cs typeface="Kantumruy Pro Medium" panose="020B0604020202020204" charset="0"/>
              </a:rPr>
              <a:t>What reviewers checks for during reviewing</a:t>
            </a:r>
            <a:endParaRPr lang="en-IN" sz="2000" dirty="0">
              <a:latin typeface="Kantumruy Pro Medium" panose="020B0604020202020204" charset="0"/>
              <a:cs typeface="Kantumruy Pro Medium" panose="020B0604020202020204" charset="0"/>
            </a:endParaRPr>
          </a:p>
        </p:txBody>
      </p:sp>
    </p:spTree>
    <p:extLst>
      <p:ext uri="{BB962C8B-B14F-4D97-AF65-F5344CB8AC3E}">
        <p14:creationId xmlns:p14="http://schemas.microsoft.com/office/powerpoint/2010/main" val="15216466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919">
          <a:extLst>
            <a:ext uri="{FF2B5EF4-FFF2-40B4-BE49-F238E27FC236}">
              <a16:creationId xmlns:a16="http://schemas.microsoft.com/office/drawing/2014/main" id="{4353DB72-BD5B-88E9-1117-18989F8D44B4}"/>
            </a:ext>
          </a:extLst>
        </p:cNvPr>
        <p:cNvGrpSpPr/>
        <p:nvPr/>
      </p:nvGrpSpPr>
      <p:grpSpPr>
        <a:xfrm>
          <a:off x="0" y="0"/>
          <a:ext cx="0" cy="0"/>
          <a:chOff x="0" y="0"/>
          <a:chExt cx="0" cy="0"/>
        </a:xfrm>
      </p:grpSpPr>
      <p:grpSp>
        <p:nvGrpSpPr>
          <p:cNvPr id="937" name="Google Shape;937;p47">
            <a:extLst>
              <a:ext uri="{FF2B5EF4-FFF2-40B4-BE49-F238E27FC236}">
                <a16:creationId xmlns:a16="http://schemas.microsoft.com/office/drawing/2014/main" id="{BB845818-5DA0-7AF7-E56A-4EE41F5CFCB8}"/>
              </a:ext>
            </a:extLst>
          </p:cNvPr>
          <p:cNvGrpSpPr/>
          <p:nvPr/>
        </p:nvGrpSpPr>
        <p:grpSpPr>
          <a:xfrm>
            <a:off x="-822020" y="3675123"/>
            <a:ext cx="2843422" cy="2409073"/>
            <a:chOff x="-822020" y="3675123"/>
            <a:chExt cx="2843422" cy="2409073"/>
          </a:xfrm>
        </p:grpSpPr>
        <p:grpSp>
          <p:nvGrpSpPr>
            <p:cNvPr id="938" name="Google Shape;938;p47">
              <a:extLst>
                <a:ext uri="{FF2B5EF4-FFF2-40B4-BE49-F238E27FC236}">
                  <a16:creationId xmlns:a16="http://schemas.microsoft.com/office/drawing/2014/main" id="{D138DF55-E539-3D0F-B97F-7A4909C3151E}"/>
                </a:ext>
              </a:extLst>
            </p:cNvPr>
            <p:cNvGrpSpPr/>
            <p:nvPr/>
          </p:nvGrpSpPr>
          <p:grpSpPr>
            <a:xfrm flipH="1">
              <a:off x="460835" y="4337895"/>
              <a:ext cx="1560567" cy="1561202"/>
              <a:chOff x="6644550" y="3312875"/>
              <a:chExt cx="737125" cy="737425"/>
            </a:xfrm>
          </p:grpSpPr>
          <p:sp>
            <p:nvSpPr>
              <p:cNvPr id="939" name="Google Shape;939;p47">
                <a:extLst>
                  <a:ext uri="{FF2B5EF4-FFF2-40B4-BE49-F238E27FC236}">
                    <a16:creationId xmlns:a16="http://schemas.microsoft.com/office/drawing/2014/main" id="{27C3829D-252D-8C61-5AD4-DB15F867EB76}"/>
                  </a:ext>
                </a:extLst>
              </p:cNvPr>
              <p:cNvSpPr/>
              <p:nvPr/>
            </p:nvSpPr>
            <p:spPr>
              <a:xfrm>
                <a:off x="6766750" y="3435950"/>
                <a:ext cx="491800" cy="491800"/>
              </a:xfrm>
              <a:custGeom>
                <a:avLst/>
                <a:gdLst/>
                <a:ahLst/>
                <a:cxnLst/>
                <a:rect l="l" t="t" r="r" b="b"/>
                <a:pathLst>
                  <a:path w="19672" h="19672" extrusionOk="0">
                    <a:moveTo>
                      <a:pt x="9835" y="3807"/>
                    </a:moveTo>
                    <a:cubicBezTo>
                      <a:pt x="13161" y="3807"/>
                      <a:pt x="15866" y="6511"/>
                      <a:pt x="15866" y="9837"/>
                    </a:cubicBezTo>
                    <a:cubicBezTo>
                      <a:pt x="15866" y="13161"/>
                      <a:pt x="13161" y="15865"/>
                      <a:pt x="9835" y="15865"/>
                    </a:cubicBezTo>
                    <a:cubicBezTo>
                      <a:pt x="6511" y="15865"/>
                      <a:pt x="3805" y="13161"/>
                      <a:pt x="3805" y="9837"/>
                    </a:cubicBezTo>
                    <a:cubicBezTo>
                      <a:pt x="3805" y="6511"/>
                      <a:pt x="6511" y="3807"/>
                      <a:pt x="9835" y="3807"/>
                    </a:cubicBezTo>
                    <a:close/>
                    <a:moveTo>
                      <a:pt x="9835" y="3354"/>
                    </a:moveTo>
                    <a:cubicBezTo>
                      <a:pt x="6262" y="3354"/>
                      <a:pt x="3353" y="6262"/>
                      <a:pt x="3353" y="9837"/>
                    </a:cubicBezTo>
                    <a:cubicBezTo>
                      <a:pt x="3353" y="13410"/>
                      <a:pt x="6262" y="16318"/>
                      <a:pt x="9835" y="16318"/>
                    </a:cubicBezTo>
                    <a:cubicBezTo>
                      <a:pt x="13411" y="16318"/>
                      <a:pt x="16318" y="13410"/>
                      <a:pt x="16318" y="9837"/>
                    </a:cubicBezTo>
                    <a:cubicBezTo>
                      <a:pt x="16318" y="6262"/>
                      <a:pt x="13411" y="3354"/>
                      <a:pt x="9835" y="3354"/>
                    </a:cubicBezTo>
                    <a:close/>
                    <a:moveTo>
                      <a:pt x="9835" y="453"/>
                    </a:moveTo>
                    <a:cubicBezTo>
                      <a:pt x="9976" y="453"/>
                      <a:pt x="10123" y="456"/>
                      <a:pt x="10286" y="466"/>
                    </a:cubicBezTo>
                    <a:lnTo>
                      <a:pt x="10153" y="2323"/>
                    </a:lnTo>
                    <a:lnTo>
                      <a:pt x="10379" y="2338"/>
                    </a:lnTo>
                    <a:cubicBezTo>
                      <a:pt x="11512" y="2421"/>
                      <a:pt x="12588" y="2750"/>
                      <a:pt x="13572" y="3316"/>
                    </a:cubicBezTo>
                    <a:lnTo>
                      <a:pt x="13769" y="3429"/>
                    </a:lnTo>
                    <a:lnTo>
                      <a:pt x="14696" y="1816"/>
                    </a:lnTo>
                    <a:cubicBezTo>
                      <a:pt x="16183" y="2718"/>
                      <a:pt x="17377" y="3999"/>
                      <a:pt x="18173" y="5537"/>
                    </a:cubicBezTo>
                    <a:lnTo>
                      <a:pt x="16500" y="6351"/>
                    </a:lnTo>
                    <a:lnTo>
                      <a:pt x="16599" y="6554"/>
                    </a:lnTo>
                    <a:cubicBezTo>
                      <a:pt x="17096" y="7572"/>
                      <a:pt x="17349" y="8666"/>
                      <a:pt x="17354" y="9806"/>
                    </a:cubicBezTo>
                    <a:lnTo>
                      <a:pt x="17354" y="10030"/>
                    </a:lnTo>
                    <a:lnTo>
                      <a:pt x="19218" y="10030"/>
                    </a:lnTo>
                    <a:cubicBezTo>
                      <a:pt x="19181" y="11778"/>
                      <a:pt x="18664" y="13463"/>
                      <a:pt x="17713" y="14929"/>
                    </a:cubicBezTo>
                    <a:lnTo>
                      <a:pt x="16176" y="13880"/>
                    </a:lnTo>
                    <a:lnTo>
                      <a:pt x="16049" y="14066"/>
                    </a:lnTo>
                    <a:cubicBezTo>
                      <a:pt x="15416" y="14993"/>
                      <a:pt x="14567" y="15779"/>
                      <a:pt x="13596" y="16344"/>
                    </a:cubicBezTo>
                    <a:lnTo>
                      <a:pt x="13401" y="16457"/>
                    </a:lnTo>
                    <a:lnTo>
                      <a:pt x="14332" y="18068"/>
                    </a:lnTo>
                    <a:cubicBezTo>
                      <a:pt x="12956" y="18823"/>
                      <a:pt x="11407" y="19219"/>
                      <a:pt x="9835" y="19219"/>
                    </a:cubicBezTo>
                    <a:cubicBezTo>
                      <a:pt x="9688" y="19219"/>
                      <a:pt x="9536" y="19216"/>
                      <a:pt x="9370" y="19206"/>
                    </a:cubicBezTo>
                    <a:lnTo>
                      <a:pt x="9368" y="19206"/>
                    </a:lnTo>
                    <a:lnTo>
                      <a:pt x="9503" y="17351"/>
                    </a:lnTo>
                    <a:lnTo>
                      <a:pt x="9279" y="17334"/>
                    </a:lnTo>
                    <a:cubicBezTo>
                      <a:pt x="8144" y="17250"/>
                      <a:pt x="7070" y="16919"/>
                      <a:pt x="6087" y="16351"/>
                    </a:cubicBezTo>
                    <a:lnTo>
                      <a:pt x="5890" y="16237"/>
                    </a:lnTo>
                    <a:lnTo>
                      <a:pt x="4960" y="17850"/>
                    </a:lnTo>
                    <a:cubicBezTo>
                      <a:pt x="3475" y="16944"/>
                      <a:pt x="2282" y="15662"/>
                      <a:pt x="1489" y="14122"/>
                    </a:cubicBezTo>
                    <a:lnTo>
                      <a:pt x="3164" y="13311"/>
                    </a:lnTo>
                    <a:lnTo>
                      <a:pt x="3065" y="13108"/>
                    </a:lnTo>
                    <a:cubicBezTo>
                      <a:pt x="2570" y="12087"/>
                      <a:pt x="2318" y="10993"/>
                      <a:pt x="2315" y="9852"/>
                    </a:cubicBezTo>
                    <a:lnTo>
                      <a:pt x="2315" y="9627"/>
                    </a:lnTo>
                    <a:lnTo>
                      <a:pt x="453" y="9627"/>
                    </a:lnTo>
                    <a:cubicBezTo>
                      <a:pt x="493" y="7889"/>
                      <a:pt x="1007" y="6216"/>
                      <a:pt x="1948" y="4757"/>
                    </a:cubicBezTo>
                    <a:lnTo>
                      <a:pt x="3488" y="5804"/>
                    </a:lnTo>
                    <a:lnTo>
                      <a:pt x="3615" y="5618"/>
                    </a:lnTo>
                    <a:cubicBezTo>
                      <a:pt x="4245" y="4691"/>
                      <a:pt x="5092" y="3901"/>
                      <a:pt x="6064" y="3336"/>
                    </a:cubicBezTo>
                    <a:lnTo>
                      <a:pt x="6259" y="3222"/>
                    </a:lnTo>
                    <a:lnTo>
                      <a:pt x="5324" y="1613"/>
                    </a:lnTo>
                    <a:cubicBezTo>
                      <a:pt x="6703" y="853"/>
                      <a:pt x="8258" y="453"/>
                      <a:pt x="9835" y="453"/>
                    </a:cubicBezTo>
                    <a:close/>
                    <a:moveTo>
                      <a:pt x="9835" y="0"/>
                    </a:moveTo>
                    <a:cubicBezTo>
                      <a:pt x="8104" y="0"/>
                      <a:pt x="6397" y="461"/>
                      <a:pt x="4901" y="1334"/>
                    </a:cubicBezTo>
                    <a:lnTo>
                      <a:pt x="4704" y="1448"/>
                    </a:lnTo>
                    <a:lnTo>
                      <a:pt x="5642" y="3062"/>
                    </a:lnTo>
                    <a:cubicBezTo>
                      <a:pt x="4759" y="3610"/>
                      <a:pt x="3980" y="4336"/>
                      <a:pt x="3371" y="5176"/>
                    </a:cubicBezTo>
                    <a:lnTo>
                      <a:pt x="1828" y="4127"/>
                    </a:lnTo>
                    <a:lnTo>
                      <a:pt x="1701" y="4314"/>
                    </a:lnTo>
                    <a:cubicBezTo>
                      <a:pt x="589" y="5948"/>
                      <a:pt x="1" y="7858"/>
                      <a:pt x="1" y="9852"/>
                    </a:cubicBezTo>
                    <a:lnTo>
                      <a:pt x="1" y="10078"/>
                    </a:lnTo>
                    <a:lnTo>
                      <a:pt x="1867" y="10078"/>
                    </a:lnTo>
                    <a:cubicBezTo>
                      <a:pt x="1899" y="11131"/>
                      <a:pt x="2132" y="12145"/>
                      <a:pt x="2563" y="13100"/>
                    </a:cubicBezTo>
                    <a:lnTo>
                      <a:pt x="883" y="13913"/>
                    </a:lnTo>
                    <a:lnTo>
                      <a:pt x="982" y="14117"/>
                    </a:lnTo>
                    <a:cubicBezTo>
                      <a:pt x="1844" y="15897"/>
                      <a:pt x="3211" y="17362"/>
                      <a:pt x="4929" y="18357"/>
                    </a:cubicBezTo>
                    <a:lnTo>
                      <a:pt x="5125" y="18469"/>
                    </a:lnTo>
                    <a:lnTo>
                      <a:pt x="6057" y="16853"/>
                    </a:lnTo>
                    <a:cubicBezTo>
                      <a:pt x="6981" y="17352"/>
                      <a:pt x="7975" y="17658"/>
                      <a:pt x="9021" y="17765"/>
                    </a:cubicBezTo>
                    <a:lnTo>
                      <a:pt x="8884" y="19626"/>
                    </a:lnTo>
                    <a:lnTo>
                      <a:pt x="9110" y="19642"/>
                    </a:lnTo>
                    <a:cubicBezTo>
                      <a:pt x="9384" y="19664"/>
                      <a:pt x="9614" y="19672"/>
                      <a:pt x="9835" y="19672"/>
                    </a:cubicBezTo>
                    <a:cubicBezTo>
                      <a:pt x="11562" y="19672"/>
                      <a:pt x="13264" y="19214"/>
                      <a:pt x="14755" y="18347"/>
                    </a:cubicBezTo>
                    <a:lnTo>
                      <a:pt x="14952" y="18234"/>
                    </a:lnTo>
                    <a:lnTo>
                      <a:pt x="14015" y="16619"/>
                    </a:lnTo>
                    <a:cubicBezTo>
                      <a:pt x="14901" y="16070"/>
                      <a:pt x="15680" y="15347"/>
                      <a:pt x="16292" y="14506"/>
                    </a:cubicBezTo>
                    <a:lnTo>
                      <a:pt x="17833" y="15558"/>
                    </a:lnTo>
                    <a:lnTo>
                      <a:pt x="17960" y="15371"/>
                    </a:lnTo>
                    <a:cubicBezTo>
                      <a:pt x="19079" y="13734"/>
                      <a:pt x="19672" y="11819"/>
                      <a:pt x="19672" y="9835"/>
                    </a:cubicBezTo>
                    <a:lnTo>
                      <a:pt x="19670" y="9578"/>
                    </a:lnTo>
                    <a:lnTo>
                      <a:pt x="17802" y="9578"/>
                    </a:lnTo>
                    <a:cubicBezTo>
                      <a:pt x="17769" y="8527"/>
                      <a:pt x="17534" y="7514"/>
                      <a:pt x="17103" y="6561"/>
                    </a:cubicBezTo>
                    <a:lnTo>
                      <a:pt x="18781" y="5745"/>
                    </a:lnTo>
                    <a:lnTo>
                      <a:pt x="18682" y="5540"/>
                    </a:lnTo>
                    <a:cubicBezTo>
                      <a:pt x="17815" y="3762"/>
                      <a:pt x="16449" y="2299"/>
                      <a:pt x="14727" y="1309"/>
                    </a:cubicBezTo>
                    <a:lnTo>
                      <a:pt x="14531" y="1195"/>
                    </a:lnTo>
                    <a:lnTo>
                      <a:pt x="13601" y="2814"/>
                    </a:lnTo>
                    <a:cubicBezTo>
                      <a:pt x="12677" y="2315"/>
                      <a:pt x="11682" y="2011"/>
                      <a:pt x="10637" y="1907"/>
                    </a:cubicBezTo>
                    <a:lnTo>
                      <a:pt x="10769" y="45"/>
                    </a:lnTo>
                    <a:lnTo>
                      <a:pt x="10544" y="29"/>
                    </a:lnTo>
                    <a:cubicBezTo>
                      <a:pt x="10275" y="10"/>
                      <a:pt x="10050" y="0"/>
                      <a:pt x="983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47">
                <a:extLst>
                  <a:ext uri="{FF2B5EF4-FFF2-40B4-BE49-F238E27FC236}">
                    <a16:creationId xmlns:a16="http://schemas.microsoft.com/office/drawing/2014/main" id="{36A4F0E5-578F-131C-A1A2-BB20F199F883}"/>
                  </a:ext>
                </a:extLst>
              </p:cNvPr>
              <p:cNvSpPr/>
              <p:nvPr/>
            </p:nvSpPr>
            <p:spPr>
              <a:xfrm>
                <a:off x="7230275" y="3518500"/>
                <a:ext cx="95075" cy="187625"/>
              </a:xfrm>
              <a:custGeom>
                <a:avLst/>
                <a:gdLst/>
                <a:ahLst/>
                <a:cxnLst/>
                <a:rect l="l" t="t" r="r" b="b"/>
                <a:pathLst>
                  <a:path w="3803" h="7505" extrusionOk="0">
                    <a:moveTo>
                      <a:pt x="1655" y="622"/>
                    </a:moveTo>
                    <a:cubicBezTo>
                      <a:pt x="2770" y="2575"/>
                      <a:pt x="3305" y="4780"/>
                      <a:pt x="3214" y="7026"/>
                    </a:cubicBezTo>
                    <a:lnTo>
                      <a:pt x="2013" y="6955"/>
                    </a:lnTo>
                    <a:lnTo>
                      <a:pt x="2015" y="6955"/>
                    </a:lnTo>
                    <a:cubicBezTo>
                      <a:pt x="2089" y="4952"/>
                      <a:pt x="1610" y="2986"/>
                      <a:pt x="620" y="1237"/>
                    </a:cubicBezTo>
                    <a:lnTo>
                      <a:pt x="1655" y="622"/>
                    </a:lnTo>
                    <a:close/>
                    <a:moveTo>
                      <a:pt x="1813" y="1"/>
                    </a:moveTo>
                    <a:lnTo>
                      <a:pt x="1" y="1080"/>
                    </a:lnTo>
                    <a:lnTo>
                      <a:pt x="117" y="1273"/>
                    </a:lnTo>
                    <a:cubicBezTo>
                      <a:pt x="1177" y="3057"/>
                      <a:pt x="1673" y="5091"/>
                      <a:pt x="1551" y="7153"/>
                    </a:cubicBezTo>
                    <a:lnTo>
                      <a:pt x="1539" y="7379"/>
                    </a:lnTo>
                    <a:lnTo>
                      <a:pt x="3640" y="7505"/>
                    </a:lnTo>
                    <a:lnTo>
                      <a:pt x="3654" y="7278"/>
                    </a:lnTo>
                    <a:cubicBezTo>
                      <a:pt x="3802" y="4789"/>
                      <a:pt x="3206" y="2340"/>
                      <a:pt x="1929" y="196"/>
                    </a:cubicBezTo>
                    <a:lnTo>
                      <a:pt x="18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47">
                <a:extLst>
                  <a:ext uri="{FF2B5EF4-FFF2-40B4-BE49-F238E27FC236}">
                    <a16:creationId xmlns:a16="http://schemas.microsoft.com/office/drawing/2014/main" id="{D18735BE-FCEF-F1BB-6BFF-08E21B0953C2}"/>
                  </a:ext>
                </a:extLst>
              </p:cNvPr>
              <p:cNvSpPr/>
              <p:nvPr/>
            </p:nvSpPr>
            <p:spPr>
              <a:xfrm>
                <a:off x="7002700" y="3372300"/>
                <a:ext cx="185350" cy="98450"/>
              </a:xfrm>
              <a:custGeom>
                <a:avLst/>
                <a:gdLst/>
                <a:ahLst/>
                <a:cxnLst/>
                <a:rect l="l" t="t" r="r" b="b"/>
                <a:pathLst>
                  <a:path w="7414" h="3938" extrusionOk="0">
                    <a:moveTo>
                      <a:pt x="459" y="453"/>
                    </a:moveTo>
                    <a:lnTo>
                      <a:pt x="459" y="453"/>
                    </a:lnTo>
                    <a:cubicBezTo>
                      <a:pt x="2479" y="463"/>
                      <a:pt x="4475" y="992"/>
                      <a:pt x="6244" y="1986"/>
                    </a:cubicBezTo>
                    <a:cubicBezTo>
                      <a:pt x="6428" y="2091"/>
                      <a:pt x="6609" y="2198"/>
                      <a:pt x="6786" y="2310"/>
                    </a:cubicBezTo>
                    <a:lnTo>
                      <a:pt x="6125" y="3313"/>
                    </a:lnTo>
                    <a:cubicBezTo>
                      <a:pt x="5958" y="3206"/>
                      <a:pt x="5806" y="3113"/>
                      <a:pt x="5658" y="3031"/>
                    </a:cubicBezTo>
                    <a:cubicBezTo>
                      <a:pt x="4075" y="2142"/>
                      <a:pt x="2289" y="1669"/>
                      <a:pt x="477" y="1658"/>
                    </a:cubicBezTo>
                    <a:lnTo>
                      <a:pt x="459" y="453"/>
                    </a:lnTo>
                    <a:close/>
                    <a:moveTo>
                      <a:pt x="419" y="1"/>
                    </a:moveTo>
                    <a:cubicBezTo>
                      <a:pt x="354" y="1"/>
                      <a:pt x="290" y="1"/>
                      <a:pt x="226" y="2"/>
                    </a:cubicBezTo>
                    <a:lnTo>
                      <a:pt x="1" y="6"/>
                    </a:lnTo>
                    <a:lnTo>
                      <a:pt x="31" y="2115"/>
                    </a:lnTo>
                    <a:lnTo>
                      <a:pt x="257" y="2112"/>
                    </a:lnTo>
                    <a:cubicBezTo>
                      <a:pt x="313" y="2111"/>
                      <a:pt x="368" y="2111"/>
                      <a:pt x="424" y="2111"/>
                    </a:cubicBezTo>
                    <a:cubicBezTo>
                      <a:pt x="2177" y="2111"/>
                      <a:pt x="3907" y="2565"/>
                      <a:pt x="5435" y="3425"/>
                    </a:cubicBezTo>
                    <a:cubicBezTo>
                      <a:pt x="5628" y="3533"/>
                      <a:pt x="5828" y="3657"/>
                      <a:pt x="6066" y="3814"/>
                    </a:cubicBezTo>
                    <a:lnTo>
                      <a:pt x="6254" y="3938"/>
                    </a:lnTo>
                    <a:lnTo>
                      <a:pt x="7414" y="2181"/>
                    </a:lnTo>
                    <a:lnTo>
                      <a:pt x="7225" y="2056"/>
                    </a:lnTo>
                    <a:cubicBezTo>
                      <a:pt x="6979" y="1894"/>
                      <a:pt x="6725" y="1739"/>
                      <a:pt x="6466" y="1592"/>
                    </a:cubicBezTo>
                    <a:cubicBezTo>
                      <a:pt x="4617" y="553"/>
                      <a:pt x="2533" y="1"/>
                      <a:pt x="41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47">
                <a:extLst>
                  <a:ext uri="{FF2B5EF4-FFF2-40B4-BE49-F238E27FC236}">
                    <a16:creationId xmlns:a16="http://schemas.microsoft.com/office/drawing/2014/main" id="{95103C2A-4169-A04E-697A-0E48906E04EF}"/>
                  </a:ext>
                </a:extLst>
              </p:cNvPr>
              <p:cNvSpPr/>
              <p:nvPr/>
            </p:nvSpPr>
            <p:spPr>
              <a:xfrm>
                <a:off x="7121650" y="3802825"/>
                <a:ext cx="163875" cy="158850"/>
              </a:xfrm>
              <a:custGeom>
                <a:avLst/>
                <a:gdLst/>
                <a:ahLst/>
                <a:cxnLst/>
                <a:rect l="l" t="t" r="r" b="b"/>
                <a:pathLst>
                  <a:path w="6555" h="6354" extrusionOk="0">
                    <a:moveTo>
                      <a:pt x="4894" y="589"/>
                    </a:moveTo>
                    <a:lnTo>
                      <a:pt x="5938" y="1176"/>
                    </a:lnTo>
                    <a:cubicBezTo>
                      <a:pt x="4797" y="3132"/>
                      <a:pt x="3145" y="4706"/>
                      <a:pt x="1139" y="5745"/>
                    </a:cubicBezTo>
                    <a:lnTo>
                      <a:pt x="606" y="4668"/>
                    </a:lnTo>
                    <a:cubicBezTo>
                      <a:pt x="2398" y="3736"/>
                      <a:pt x="3875" y="2330"/>
                      <a:pt x="4894" y="589"/>
                    </a:cubicBezTo>
                    <a:close/>
                    <a:moveTo>
                      <a:pt x="4708" y="1"/>
                    </a:moveTo>
                    <a:lnTo>
                      <a:pt x="4597" y="199"/>
                    </a:lnTo>
                    <a:cubicBezTo>
                      <a:pt x="3581" y="2007"/>
                      <a:pt x="2061" y="3447"/>
                      <a:pt x="204" y="4364"/>
                    </a:cubicBezTo>
                    <a:lnTo>
                      <a:pt x="1" y="4465"/>
                    </a:lnTo>
                    <a:lnTo>
                      <a:pt x="936" y="6353"/>
                    </a:lnTo>
                    <a:lnTo>
                      <a:pt x="1139" y="6252"/>
                    </a:lnTo>
                    <a:cubicBezTo>
                      <a:pt x="3373" y="5147"/>
                      <a:pt x="5203" y="3409"/>
                      <a:pt x="6431" y="1228"/>
                    </a:cubicBezTo>
                    <a:lnTo>
                      <a:pt x="6555" y="1004"/>
                    </a:lnTo>
                    <a:lnTo>
                      <a:pt x="4921" y="83"/>
                    </a:lnTo>
                    <a:lnTo>
                      <a:pt x="470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47">
                <a:extLst>
                  <a:ext uri="{FF2B5EF4-FFF2-40B4-BE49-F238E27FC236}">
                    <a16:creationId xmlns:a16="http://schemas.microsoft.com/office/drawing/2014/main" id="{012ED300-2811-F1B5-1EE9-1A7B3086E4A6}"/>
                  </a:ext>
                </a:extLst>
              </p:cNvPr>
              <p:cNvSpPr/>
              <p:nvPr/>
            </p:nvSpPr>
            <p:spPr>
              <a:xfrm>
                <a:off x="6836800" y="3892700"/>
                <a:ext cx="185225" cy="98700"/>
              </a:xfrm>
              <a:custGeom>
                <a:avLst/>
                <a:gdLst/>
                <a:ahLst/>
                <a:cxnLst/>
                <a:rect l="l" t="t" r="r" b="b"/>
                <a:pathLst>
                  <a:path w="7409" h="3948" extrusionOk="0">
                    <a:moveTo>
                      <a:pt x="1291" y="627"/>
                    </a:moveTo>
                    <a:cubicBezTo>
                      <a:pt x="1463" y="738"/>
                      <a:pt x="1620" y="832"/>
                      <a:pt x="1773" y="919"/>
                    </a:cubicBezTo>
                    <a:cubicBezTo>
                      <a:pt x="3349" y="1805"/>
                      <a:pt x="5130" y="2277"/>
                      <a:pt x="6936" y="2291"/>
                    </a:cubicBezTo>
                    <a:lnTo>
                      <a:pt x="6951" y="3495"/>
                    </a:lnTo>
                    <a:cubicBezTo>
                      <a:pt x="4939" y="3482"/>
                      <a:pt x="2951" y="2955"/>
                      <a:pt x="1187" y="1962"/>
                    </a:cubicBezTo>
                    <a:cubicBezTo>
                      <a:pt x="998" y="1856"/>
                      <a:pt x="810" y="1744"/>
                      <a:pt x="628" y="1628"/>
                    </a:cubicBezTo>
                    <a:lnTo>
                      <a:pt x="627" y="1628"/>
                    </a:lnTo>
                    <a:lnTo>
                      <a:pt x="1291" y="627"/>
                    </a:lnTo>
                    <a:close/>
                    <a:moveTo>
                      <a:pt x="1162" y="1"/>
                    </a:moveTo>
                    <a:lnTo>
                      <a:pt x="1" y="1757"/>
                    </a:lnTo>
                    <a:lnTo>
                      <a:pt x="189" y="1881"/>
                    </a:lnTo>
                    <a:cubicBezTo>
                      <a:pt x="440" y="2048"/>
                      <a:pt x="701" y="2208"/>
                      <a:pt x="965" y="2357"/>
                    </a:cubicBezTo>
                    <a:cubicBezTo>
                      <a:pt x="2819" y="3399"/>
                      <a:pt x="4911" y="3948"/>
                      <a:pt x="7027" y="3948"/>
                    </a:cubicBezTo>
                    <a:cubicBezTo>
                      <a:pt x="7078" y="3948"/>
                      <a:pt x="7131" y="3948"/>
                      <a:pt x="7184" y="3946"/>
                    </a:cubicBezTo>
                    <a:lnTo>
                      <a:pt x="7408" y="3944"/>
                    </a:lnTo>
                    <a:lnTo>
                      <a:pt x="7382" y="1835"/>
                    </a:lnTo>
                    <a:lnTo>
                      <a:pt x="7156" y="1838"/>
                    </a:lnTo>
                    <a:cubicBezTo>
                      <a:pt x="7103" y="1839"/>
                      <a:pt x="7051" y="1839"/>
                      <a:pt x="6999" y="1839"/>
                    </a:cubicBezTo>
                    <a:cubicBezTo>
                      <a:pt x="5247" y="1839"/>
                      <a:pt x="3522" y="1383"/>
                      <a:pt x="1996" y="525"/>
                    </a:cubicBezTo>
                    <a:cubicBezTo>
                      <a:pt x="1796" y="412"/>
                      <a:pt x="1591" y="287"/>
                      <a:pt x="1350" y="126"/>
                    </a:cubicBezTo>
                    <a:lnTo>
                      <a:pt x="11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47">
                <a:extLst>
                  <a:ext uri="{FF2B5EF4-FFF2-40B4-BE49-F238E27FC236}">
                    <a16:creationId xmlns:a16="http://schemas.microsoft.com/office/drawing/2014/main" id="{FB024DBB-36B5-2508-60DE-9D9D0EC0308E}"/>
                  </a:ext>
                </a:extLst>
              </p:cNvPr>
              <p:cNvSpPr/>
              <p:nvPr/>
            </p:nvSpPr>
            <p:spPr>
              <a:xfrm>
                <a:off x="6699875" y="3657075"/>
                <a:ext cx="94875" cy="187700"/>
              </a:xfrm>
              <a:custGeom>
                <a:avLst/>
                <a:gdLst/>
                <a:ahLst/>
                <a:cxnLst/>
                <a:rect l="l" t="t" r="r" b="b"/>
                <a:pathLst>
                  <a:path w="3795" h="7508" extrusionOk="0">
                    <a:moveTo>
                      <a:pt x="592" y="480"/>
                    </a:moveTo>
                    <a:lnTo>
                      <a:pt x="1792" y="553"/>
                    </a:lnTo>
                    <a:cubicBezTo>
                      <a:pt x="1712" y="2555"/>
                      <a:pt x="2188" y="4522"/>
                      <a:pt x="3176" y="6272"/>
                    </a:cubicBezTo>
                    <a:lnTo>
                      <a:pt x="2140" y="6887"/>
                    </a:lnTo>
                    <a:cubicBezTo>
                      <a:pt x="1030" y="4931"/>
                      <a:pt x="497" y="2725"/>
                      <a:pt x="592" y="480"/>
                    </a:cubicBezTo>
                    <a:close/>
                    <a:moveTo>
                      <a:pt x="166" y="1"/>
                    </a:moveTo>
                    <a:lnTo>
                      <a:pt x="153" y="225"/>
                    </a:lnTo>
                    <a:cubicBezTo>
                      <a:pt x="1" y="2715"/>
                      <a:pt x="592" y="5165"/>
                      <a:pt x="1864" y="7313"/>
                    </a:cubicBezTo>
                    <a:lnTo>
                      <a:pt x="1980" y="7508"/>
                    </a:lnTo>
                    <a:lnTo>
                      <a:pt x="3794" y="6432"/>
                    </a:lnTo>
                    <a:lnTo>
                      <a:pt x="3678" y="6237"/>
                    </a:lnTo>
                    <a:cubicBezTo>
                      <a:pt x="2623" y="4451"/>
                      <a:pt x="2130" y="2418"/>
                      <a:pt x="2254" y="354"/>
                    </a:cubicBezTo>
                    <a:lnTo>
                      <a:pt x="2268" y="130"/>
                    </a:lnTo>
                    <a:lnTo>
                      <a:pt x="16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47">
                <a:extLst>
                  <a:ext uri="{FF2B5EF4-FFF2-40B4-BE49-F238E27FC236}">
                    <a16:creationId xmlns:a16="http://schemas.microsoft.com/office/drawing/2014/main" id="{A2AB89C2-4238-65F5-ACAD-3A7099178C3A}"/>
                  </a:ext>
                </a:extLst>
              </p:cNvPr>
              <p:cNvSpPr/>
              <p:nvPr/>
            </p:nvSpPr>
            <p:spPr>
              <a:xfrm>
                <a:off x="6739900" y="3402250"/>
                <a:ext cx="163300" cy="158825"/>
              </a:xfrm>
              <a:custGeom>
                <a:avLst/>
                <a:gdLst/>
                <a:ahLst/>
                <a:cxnLst/>
                <a:rect l="l" t="t" r="r" b="b"/>
                <a:pathLst>
                  <a:path w="6532" h="6353" extrusionOk="0">
                    <a:moveTo>
                      <a:pt x="5391" y="610"/>
                    </a:moveTo>
                    <a:lnTo>
                      <a:pt x="5927" y="1687"/>
                    </a:lnTo>
                    <a:cubicBezTo>
                      <a:pt x="4147" y="2616"/>
                      <a:pt x="2680" y="4012"/>
                      <a:pt x="1663" y="5743"/>
                    </a:cubicBezTo>
                    <a:lnTo>
                      <a:pt x="619" y="5157"/>
                    </a:lnTo>
                    <a:cubicBezTo>
                      <a:pt x="1755" y="3212"/>
                      <a:pt x="3399" y="1648"/>
                      <a:pt x="5391" y="610"/>
                    </a:cubicBezTo>
                    <a:close/>
                    <a:moveTo>
                      <a:pt x="5593" y="0"/>
                    </a:moveTo>
                    <a:lnTo>
                      <a:pt x="5391" y="101"/>
                    </a:lnTo>
                    <a:cubicBezTo>
                      <a:pt x="3164" y="1208"/>
                      <a:pt x="1341" y="2943"/>
                      <a:pt x="111" y="5130"/>
                    </a:cubicBezTo>
                    <a:lnTo>
                      <a:pt x="1" y="5327"/>
                    </a:lnTo>
                    <a:lnTo>
                      <a:pt x="1636" y="6247"/>
                    </a:lnTo>
                    <a:lnTo>
                      <a:pt x="1844" y="6353"/>
                    </a:lnTo>
                    <a:lnTo>
                      <a:pt x="1952" y="6146"/>
                    </a:lnTo>
                    <a:cubicBezTo>
                      <a:pt x="2966" y="4344"/>
                      <a:pt x="4480" y="2906"/>
                      <a:pt x="6330" y="1988"/>
                    </a:cubicBezTo>
                    <a:lnTo>
                      <a:pt x="6531" y="1889"/>
                    </a:lnTo>
                    <a:lnTo>
                      <a:pt x="559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47">
                <a:extLst>
                  <a:ext uri="{FF2B5EF4-FFF2-40B4-BE49-F238E27FC236}">
                    <a16:creationId xmlns:a16="http://schemas.microsoft.com/office/drawing/2014/main" id="{9ADBA703-F13E-5F74-D925-475EC12EB969}"/>
                  </a:ext>
                </a:extLst>
              </p:cNvPr>
              <p:cNvSpPr/>
              <p:nvPr/>
            </p:nvSpPr>
            <p:spPr>
              <a:xfrm>
                <a:off x="6644550" y="3312875"/>
                <a:ext cx="737125" cy="737425"/>
              </a:xfrm>
              <a:custGeom>
                <a:avLst/>
                <a:gdLst/>
                <a:ahLst/>
                <a:cxnLst/>
                <a:rect l="l" t="t" r="r" b="b"/>
                <a:pathLst>
                  <a:path w="29485" h="29497" extrusionOk="0">
                    <a:moveTo>
                      <a:pt x="14517" y="0"/>
                    </a:moveTo>
                    <a:cubicBezTo>
                      <a:pt x="14291" y="4"/>
                      <a:pt x="14059" y="12"/>
                      <a:pt x="13830" y="25"/>
                    </a:cubicBezTo>
                    <a:lnTo>
                      <a:pt x="13858" y="476"/>
                    </a:lnTo>
                    <a:lnTo>
                      <a:pt x="13858" y="476"/>
                    </a:lnTo>
                    <a:cubicBezTo>
                      <a:pt x="14080" y="463"/>
                      <a:pt x="14304" y="455"/>
                      <a:pt x="14522" y="453"/>
                    </a:cubicBezTo>
                    <a:lnTo>
                      <a:pt x="14517" y="0"/>
                    </a:lnTo>
                    <a:close/>
                    <a:moveTo>
                      <a:pt x="13858" y="476"/>
                    </a:moveTo>
                    <a:cubicBezTo>
                      <a:pt x="13857" y="476"/>
                      <a:pt x="13857" y="476"/>
                      <a:pt x="13856" y="476"/>
                    </a:cubicBezTo>
                    <a:lnTo>
                      <a:pt x="13858" y="476"/>
                    </a:lnTo>
                    <a:lnTo>
                      <a:pt x="13858" y="476"/>
                    </a:lnTo>
                    <a:close/>
                    <a:moveTo>
                      <a:pt x="17249" y="215"/>
                    </a:moveTo>
                    <a:lnTo>
                      <a:pt x="17173" y="659"/>
                    </a:lnTo>
                    <a:cubicBezTo>
                      <a:pt x="17392" y="697"/>
                      <a:pt x="17611" y="740"/>
                      <a:pt x="17826" y="788"/>
                    </a:cubicBezTo>
                    <a:lnTo>
                      <a:pt x="17924" y="347"/>
                    </a:lnTo>
                    <a:cubicBezTo>
                      <a:pt x="17702" y="298"/>
                      <a:pt x="17476" y="253"/>
                      <a:pt x="17249" y="215"/>
                    </a:cubicBezTo>
                    <a:close/>
                    <a:moveTo>
                      <a:pt x="11119" y="441"/>
                    </a:moveTo>
                    <a:cubicBezTo>
                      <a:pt x="10901" y="496"/>
                      <a:pt x="10678" y="559"/>
                      <a:pt x="10458" y="625"/>
                    </a:cubicBezTo>
                    <a:lnTo>
                      <a:pt x="10588" y="1058"/>
                    </a:lnTo>
                    <a:cubicBezTo>
                      <a:pt x="10801" y="993"/>
                      <a:pt x="11016" y="934"/>
                      <a:pt x="11229" y="881"/>
                    </a:cubicBezTo>
                    <a:lnTo>
                      <a:pt x="11119" y="441"/>
                    </a:lnTo>
                    <a:close/>
                    <a:moveTo>
                      <a:pt x="20535" y="1188"/>
                    </a:moveTo>
                    <a:lnTo>
                      <a:pt x="20357" y="1603"/>
                    </a:lnTo>
                    <a:cubicBezTo>
                      <a:pt x="20560" y="1690"/>
                      <a:pt x="20765" y="1783"/>
                      <a:pt x="20965" y="1880"/>
                    </a:cubicBezTo>
                    <a:lnTo>
                      <a:pt x="21162" y="1472"/>
                    </a:lnTo>
                    <a:cubicBezTo>
                      <a:pt x="20957" y="1373"/>
                      <a:pt x="20745" y="1277"/>
                      <a:pt x="20535" y="1188"/>
                    </a:cubicBezTo>
                    <a:close/>
                    <a:moveTo>
                      <a:pt x="7917" y="1659"/>
                    </a:moveTo>
                    <a:cubicBezTo>
                      <a:pt x="7715" y="1763"/>
                      <a:pt x="7512" y="1874"/>
                      <a:pt x="7316" y="1989"/>
                    </a:cubicBezTo>
                    <a:lnTo>
                      <a:pt x="7544" y="2379"/>
                    </a:lnTo>
                    <a:cubicBezTo>
                      <a:pt x="7733" y="2269"/>
                      <a:pt x="7930" y="2161"/>
                      <a:pt x="8125" y="2059"/>
                    </a:cubicBezTo>
                    <a:lnTo>
                      <a:pt x="7917" y="1659"/>
                    </a:lnTo>
                    <a:close/>
                    <a:moveTo>
                      <a:pt x="23508" y="2896"/>
                    </a:moveTo>
                    <a:lnTo>
                      <a:pt x="23238" y="3260"/>
                    </a:lnTo>
                    <a:cubicBezTo>
                      <a:pt x="23415" y="3390"/>
                      <a:pt x="23592" y="3529"/>
                      <a:pt x="23764" y="3668"/>
                    </a:cubicBezTo>
                    <a:lnTo>
                      <a:pt x="24049" y="3318"/>
                    </a:lnTo>
                    <a:cubicBezTo>
                      <a:pt x="23873" y="3174"/>
                      <a:pt x="23691" y="3032"/>
                      <a:pt x="23508" y="2896"/>
                    </a:cubicBezTo>
                    <a:close/>
                    <a:moveTo>
                      <a:pt x="5082" y="3582"/>
                    </a:moveTo>
                    <a:cubicBezTo>
                      <a:pt x="4912" y="3729"/>
                      <a:pt x="4740" y="3884"/>
                      <a:pt x="4573" y="4043"/>
                    </a:cubicBezTo>
                    <a:lnTo>
                      <a:pt x="4884" y="4370"/>
                    </a:lnTo>
                    <a:cubicBezTo>
                      <a:pt x="5046" y="4216"/>
                      <a:pt x="5212" y="4068"/>
                      <a:pt x="5378" y="3924"/>
                    </a:cubicBezTo>
                    <a:lnTo>
                      <a:pt x="5082" y="3582"/>
                    </a:lnTo>
                    <a:close/>
                    <a:moveTo>
                      <a:pt x="26005" y="5241"/>
                    </a:moveTo>
                    <a:lnTo>
                      <a:pt x="25660" y="5533"/>
                    </a:lnTo>
                    <a:cubicBezTo>
                      <a:pt x="25802" y="5702"/>
                      <a:pt x="25943" y="5875"/>
                      <a:pt x="26078" y="6050"/>
                    </a:cubicBezTo>
                    <a:lnTo>
                      <a:pt x="26437" y="5776"/>
                    </a:lnTo>
                    <a:cubicBezTo>
                      <a:pt x="26298" y="5594"/>
                      <a:pt x="26153" y="5414"/>
                      <a:pt x="26005" y="5241"/>
                    </a:cubicBezTo>
                    <a:close/>
                    <a:moveTo>
                      <a:pt x="2764" y="6105"/>
                    </a:moveTo>
                    <a:cubicBezTo>
                      <a:pt x="2630" y="6288"/>
                      <a:pt x="2500" y="6480"/>
                      <a:pt x="2374" y="6670"/>
                    </a:cubicBezTo>
                    <a:lnTo>
                      <a:pt x="2752" y="6919"/>
                    </a:lnTo>
                    <a:cubicBezTo>
                      <a:pt x="2873" y="6733"/>
                      <a:pt x="3002" y="6549"/>
                      <a:pt x="3131" y="6371"/>
                    </a:cubicBezTo>
                    <a:lnTo>
                      <a:pt x="2764" y="6105"/>
                    </a:lnTo>
                    <a:close/>
                    <a:moveTo>
                      <a:pt x="27899" y="8097"/>
                    </a:moveTo>
                    <a:lnTo>
                      <a:pt x="27494" y="8300"/>
                    </a:lnTo>
                    <a:cubicBezTo>
                      <a:pt x="27595" y="8499"/>
                      <a:pt x="27691" y="8700"/>
                      <a:pt x="27781" y="8900"/>
                    </a:cubicBezTo>
                    <a:lnTo>
                      <a:pt x="28194" y="8715"/>
                    </a:lnTo>
                    <a:cubicBezTo>
                      <a:pt x="28100" y="8507"/>
                      <a:pt x="28001" y="8300"/>
                      <a:pt x="27899" y="8097"/>
                    </a:cubicBezTo>
                    <a:close/>
                    <a:moveTo>
                      <a:pt x="1089" y="9095"/>
                    </a:moveTo>
                    <a:cubicBezTo>
                      <a:pt x="1001" y="9306"/>
                      <a:pt x="917" y="9521"/>
                      <a:pt x="839" y="9736"/>
                    </a:cubicBezTo>
                    <a:lnTo>
                      <a:pt x="1264" y="9890"/>
                    </a:lnTo>
                    <a:cubicBezTo>
                      <a:pt x="1340" y="9681"/>
                      <a:pt x="1421" y="9473"/>
                      <a:pt x="1507" y="9268"/>
                    </a:cubicBezTo>
                    <a:lnTo>
                      <a:pt x="1089" y="9095"/>
                    </a:lnTo>
                    <a:close/>
                    <a:moveTo>
                      <a:pt x="29078" y="11310"/>
                    </a:moveTo>
                    <a:lnTo>
                      <a:pt x="28639" y="11416"/>
                    </a:lnTo>
                    <a:cubicBezTo>
                      <a:pt x="28690" y="11631"/>
                      <a:pt x="28738" y="11851"/>
                      <a:pt x="28779" y="12067"/>
                    </a:cubicBezTo>
                    <a:lnTo>
                      <a:pt x="29224" y="11983"/>
                    </a:lnTo>
                    <a:cubicBezTo>
                      <a:pt x="29181" y="11758"/>
                      <a:pt x="29133" y="11532"/>
                      <a:pt x="29078" y="11310"/>
                    </a:cubicBezTo>
                    <a:close/>
                    <a:moveTo>
                      <a:pt x="152" y="12391"/>
                    </a:moveTo>
                    <a:cubicBezTo>
                      <a:pt x="116" y="12616"/>
                      <a:pt x="84" y="12844"/>
                      <a:pt x="58" y="13072"/>
                    </a:cubicBezTo>
                    <a:lnTo>
                      <a:pt x="507" y="13123"/>
                    </a:lnTo>
                    <a:cubicBezTo>
                      <a:pt x="532" y="12903"/>
                      <a:pt x="563" y="12680"/>
                      <a:pt x="598" y="12464"/>
                    </a:cubicBezTo>
                    <a:lnTo>
                      <a:pt x="152" y="12391"/>
                    </a:lnTo>
                    <a:close/>
                    <a:moveTo>
                      <a:pt x="29032" y="14714"/>
                    </a:moveTo>
                    <a:lnTo>
                      <a:pt x="29032" y="14760"/>
                    </a:lnTo>
                    <a:cubicBezTo>
                      <a:pt x="29032" y="14981"/>
                      <a:pt x="29027" y="15204"/>
                      <a:pt x="29017" y="15426"/>
                    </a:cubicBezTo>
                    <a:lnTo>
                      <a:pt x="29468" y="15446"/>
                    </a:lnTo>
                    <a:cubicBezTo>
                      <a:pt x="29478" y="15218"/>
                      <a:pt x="29485" y="14988"/>
                      <a:pt x="29485" y="14758"/>
                    </a:cubicBezTo>
                    <a:lnTo>
                      <a:pt x="29485" y="14714"/>
                    </a:lnTo>
                    <a:close/>
                    <a:moveTo>
                      <a:pt x="451" y="15783"/>
                    </a:moveTo>
                    <a:lnTo>
                      <a:pt x="0" y="15814"/>
                    </a:lnTo>
                    <a:cubicBezTo>
                      <a:pt x="15" y="16040"/>
                      <a:pt x="36" y="16272"/>
                      <a:pt x="63" y="16496"/>
                    </a:cubicBezTo>
                    <a:lnTo>
                      <a:pt x="512" y="16445"/>
                    </a:lnTo>
                    <a:cubicBezTo>
                      <a:pt x="487" y="16225"/>
                      <a:pt x="466" y="16002"/>
                      <a:pt x="451" y="15783"/>
                    </a:cubicBezTo>
                    <a:close/>
                    <a:moveTo>
                      <a:pt x="28650" y="18059"/>
                    </a:moveTo>
                    <a:cubicBezTo>
                      <a:pt x="28599" y="18274"/>
                      <a:pt x="28543" y="18490"/>
                      <a:pt x="28482" y="18702"/>
                    </a:cubicBezTo>
                    <a:lnTo>
                      <a:pt x="28916" y="18827"/>
                    </a:lnTo>
                    <a:cubicBezTo>
                      <a:pt x="28979" y="18608"/>
                      <a:pt x="29039" y="18385"/>
                      <a:pt x="29090" y="18162"/>
                    </a:cubicBezTo>
                    <a:lnTo>
                      <a:pt x="28650" y="18059"/>
                    </a:lnTo>
                    <a:close/>
                    <a:moveTo>
                      <a:pt x="1067" y="19044"/>
                    </a:moveTo>
                    <a:lnTo>
                      <a:pt x="636" y="19179"/>
                    </a:lnTo>
                    <a:cubicBezTo>
                      <a:pt x="704" y="19399"/>
                      <a:pt x="778" y="19619"/>
                      <a:pt x="856" y="19830"/>
                    </a:cubicBezTo>
                    <a:lnTo>
                      <a:pt x="1280" y="19675"/>
                    </a:lnTo>
                    <a:cubicBezTo>
                      <a:pt x="1206" y="19468"/>
                      <a:pt x="1133" y="19257"/>
                      <a:pt x="1067" y="19044"/>
                    </a:cubicBezTo>
                    <a:close/>
                    <a:moveTo>
                      <a:pt x="27514" y="21180"/>
                    </a:moveTo>
                    <a:cubicBezTo>
                      <a:pt x="27415" y="21377"/>
                      <a:pt x="27309" y="21575"/>
                      <a:pt x="27202" y="21768"/>
                    </a:cubicBezTo>
                    <a:lnTo>
                      <a:pt x="27595" y="21989"/>
                    </a:lnTo>
                    <a:cubicBezTo>
                      <a:pt x="27707" y="21791"/>
                      <a:pt x="27816" y="21586"/>
                      <a:pt x="27919" y="21383"/>
                    </a:cubicBezTo>
                    <a:lnTo>
                      <a:pt x="27514" y="21180"/>
                    </a:lnTo>
                    <a:close/>
                    <a:moveTo>
                      <a:pt x="2424" y="22075"/>
                    </a:moveTo>
                    <a:lnTo>
                      <a:pt x="2035" y="22307"/>
                    </a:lnTo>
                    <a:cubicBezTo>
                      <a:pt x="2153" y="22503"/>
                      <a:pt x="2275" y="22700"/>
                      <a:pt x="2401" y="22888"/>
                    </a:cubicBezTo>
                    <a:lnTo>
                      <a:pt x="2777" y="22639"/>
                    </a:lnTo>
                    <a:cubicBezTo>
                      <a:pt x="2657" y="22455"/>
                      <a:pt x="2538" y="22267"/>
                      <a:pt x="2424" y="22075"/>
                    </a:cubicBezTo>
                    <a:close/>
                    <a:moveTo>
                      <a:pt x="25688" y="23954"/>
                    </a:moveTo>
                    <a:cubicBezTo>
                      <a:pt x="25545" y="24126"/>
                      <a:pt x="25396" y="24292"/>
                      <a:pt x="25247" y="24454"/>
                    </a:cubicBezTo>
                    <a:lnTo>
                      <a:pt x="25579" y="24760"/>
                    </a:lnTo>
                    <a:lnTo>
                      <a:pt x="25581" y="24760"/>
                    </a:lnTo>
                    <a:cubicBezTo>
                      <a:pt x="25733" y="24595"/>
                      <a:pt x="25887" y="24421"/>
                      <a:pt x="26034" y="24245"/>
                    </a:cubicBezTo>
                    <a:lnTo>
                      <a:pt x="25688" y="23954"/>
                    </a:lnTo>
                    <a:close/>
                    <a:moveTo>
                      <a:pt x="4443" y="24712"/>
                    </a:moveTo>
                    <a:lnTo>
                      <a:pt x="4117" y="25026"/>
                    </a:lnTo>
                    <a:cubicBezTo>
                      <a:pt x="4276" y="25190"/>
                      <a:pt x="4441" y="25353"/>
                      <a:pt x="4606" y="25508"/>
                    </a:cubicBezTo>
                    <a:lnTo>
                      <a:pt x="4917" y="25180"/>
                    </a:lnTo>
                    <a:cubicBezTo>
                      <a:pt x="4756" y="25028"/>
                      <a:pt x="4596" y="24871"/>
                      <a:pt x="4443" y="24712"/>
                    </a:cubicBezTo>
                    <a:close/>
                    <a:moveTo>
                      <a:pt x="23273" y="26235"/>
                    </a:moveTo>
                    <a:cubicBezTo>
                      <a:pt x="23095" y="26367"/>
                      <a:pt x="22913" y="26496"/>
                      <a:pt x="22729" y="26620"/>
                    </a:cubicBezTo>
                    <a:lnTo>
                      <a:pt x="22984" y="26995"/>
                    </a:lnTo>
                    <a:cubicBezTo>
                      <a:pt x="23172" y="26868"/>
                      <a:pt x="23361" y="26734"/>
                      <a:pt x="23542" y="26597"/>
                    </a:cubicBezTo>
                    <a:lnTo>
                      <a:pt x="23273" y="26235"/>
                    </a:lnTo>
                    <a:close/>
                    <a:moveTo>
                      <a:pt x="7013" y="26815"/>
                    </a:moveTo>
                    <a:lnTo>
                      <a:pt x="6769" y="27197"/>
                    </a:lnTo>
                    <a:cubicBezTo>
                      <a:pt x="6960" y="27319"/>
                      <a:pt x="7159" y="27440"/>
                      <a:pt x="7357" y="27554"/>
                    </a:cubicBezTo>
                    <a:lnTo>
                      <a:pt x="7583" y="27162"/>
                    </a:lnTo>
                    <a:cubicBezTo>
                      <a:pt x="7390" y="27051"/>
                      <a:pt x="7200" y="26934"/>
                      <a:pt x="7013" y="26815"/>
                    </a:cubicBezTo>
                    <a:close/>
                    <a:moveTo>
                      <a:pt x="20398" y="27899"/>
                    </a:moveTo>
                    <a:cubicBezTo>
                      <a:pt x="20197" y="27985"/>
                      <a:pt x="19990" y="28069"/>
                      <a:pt x="19784" y="28148"/>
                    </a:cubicBezTo>
                    <a:lnTo>
                      <a:pt x="19944" y="28571"/>
                    </a:lnTo>
                    <a:cubicBezTo>
                      <a:pt x="20157" y="28490"/>
                      <a:pt x="20370" y="28403"/>
                      <a:pt x="20578" y="28314"/>
                    </a:cubicBezTo>
                    <a:lnTo>
                      <a:pt x="20398" y="27899"/>
                    </a:lnTo>
                    <a:close/>
                    <a:moveTo>
                      <a:pt x="10000" y="28271"/>
                    </a:moveTo>
                    <a:lnTo>
                      <a:pt x="9850" y="28697"/>
                    </a:lnTo>
                    <a:cubicBezTo>
                      <a:pt x="10065" y="28771"/>
                      <a:pt x="10284" y="28844"/>
                      <a:pt x="10504" y="28908"/>
                    </a:cubicBezTo>
                    <a:lnTo>
                      <a:pt x="10633" y="28475"/>
                    </a:lnTo>
                    <a:cubicBezTo>
                      <a:pt x="10420" y="28411"/>
                      <a:pt x="10207" y="28343"/>
                      <a:pt x="10000" y="28271"/>
                    </a:cubicBezTo>
                    <a:close/>
                    <a:moveTo>
                      <a:pt x="17220" y="28851"/>
                    </a:moveTo>
                    <a:cubicBezTo>
                      <a:pt x="16998" y="28890"/>
                      <a:pt x="16777" y="28923"/>
                      <a:pt x="16562" y="28951"/>
                    </a:cubicBezTo>
                    <a:lnTo>
                      <a:pt x="16618" y="29399"/>
                    </a:lnTo>
                    <a:cubicBezTo>
                      <a:pt x="16841" y="29371"/>
                      <a:pt x="17069" y="29336"/>
                      <a:pt x="17297" y="29297"/>
                    </a:cubicBezTo>
                    <a:lnTo>
                      <a:pt x="17220" y="28851"/>
                    </a:lnTo>
                    <a:close/>
                    <a:moveTo>
                      <a:pt x="13240" y="28993"/>
                    </a:moveTo>
                    <a:lnTo>
                      <a:pt x="13195" y="29442"/>
                    </a:lnTo>
                    <a:cubicBezTo>
                      <a:pt x="13422" y="29465"/>
                      <a:pt x="13651" y="29483"/>
                      <a:pt x="13879" y="29496"/>
                    </a:cubicBezTo>
                    <a:lnTo>
                      <a:pt x="13904" y="29045"/>
                    </a:lnTo>
                    <a:cubicBezTo>
                      <a:pt x="13684" y="29032"/>
                      <a:pt x="13461" y="29016"/>
                      <a:pt x="13240" y="28993"/>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7" name="Google Shape;947;p47">
              <a:extLst>
                <a:ext uri="{FF2B5EF4-FFF2-40B4-BE49-F238E27FC236}">
                  <a16:creationId xmlns:a16="http://schemas.microsoft.com/office/drawing/2014/main" id="{545052FD-81DD-15A2-760D-667AD2FB2DD3}"/>
                </a:ext>
              </a:extLst>
            </p:cNvPr>
            <p:cNvGrpSpPr/>
            <p:nvPr/>
          </p:nvGrpSpPr>
          <p:grpSpPr>
            <a:xfrm flipH="1">
              <a:off x="-399931" y="3675123"/>
              <a:ext cx="802800" cy="802800"/>
              <a:chOff x="5949025" y="3502375"/>
              <a:chExt cx="358425" cy="358425"/>
            </a:xfrm>
          </p:grpSpPr>
          <p:sp>
            <p:nvSpPr>
              <p:cNvPr id="948" name="Google Shape;948;p47">
                <a:extLst>
                  <a:ext uri="{FF2B5EF4-FFF2-40B4-BE49-F238E27FC236}">
                    <a16:creationId xmlns:a16="http://schemas.microsoft.com/office/drawing/2014/main" id="{14CF23A1-A1E6-AB48-3F8B-38CB9E80FCDF}"/>
                  </a:ext>
                </a:extLst>
              </p:cNvPr>
              <p:cNvSpPr/>
              <p:nvPr/>
            </p:nvSpPr>
            <p:spPr>
              <a:xfrm>
                <a:off x="5949025" y="3502375"/>
                <a:ext cx="358425" cy="358425"/>
              </a:xfrm>
              <a:custGeom>
                <a:avLst/>
                <a:gdLst/>
                <a:ahLst/>
                <a:cxnLst/>
                <a:rect l="l" t="t" r="r" b="b"/>
                <a:pathLst>
                  <a:path w="14337" h="14337" extrusionOk="0">
                    <a:moveTo>
                      <a:pt x="7069" y="0"/>
                    </a:moveTo>
                    <a:lnTo>
                      <a:pt x="7092" y="1693"/>
                    </a:lnTo>
                    <a:lnTo>
                      <a:pt x="7168" y="1693"/>
                    </a:lnTo>
                    <a:cubicBezTo>
                      <a:pt x="10188" y="1693"/>
                      <a:pt x="12643" y="4148"/>
                      <a:pt x="12643" y="7168"/>
                    </a:cubicBezTo>
                    <a:cubicBezTo>
                      <a:pt x="12643" y="10187"/>
                      <a:pt x="10188" y="12643"/>
                      <a:pt x="7168" y="12643"/>
                    </a:cubicBezTo>
                    <a:cubicBezTo>
                      <a:pt x="4150" y="12643"/>
                      <a:pt x="1694" y="10187"/>
                      <a:pt x="1694" y="7168"/>
                    </a:cubicBezTo>
                    <a:cubicBezTo>
                      <a:pt x="1694" y="7142"/>
                      <a:pt x="1694" y="7117"/>
                      <a:pt x="1694" y="7092"/>
                    </a:cubicBezTo>
                    <a:lnTo>
                      <a:pt x="2" y="7069"/>
                    </a:lnTo>
                    <a:cubicBezTo>
                      <a:pt x="2" y="7102"/>
                      <a:pt x="0" y="7135"/>
                      <a:pt x="0" y="7168"/>
                    </a:cubicBezTo>
                    <a:cubicBezTo>
                      <a:pt x="0" y="11120"/>
                      <a:pt x="3217" y="14337"/>
                      <a:pt x="7168" y="14337"/>
                    </a:cubicBezTo>
                    <a:cubicBezTo>
                      <a:pt x="11122" y="14337"/>
                      <a:pt x="14337" y="11120"/>
                      <a:pt x="14337" y="7168"/>
                    </a:cubicBezTo>
                    <a:cubicBezTo>
                      <a:pt x="14337" y="3215"/>
                      <a:pt x="11122" y="0"/>
                      <a:pt x="716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47">
                <a:extLst>
                  <a:ext uri="{FF2B5EF4-FFF2-40B4-BE49-F238E27FC236}">
                    <a16:creationId xmlns:a16="http://schemas.microsoft.com/office/drawing/2014/main" id="{DA7BD29C-5719-C863-7C09-96556B62FE7A}"/>
                  </a:ext>
                </a:extLst>
              </p:cNvPr>
              <p:cNvSpPr/>
              <p:nvPr/>
            </p:nvSpPr>
            <p:spPr>
              <a:xfrm>
                <a:off x="6051450" y="3517475"/>
                <a:ext cx="21750" cy="40375"/>
              </a:xfrm>
              <a:custGeom>
                <a:avLst/>
                <a:gdLst/>
                <a:ahLst/>
                <a:cxnLst/>
                <a:rect l="l" t="t" r="r" b="b"/>
                <a:pathLst>
                  <a:path w="870" h="1615" extrusionOk="0">
                    <a:moveTo>
                      <a:pt x="185" y="1"/>
                    </a:moveTo>
                    <a:cubicBezTo>
                      <a:pt x="124" y="29"/>
                      <a:pt x="61" y="57"/>
                      <a:pt x="0" y="85"/>
                    </a:cubicBezTo>
                    <a:lnTo>
                      <a:pt x="726" y="1615"/>
                    </a:lnTo>
                    <a:cubicBezTo>
                      <a:pt x="773" y="1593"/>
                      <a:pt x="821" y="1570"/>
                      <a:pt x="869" y="1550"/>
                    </a:cubicBezTo>
                    <a:lnTo>
                      <a:pt x="18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47">
                <a:extLst>
                  <a:ext uri="{FF2B5EF4-FFF2-40B4-BE49-F238E27FC236}">
                    <a16:creationId xmlns:a16="http://schemas.microsoft.com/office/drawing/2014/main" id="{0DBB8410-37B8-08CD-D862-F2962E8E983F}"/>
                  </a:ext>
                </a:extLst>
              </p:cNvPr>
              <p:cNvSpPr/>
              <p:nvPr/>
            </p:nvSpPr>
            <p:spPr>
              <a:xfrm>
                <a:off x="6029175" y="3529425"/>
                <a:ext cx="26750" cy="38050"/>
              </a:xfrm>
              <a:custGeom>
                <a:avLst/>
                <a:gdLst/>
                <a:ahLst/>
                <a:cxnLst/>
                <a:rect l="l" t="t" r="r" b="b"/>
                <a:pathLst>
                  <a:path w="1070" h="1522" extrusionOk="0">
                    <a:moveTo>
                      <a:pt x="173" y="0"/>
                    </a:moveTo>
                    <a:cubicBezTo>
                      <a:pt x="115" y="36"/>
                      <a:pt x="59" y="73"/>
                      <a:pt x="1" y="111"/>
                    </a:cubicBezTo>
                    <a:lnTo>
                      <a:pt x="938" y="1522"/>
                    </a:lnTo>
                    <a:cubicBezTo>
                      <a:pt x="980" y="1492"/>
                      <a:pt x="1025" y="1464"/>
                      <a:pt x="1070" y="1437"/>
                    </a:cubicBezTo>
                    <a:lnTo>
                      <a:pt x="17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47">
                <a:extLst>
                  <a:ext uri="{FF2B5EF4-FFF2-40B4-BE49-F238E27FC236}">
                    <a16:creationId xmlns:a16="http://schemas.microsoft.com/office/drawing/2014/main" id="{652B6567-B0E4-AF7A-52BF-5CFFBC422D70}"/>
                  </a:ext>
                </a:extLst>
              </p:cNvPr>
              <p:cNvSpPr/>
              <p:nvPr/>
            </p:nvSpPr>
            <p:spPr>
              <a:xfrm>
                <a:off x="6075275" y="3508900"/>
                <a:ext cx="16300" cy="41900"/>
              </a:xfrm>
              <a:custGeom>
                <a:avLst/>
                <a:gdLst/>
                <a:ahLst/>
                <a:cxnLst/>
                <a:rect l="l" t="t" r="r" b="b"/>
                <a:pathLst>
                  <a:path w="652" h="1676" extrusionOk="0">
                    <a:moveTo>
                      <a:pt x="199" y="0"/>
                    </a:moveTo>
                    <a:cubicBezTo>
                      <a:pt x="133" y="18"/>
                      <a:pt x="67" y="36"/>
                      <a:pt x="1" y="58"/>
                    </a:cubicBezTo>
                    <a:lnTo>
                      <a:pt x="501" y="1675"/>
                    </a:lnTo>
                    <a:cubicBezTo>
                      <a:pt x="551" y="1659"/>
                      <a:pt x="600" y="1644"/>
                      <a:pt x="651" y="1631"/>
                    </a:cubicBezTo>
                    <a:lnTo>
                      <a:pt x="19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47">
                <a:extLst>
                  <a:ext uri="{FF2B5EF4-FFF2-40B4-BE49-F238E27FC236}">
                    <a16:creationId xmlns:a16="http://schemas.microsoft.com/office/drawing/2014/main" id="{6ACDCFBD-A210-B52B-DAD1-37040A4C40D5}"/>
                  </a:ext>
                </a:extLst>
              </p:cNvPr>
              <p:cNvSpPr/>
              <p:nvPr/>
            </p:nvSpPr>
            <p:spPr>
              <a:xfrm>
                <a:off x="6100225" y="3503800"/>
                <a:ext cx="10475" cy="42575"/>
              </a:xfrm>
              <a:custGeom>
                <a:avLst/>
                <a:gdLst/>
                <a:ahLst/>
                <a:cxnLst/>
                <a:rect l="l" t="t" r="r" b="b"/>
                <a:pathLst>
                  <a:path w="419" h="1703" extrusionOk="0">
                    <a:moveTo>
                      <a:pt x="204" y="1"/>
                    </a:moveTo>
                    <a:cubicBezTo>
                      <a:pt x="136" y="11"/>
                      <a:pt x="68" y="21"/>
                      <a:pt x="0" y="31"/>
                    </a:cubicBezTo>
                    <a:lnTo>
                      <a:pt x="263" y="1702"/>
                    </a:lnTo>
                    <a:cubicBezTo>
                      <a:pt x="314" y="1694"/>
                      <a:pt x="367" y="1688"/>
                      <a:pt x="418" y="1681"/>
                    </a:cubicBezTo>
                    <a:lnTo>
                      <a:pt x="2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47">
                <a:extLst>
                  <a:ext uri="{FF2B5EF4-FFF2-40B4-BE49-F238E27FC236}">
                    <a16:creationId xmlns:a16="http://schemas.microsoft.com/office/drawing/2014/main" id="{6624D2ED-7143-E92D-7DBA-62ED66F8AE3C}"/>
                  </a:ext>
                </a:extLst>
              </p:cNvPr>
              <p:cNvSpPr/>
              <p:nvPr/>
            </p:nvSpPr>
            <p:spPr>
              <a:xfrm>
                <a:off x="6008950" y="3544450"/>
                <a:ext cx="31150" cy="34975"/>
              </a:xfrm>
              <a:custGeom>
                <a:avLst/>
                <a:gdLst/>
                <a:ahLst/>
                <a:cxnLst/>
                <a:rect l="l" t="t" r="r" b="b"/>
                <a:pathLst>
                  <a:path w="1246" h="1399" extrusionOk="0">
                    <a:moveTo>
                      <a:pt x="156" y="0"/>
                    </a:moveTo>
                    <a:cubicBezTo>
                      <a:pt x="103" y="45"/>
                      <a:pt x="52" y="90"/>
                      <a:pt x="0" y="134"/>
                    </a:cubicBezTo>
                    <a:lnTo>
                      <a:pt x="1129" y="1398"/>
                    </a:lnTo>
                    <a:cubicBezTo>
                      <a:pt x="1167" y="1363"/>
                      <a:pt x="1206" y="1329"/>
                      <a:pt x="1246" y="1296"/>
                    </a:cubicBezTo>
                    <a:lnTo>
                      <a:pt x="15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47">
                <a:extLst>
                  <a:ext uri="{FF2B5EF4-FFF2-40B4-BE49-F238E27FC236}">
                    <a16:creationId xmlns:a16="http://schemas.microsoft.com/office/drawing/2014/main" id="{5A4ABCD7-683A-E5B1-A135-55C68A73CA0E}"/>
                  </a:ext>
                </a:extLst>
              </p:cNvPr>
              <p:cNvSpPr/>
              <p:nvPr/>
            </p:nvSpPr>
            <p:spPr>
              <a:xfrm>
                <a:off x="5955500" y="3628675"/>
                <a:ext cx="41950" cy="16250"/>
              </a:xfrm>
              <a:custGeom>
                <a:avLst/>
                <a:gdLst/>
                <a:ahLst/>
                <a:cxnLst/>
                <a:rect l="l" t="t" r="r" b="b"/>
                <a:pathLst>
                  <a:path w="1678" h="650" extrusionOk="0">
                    <a:moveTo>
                      <a:pt x="58" y="0"/>
                    </a:moveTo>
                    <a:cubicBezTo>
                      <a:pt x="38" y="66"/>
                      <a:pt x="20" y="131"/>
                      <a:pt x="0" y="197"/>
                    </a:cubicBezTo>
                    <a:lnTo>
                      <a:pt x="1633" y="649"/>
                    </a:lnTo>
                    <a:cubicBezTo>
                      <a:pt x="1646" y="600"/>
                      <a:pt x="1661" y="549"/>
                      <a:pt x="1676" y="499"/>
                    </a:cubicBezTo>
                    <a:lnTo>
                      <a:pt x="1677" y="499"/>
                    </a:lnTo>
                    <a:lnTo>
                      <a:pt x="5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47">
                <a:extLst>
                  <a:ext uri="{FF2B5EF4-FFF2-40B4-BE49-F238E27FC236}">
                    <a16:creationId xmlns:a16="http://schemas.microsoft.com/office/drawing/2014/main" id="{77F706E6-264E-E191-449D-7CB4F67C1410}"/>
                  </a:ext>
                </a:extLst>
              </p:cNvPr>
              <p:cNvSpPr/>
              <p:nvPr/>
            </p:nvSpPr>
            <p:spPr>
              <a:xfrm>
                <a:off x="5950450" y="3653600"/>
                <a:ext cx="42575" cy="10475"/>
              </a:xfrm>
              <a:custGeom>
                <a:avLst/>
                <a:gdLst/>
                <a:ahLst/>
                <a:cxnLst/>
                <a:rect l="l" t="t" r="r" b="b"/>
                <a:pathLst>
                  <a:path w="1703" h="419" extrusionOk="0">
                    <a:moveTo>
                      <a:pt x="31" y="1"/>
                    </a:moveTo>
                    <a:cubicBezTo>
                      <a:pt x="19" y="69"/>
                      <a:pt x="11" y="136"/>
                      <a:pt x="1" y="204"/>
                    </a:cubicBezTo>
                    <a:lnTo>
                      <a:pt x="1681" y="419"/>
                    </a:lnTo>
                    <a:cubicBezTo>
                      <a:pt x="1688" y="366"/>
                      <a:pt x="1694" y="315"/>
                      <a:pt x="1703" y="264"/>
                    </a:cubicBezTo>
                    <a:lnTo>
                      <a:pt x="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47">
                <a:extLst>
                  <a:ext uri="{FF2B5EF4-FFF2-40B4-BE49-F238E27FC236}">
                    <a16:creationId xmlns:a16="http://schemas.microsoft.com/office/drawing/2014/main" id="{97275481-055B-2F4E-0612-3A675D864E26}"/>
                  </a:ext>
                </a:extLst>
              </p:cNvPr>
              <p:cNvSpPr/>
              <p:nvPr/>
            </p:nvSpPr>
            <p:spPr>
              <a:xfrm>
                <a:off x="5991150" y="3562300"/>
                <a:ext cx="34950" cy="31150"/>
              </a:xfrm>
              <a:custGeom>
                <a:avLst/>
                <a:gdLst/>
                <a:ahLst/>
                <a:cxnLst/>
                <a:rect l="l" t="t" r="r" b="b"/>
                <a:pathLst>
                  <a:path w="1398" h="1246" extrusionOk="0">
                    <a:moveTo>
                      <a:pt x="134" y="0"/>
                    </a:moveTo>
                    <a:cubicBezTo>
                      <a:pt x="89" y="50"/>
                      <a:pt x="45" y="103"/>
                      <a:pt x="0" y="154"/>
                    </a:cubicBezTo>
                    <a:lnTo>
                      <a:pt x="1295" y="1246"/>
                    </a:lnTo>
                    <a:cubicBezTo>
                      <a:pt x="1329" y="1205"/>
                      <a:pt x="1363" y="1165"/>
                      <a:pt x="1398" y="1127"/>
                    </a:cubicBezTo>
                    <a:lnTo>
                      <a:pt x="13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47">
                <a:extLst>
                  <a:ext uri="{FF2B5EF4-FFF2-40B4-BE49-F238E27FC236}">
                    <a16:creationId xmlns:a16="http://schemas.microsoft.com/office/drawing/2014/main" id="{86293A7F-6475-1F99-E859-5AD9A15D26C3}"/>
                  </a:ext>
                </a:extLst>
              </p:cNvPr>
              <p:cNvSpPr/>
              <p:nvPr/>
            </p:nvSpPr>
            <p:spPr>
              <a:xfrm>
                <a:off x="5976100" y="3582500"/>
                <a:ext cx="38025" cy="26725"/>
              </a:xfrm>
              <a:custGeom>
                <a:avLst/>
                <a:gdLst/>
                <a:ahLst/>
                <a:cxnLst/>
                <a:rect l="l" t="t" r="r" b="b"/>
                <a:pathLst>
                  <a:path w="1521" h="1069" extrusionOk="0">
                    <a:moveTo>
                      <a:pt x="112" y="0"/>
                    </a:moveTo>
                    <a:cubicBezTo>
                      <a:pt x="74" y="58"/>
                      <a:pt x="37" y="116"/>
                      <a:pt x="1" y="174"/>
                    </a:cubicBezTo>
                    <a:lnTo>
                      <a:pt x="1437" y="1069"/>
                    </a:lnTo>
                    <a:cubicBezTo>
                      <a:pt x="1465" y="1024"/>
                      <a:pt x="1493" y="981"/>
                      <a:pt x="1521" y="938"/>
                    </a:cubicBezTo>
                    <a:lnTo>
                      <a:pt x="11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47">
                <a:extLst>
                  <a:ext uri="{FF2B5EF4-FFF2-40B4-BE49-F238E27FC236}">
                    <a16:creationId xmlns:a16="http://schemas.microsoft.com/office/drawing/2014/main" id="{7174500A-0C3D-D4FC-BFE8-7CCD9FEFEA96}"/>
                  </a:ext>
                </a:extLst>
              </p:cNvPr>
              <p:cNvSpPr/>
              <p:nvPr/>
            </p:nvSpPr>
            <p:spPr>
              <a:xfrm>
                <a:off x="5964125" y="3604800"/>
                <a:ext cx="40375" cy="21750"/>
              </a:xfrm>
              <a:custGeom>
                <a:avLst/>
                <a:gdLst/>
                <a:ahLst/>
                <a:cxnLst/>
                <a:rect l="l" t="t" r="r" b="b"/>
                <a:pathLst>
                  <a:path w="1615" h="870" extrusionOk="0">
                    <a:moveTo>
                      <a:pt x="87" y="0"/>
                    </a:moveTo>
                    <a:cubicBezTo>
                      <a:pt x="57" y="61"/>
                      <a:pt x="29" y="124"/>
                      <a:pt x="1" y="187"/>
                    </a:cubicBezTo>
                    <a:lnTo>
                      <a:pt x="1550" y="869"/>
                    </a:lnTo>
                    <a:cubicBezTo>
                      <a:pt x="1570" y="821"/>
                      <a:pt x="1593" y="773"/>
                      <a:pt x="1615" y="727"/>
                    </a:cubicBezTo>
                    <a:lnTo>
                      <a:pt x="8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9" name="Google Shape;959;p47">
              <a:extLst>
                <a:ext uri="{FF2B5EF4-FFF2-40B4-BE49-F238E27FC236}">
                  <a16:creationId xmlns:a16="http://schemas.microsoft.com/office/drawing/2014/main" id="{6F7B07B2-C85F-4F6F-3961-15AFB356CDD0}"/>
                </a:ext>
              </a:extLst>
            </p:cNvPr>
            <p:cNvSpPr/>
            <p:nvPr/>
          </p:nvSpPr>
          <p:spPr>
            <a:xfrm flipH="1">
              <a:off x="-66620" y="4008422"/>
              <a:ext cx="136200" cy="1362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47">
              <a:extLst>
                <a:ext uri="{FF2B5EF4-FFF2-40B4-BE49-F238E27FC236}">
                  <a16:creationId xmlns:a16="http://schemas.microsoft.com/office/drawing/2014/main" id="{C20CE335-9B76-8B2D-A8FC-6C0593436FB7}"/>
                </a:ext>
              </a:extLst>
            </p:cNvPr>
            <p:cNvSpPr/>
            <p:nvPr/>
          </p:nvSpPr>
          <p:spPr>
            <a:xfrm flipH="1">
              <a:off x="1192968" y="5070496"/>
              <a:ext cx="96300" cy="96000"/>
            </a:xfrm>
            <a:prstGeom prst="ellipse">
              <a:avLst/>
            </a:prstGeom>
            <a:solidFill>
              <a:schemeClr val="dk2"/>
            </a:solid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961" name="Google Shape;961;p47">
              <a:extLst>
                <a:ext uri="{FF2B5EF4-FFF2-40B4-BE49-F238E27FC236}">
                  <a16:creationId xmlns:a16="http://schemas.microsoft.com/office/drawing/2014/main" id="{3A418FFB-88CC-373A-BAF5-3340CFBF7081}"/>
                </a:ext>
              </a:extLst>
            </p:cNvPr>
            <p:cNvCxnSpPr>
              <a:stCxn id="960" idx="7"/>
              <a:endCxn id="959" idx="3"/>
            </p:cNvCxnSpPr>
            <p:nvPr/>
          </p:nvCxnSpPr>
          <p:spPr>
            <a:xfrm rot="10800000">
              <a:off x="49671" y="4124555"/>
              <a:ext cx="1157400" cy="960000"/>
            </a:xfrm>
            <a:prstGeom prst="straightConnector1">
              <a:avLst/>
            </a:prstGeom>
            <a:noFill/>
            <a:ln w="19050" cap="flat" cmpd="sng">
              <a:solidFill>
                <a:schemeClr val="dk2"/>
              </a:solidFill>
              <a:prstDash val="solid"/>
              <a:round/>
              <a:headEnd type="none" w="med" len="med"/>
              <a:tailEnd type="none" w="med" len="med"/>
            </a:ln>
          </p:spPr>
        </p:cxnSp>
        <p:cxnSp>
          <p:nvCxnSpPr>
            <p:cNvPr id="962" name="Google Shape;962;p47">
              <a:extLst>
                <a:ext uri="{FF2B5EF4-FFF2-40B4-BE49-F238E27FC236}">
                  <a16:creationId xmlns:a16="http://schemas.microsoft.com/office/drawing/2014/main" id="{0E4D12CB-D6D2-1904-0EB5-007C22EBD45F}"/>
                </a:ext>
              </a:extLst>
            </p:cNvPr>
            <p:cNvCxnSpPr>
              <a:stCxn id="959" idx="4"/>
            </p:cNvCxnSpPr>
            <p:nvPr/>
          </p:nvCxnSpPr>
          <p:spPr>
            <a:xfrm flipH="1">
              <a:off x="-446120" y="4144622"/>
              <a:ext cx="447600" cy="1881600"/>
            </a:xfrm>
            <a:prstGeom prst="straightConnector1">
              <a:avLst/>
            </a:prstGeom>
            <a:noFill/>
            <a:ln w="19050" cap="flat" cmpd="sng">
              <a:solidFill>
                <a:schemeClr val="dk2"/>
              </a:solidFill>
              <a:prstDash val="solid"/>
              <a:round/>
              <a:headEnd type="none" w="med" len="med"/>
              <a:tailEnd type="none" w="med" len="med"/>
            </a:ln>
          </p:spPr>
        </p:cxnSp>
        <p:cxnSp>
          <p:nvCxnSpPr>
            <p:cNvPr id="963" name="Google Shape;963;p47">
              <a:extLst>
                <a:ext uri="{FF2B5EF4-FFF2-40B4-BE49-F238E27FC236}">
                  <a16:creationId xmlns:a16="http://schemas.microsoft.com/office/drawing/2014/main" id="{12435ECD-923A-CB8E-0B62-377810312D9B}"/>
                </a:ext>
              </a:extLst>
            </p:cNvPr>
            <p:cNvCxnSpPr>
              <a:stCxn id="960" idx="4"/>
            </p:cNvCxnSpPr>
            <p:nvPr/>
          </p:nvCxnSpPr>
          <p:spPr>
            <a:xfrm flipH="1">
              <a:off x="999318" y="5166496"/>
              <a:ext cx="241800" cy="917700"/>
            </a:xfrm>
            <a:prstGeom prst="straightConnector1">
              <a:avLst/>
            </a:prstGeom>
            <a:noFill/>
            <a:ln w="19050" cap="flat" cmpd="sng">
              <a:solidFill>
                <a:schemeClr val="dk2"/>
              </a:solidFill>
              <a:prstDash val="solid"/>
              <a:round/>
              <a:headEnd type="none" w="med" len="med"/>
              <a:tailEnd type="none" w="med" len="med"/>
            </a:ln>
          </p:spPr>
        </p:cxnSp>
        <p:cxnSp>
          <p:nvCxnSpPr>
            <p:cNvPr id="964" name="Google Shape;964;p47">
              <a:extLst>
                <a:ext uri="{FF2B5EF4-FFF2-40B4-BE49-F238E27FC236}">
                  <a16:creationId xmlns:a16="http://schemas.microsoft.com/office/drawing/2014/main" id="{C53898B5-CF77-CF50-5847-9975B3FB7717}"/>
                </a:ext>
              </a:extLst>
            </p:cNvPr>
            <p:cNvCxnSpPr>
              <a:stCxn id="959" idx="6"/>
            </p:cNvCxnSpPr>
            <p:nvPr/>
          </p:nvCxnSpPr>
          <p:spPr>
            <a:xfrm rot="10800000">
              <a:off x="-822020" y="4076522"/>
              <a:ext cx="755400" cy="0"/>
            </a:xfrm>
            <a:prstGeom prst="straightConnector1">
              <a:avLst/>
            </a:prstGeom>
            <a:noFill/>
            <a:ln w="19050" cap="flat" cmpd="sng">
              <a:solidFill>
                <a:schemeClr val="dk2"/>
              </a:solidFill>
              <a:prstDash val="solid"/>
              <a:round/>
              <a:headEnd type="none" w="med" len="med"/>
              <a:tailEnd type="none" w="med" len="med"/>
            </a:ln>
          </p:spPr>
        </p:cxnSp>
      </p:grpSp>
      <p:sp>
        <p:nvSpPr>
          <p:cNvPr id="6" name="Google Shape;428;p34">
            <a:extLst>
              <a:ext uri="{FF2B5EF4-FFF2-40B4-BE49-F238E27FC236}">
                <a16:creationId xmlns:a16="http://schemas.microsoft.com/office/drawing/2014/main" id="{F4E8E054-05B7-3DCC-6791-1D55CB3BC31C}"/>
              </a:ext>
            </a:extLst>
          </p:cNvPr>
          <p:cNvSpPr txBox="1">
            <a:spLocks/>
          </p:cNvSpPr>
          <p:nvPr/>
        </p:nvSpPr>
        <p:spPr>
          <a:xfrm>
            <a:off x="738177" y="1246637"/>
            <a:ext cx="4895400" cy="10251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SemiBold"/>
                <a:ea typeface="Kantumruy Pro SemiBold"/>
                <a:cs typeface="Kantumruy Pro SemiBold"/>
                <a:sym typeface="Kantumruy Pro SemiBold"/>
              </a:defRPr>
            </a:lvl1pPr>
            <a:lvl2pPr marR="0" lvl="1"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6000"/>
              <a:buFont typeface="Kantumruy Pro"/>
              <a:buNone/>
              <a:defRPr sz="6000" b="0" i="0" u="none" strike="noStrike" cap="none">
                <a:solidFill>
                  <a:schemeClr val="dk1"/>
                </a:solidFill>
                <a:latin typeface="Kantumruy Pro"/>
                <a:ea typeface="Kantumruy Pro"/>
                <a:cs typeface="Kantumruy Pro"/>
                <a:sym typeface="Kantumruy Pro"/>
              </a:defRPr>
            </a:lvl9pPr>
          </a:lstStyle>
          <a:p>
            <a:r>
              <a:rPr lang="en" dirty="0">
                <a:solidFill>
                  <a:schemeClr val="bg1"/>
                </a:solidFill>
              </a:rPr>
              <a:t>05</a:t>
            </a:r>
          </a:p>
        </p:txBody>
      </p:sp>
      <p:sp>
        <p:nvSpPr>
          <p:cNvPr id="7" name="Google Shape;724;p41">
            <a:extLst>
              <a:ext uri="{FF2B5EF4-FFF2-40B4-BE49-F238E27FC236}">
                <a16:creationId xmlns:a16="http://schemas.microsoft.com/office/drawing/2014/main" id="{EC190EA4-86BF-CF8C-3D60-F75E29E0C13F}"/>
              </a:ext>
            </a:extLst>
          </p:cNvPr>
          <p:cNvSpPr txBox="1">
            <a:spLocks/>
          </p:cNvSpPr>
          <p:nvPr/>
        </p:nvSpPr>
        <p:spPr>
          <a:xfrm>
            <a:off x="744503" y="2023809"/>
            <a:ext cx="7137600" cy="20178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5200"/>
              <a:buFont typeface="Kantumruy Pro"/>
              <a:buNone/>
              <a:defRPr sz="5000" b="0" i="0" u="none" strike="noStrike" cap="none">
                <a:solidFill>
                  <a:schemeClr val="dk1"/>
                </a:solidFill>
                <a:latin typeface="Kantumruy Pro"/>
                <a:ea typeface="Kantumruy Pro"/>
                <a:cs typeface="Kantumruy Pro"/>
                <a:sym typeface="Kantumruy Pro"/>
              </a:defRPr>
            </a:lvl1pPr>
            <a:lvl2pPr marR="0" lvl="1"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2pPr>
            <a:lvl3pPr marR="0" lvl="2"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3pPr>
            <a:lvl4pPr marR="0" lvl="3"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4pPr>
            <a:lvl5pPr marR="0" lvl="4"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5pPr>
            <a:lvl6pPr marR="0" lvl="5"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6pPr>
            <a:lvl7pPr marR="0" lvl="6"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7pPr>
            <a:lvl8pPr marR="0" lvl="7"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8pPr>
            <a:lvl9pPr marR="0" lvl="8" algn="ctr" rtl="0">
              <a:lnSpc>
                <a:spcPct val="100000"/>
              </a:lnSpc>
              <a:spcBef>
                <a:spcPts val="0"/>
              </a:spcBef>
              <a:spcAft>
                <a:spcPts val="0"/>
              </a:spcAft>
              <a:buClr>
                <a:schemeClr val="dk1"/>
              </a:buClr>
              <a:buSzPts val="5200"/>
              <a:buFont typeface="Kantumruy Pro"/>
              <a:buNone/>
              <a:defRPr sz="5200" b="0" i="0" u="none" strike="noStrike" cap="none">
                <a:solidFill>
                  <a:schemeClr val="dk1"/>
                </a:solidFill>
                <a:latin typeface="Kantumruy Pro"/>
                <a:ea typeface="Kantumruy Pro"/>
                <a:cs typeface="Kantumruy Pro"/>
                <a:sym typeface="Kantumruy Pro"/>
              </a:defRPr>
            </a:lvl9pPr>
          </a:lstStyle>
          <a:p>
            <a:r>
              <a:rPr lang="en-US" dirty="0">
                <a:solidFill>
                  <a:schemeClr val="bg1"/>
                </a:solidFill>
                <a:latin typeface="Kantumruy Pro" panose="020B0604020202020204" charset="0"/>
                <a:ea typeface="Kantumruy Pro SemiBold"/>
                <a:cs typeface="Kantumruy Pro" panose="020B0604020202020204" charset="0"/>
                <a:sym typeface="Kantumruy Pro SemiBold"/>
              </a:rPr>
              <a:t>R</a:t>
            </a:r>
            <a:r>
              <a:rPr lang="en-IN" dirty="0" err="1">
                <a:solidFill>
                  <a:schemeClr val="bg1"/>
                </a:solidFill>
                <a:latin typeface="Kantumruy Pro" panose="020B0604020202020204" charset="0"/>
                <a:ea typeface="Kantumruy Pro SemiBold"/>
                <a:cs typeface="Kantumruy Pro" panose="020B0604020202020204" charset="0"/>
                <a:sym typeface="Kantumruy Pro SemiBold"/>
              </a:rPr>
              <a:t>equirement</a:t>
            </a:r>
            <a:endParaRPr lang="en-IN" dirty="0">
              <a:solidFill>
                <a:schemeClr val="bg1"/>
              </a:solidFill>
              <a:latin typeface="Kantumruy Pro" panose="020B0604020202020204" charset="0"/>
              <a:ea typeface="Kantumruy Pro SemiBold"/>
              <a:cs typeface="Kantumruy Pro" panose="020B0604020202020204" charset="0"/>
              <a:sym typeface="Kantumruy Pro SemiBold"/>
            </a:endParaRPr>
          </a:p>
          <a:p>
            <a:r>
              <a:rPr lang="en-IN" dirty="0">
                <a:solidFill>
                  <a:schemeClr val="bg1"/>
                </a:solidFill>
                <a:latin typeface="Kantumruy Pro" panose="020B0604020202020204" charset="0"/>
                <a:ea typeface="Kantumruy Pro SemiBold"/>
                <a:cs typeface="Kantumruy Pro" panose="020B0604020202020204" charset="0"/>
                <a:sym typeface="Kantumruy Pro SemiBold"/>
              </a:rPr>
              <a:t>Management</a:t>
            </a:r>
          </a:p>
        </p:txBody>
      </p:sp>
    </p:spTree>
    <p:extLst>
      <p:ext uri="{BB962C8B-B14F-4D97-AF65-F5344CB8AC3E}">
        <p14:creationId xmlns:p14="http://schemas.microsoft.com/office/powerpoint/2010/main" val="30799881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968">
          <a:extLst>
            <a:ext uri="{FF2B5EF4-FFF2-40B4-BE49-F238E27FC236}">
              <a16:creationId xmlns:a16="http://schemas.microsoft.com/office/drawing/2014/main" id="{CF3595AA-8232-9847-1A84-C9B6C05CB96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D7ECA91-62AE-707C-EACA-6C3B69AEA874}"/>
              </a:ext>
            </a:extLst>
          </p:cNvPr>
          <p:cNvSpPr txBox="1"/>
          <p:nvPr/>
        </p:nvSpPr>
        <p:spPr>
          <a:xfrm>
            <a:off x="449580" y="659011"/>
            <a:ext cx="4297680" cy="4616648"/>
          </a:xfrm>
          <a:prstGeom prst="rect">
            <a:avLst/>
          </a:prstGeom>
          <a:noFill/>
        </p:spPr>
        <p:txBody>
          <a:bodyPr wrap="square">
            <a:spAutoFit/>
          </a:bodyPr>
          <a:lstStyle/>
          <a:p>
            <a:pPr>
              <a:buNone/>
            </a:pPr>
            <a:r>
              <a:rPr lang="en-US" b="1" dirty="0">
                <a:latin typeface="Kantumruy Pro" panose="020B0604020202020204" charset="0"/>
                <a:cs typeface="Kantumruy Pro" panose="020B0604020202020204" charset="0"/>
              </a:rPr>
              <a:t>Requirements management</a:t>
            </a:r>
            <a:r>
              <a:rPr lang="en-US" dirty="0">
                <a:latin typeface="Kantumruy Pro" panose="020B0604020202020204" charset="0"/>
                <a:cs typeface="Kantumruy Pro" panose="020B0604020202020204" charset="0"/>
              </a:rPr>
              <a:t> is the process of understanding and controlling changes to system requirements. It involves tracking individual requirements, maintaining links between dependent ones, and assessing the impact of changes. A formal change proposal process is established, starting from the elicitation stage. </a:t>
            </a:r>
          </a:p>
          <a:p>
            <a:pPr>
              <a:buNone/>
            </a:pPr>
            <a:endParaRPr lang="en-US" dirty="0">
              <a:latin typeface="Kantumruy Pro" panose="020B0604020202020204" charset="0"/>
              <a:cs typeface="Kantumruy Pro" panose="020B0604020202020204" charset="0"/>
            </a:endParaRPr>
          </a:p>
          <a:p>
            <a:pPr>
              <a:buNone/>
            </a:pPr>
            <a:r>
              <a:rPr lang="en-US" dirty="0">
                <a:latin typeface="Kantumruy Pro" panose="020B0604020202020204" charset="0"/>
                <a:cs typeface="Kantumruy Pro" panose="020B0604020202020204" charset="0"/>
              </a:rPr>
              <a:t>Requirements for large software systems are always changing because they deal with wicked problems that cannot be fully defined at the start. As development progresses, stakeholders’ understanding evolves, leading to new or modified requirements. After installation, users often discover new needs, and external factors such as organizational priorities, technical updates, or legal regulations also drive changes.</a:t>
            </a:r>
          </a:p>
          <a:p>
            <a:pPr>
              <a:buNone/>
            </a:pPr>
            <a:br>
              <a:rPr lang="en-US" dirty="0">
                <a:latin typeface="Kantumruy Pro" panose="020B0604020202020204" charset="0"/>
                <a:cs typeface="Kantumruy Pro" panose="020B0604020202020204" charset="0"/>
              </a:rPr>
            </a:br>
            <a:endParaRPr lang="en-US" dirty="0">
              <a:latin typeface="Kantumruy Pro" panose="020B0604020202020204" charset="0"/>
              <a:cs typeface="Kantumruy Pro" panose="020B0604020202020204" charset="0"/>
            </a:endParaRPr>
          </a:p>
          <a:p>
            <a:endParaRPr lang="en-IN" dirty="0">
              <a:latin typeface="Kantumruy Pro" panose="020B0604020202020204" charset="0"/>
              <a:cs typeface="Kantumruy Pro" panose="020B0604020202020204" charset="0"/>
            </a:endParaRPr>
          </a:p>
        </p:txBody>
      </p:sp>
      <p:pic>
        <p:nvPicPr>
          <p:cNvPr id="10242" name="Picture 2">
            <a:extLst>
              <a:ext uri="{FF2B5EF4-FFF2-40B4-BE49-F238E27FC236}">
                <a16:creationId xmlns:a16="http://schemas.microsoft.com/office/drawing/2014/main" id="{6FA07273-E399-1ABF-D9F4-903FDFAF1AE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4000" b="6074"/>
          <a:stretch>
            <a:fillRect/>
          </a:stretch>
        </p:blipFill>
        <p:spPr bwMode="auto">
          <a:xfrm>
            <a:off x="4538663" y="407551"/>
            <a:ext cx="4605337" cy="46253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072560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968">
          <a:extLst>
            <a:ext uri="{FF2B5EF4-FFF2-40B4-BE49-F238E27FC236}">
              <a16:creationId xmlns:a16="http://schemas.microsoft.com/office/drawing/2014/main" id="{816C384D-0ADD-65D9-E972-7E7640DE7E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5AFBEF-3C08-64D9-1B4E-9A53075E7711}"/>
              </a:ext>
            </a:extLst>
          </p:cNvPr>
          <p:cNvSpPr>
            <a:spLocks noGrp="1"/>
          </p:cNvSpPr>
          <p:nvPr>
            <p:ph type="title"/>
          </p:nvPr>
        </p:nvSpPr>
        <p:spPr>
          <a:xfrm>
            <a:off x="715050" y="85420"/>
            <a:ext cx="7713900" cy="648900"/>
          </a:xfrm>
        </p:spPr>
        <p:txBody>
          <a:bodyPr/>
          <a:lstStyle/>
          <a:p>
            <a:r>
              <a:rPr lang="en-US" dirty="0"/>
              <a:t>Requirement management planning</a:t>
            </a:r>
            <a:endParaRPr lang="en-IN" dirty="0"/>
          </a:p>
        </p:txBody>
      </p:sp>
      <p:sp>
        <p:nvSpPr>
          <p:cNvPr id="5" name="TextBox 4">
            <a:extLst>
              <a:ext uri="{FF2B5EF4-FFF2-40B4-BE49-F238E27FC236}">
                <a16:creationId xmlns:a16="http://schemas.microsoft.com/office/drawing/2014/main" id="{115DBEA8-38EB-7F45-1CB8-7165C120DDD9}"/>
              </a:ext>
            </a:extLst>
          </p:cNvPr>
          <p:cNvSpPr txBox="1"/>
          <p:nvPr/>
        </p:nvSpPr>
        <p:spPr>
          <a:xfrm>
            <a:off x="715050" y="837397"/>
            <a:ext cx="7713900" cy="738664"/>
          </a:xfrm>
          <a:prstGeom prst="rect">
            <a:avLst/>
          </a:prstGeom>
          <a:noFill/>
        </p:spPr>
        <p:txBody>
          <a:bodyPr wrap="square">
            <a:spAutoFit/>
          </a:bodyPr>
          <a:lstStyle/>
          <a:p>
            <a:r>
              <a:rPr lang="en-US" dirty="0">
                <a:latin typeface="Kantumruy Pro" panose="020B0604020202020204" charset="0"/>
                <a:cs typeface="Kantumruy Pro" panose="020B0604020202020204" charset="0"/>
              </a:rPr>
              <a:t>For each project, the planning stage establishes the level of requirements management detail that is required. During the requirements management stage, req </a:t>
            </a:r>
            <a:r>
              <a:rPr lang="en-US" dirty="0" err="1">
                <a:latin typeface="Kantumruy Pro" panose="020B0604020202020204" charset="0"/>
                <a:cs typeface="Kantumruy Pro" panose="020B0604020202020204" charset="0"/>
              </a:rPr>
              <a:t>eng.</a:t>
            </a:r>
            <a:r>
              <a:rPr lang="en-US" dirty="0">
                <a:latin typeface="Kantumruy Pro" panose="020B0604020202020204" charset="0"/>
                <a:cs typeface="Kantumruy Pro" panose="020B0604020202020204" charset="0"/>
              </a:rPr>
              <a:t> have to decide on:</a:t>
            </a:r>
            <a:endParaRPr lang="en-IN" dirty="0">
              <a:latin typeface="Kantumruy Pro" panose="020B0604020202020204" charset="0"/>
              <a:cs typeface="Kantumruy Pro" panose="020B0604020202020204" charset="0"/>
            </a:endParaRPr>
          </a:p>
        </p:txBody>
      </p:sp>
      <p:sp>
        <p:nvSpPr>
          <p:cNvPr id="7" name="TextBox 6">
            <a:extLst>
              <a:ext uri="{FF2B5EF4-FFF2-40B4-BE49-F238E27FC236}">
                <a16:creationId xmlns:a16="http://schemas.microsoft.com/office/drawing/2014/main" id="{29AF8F0A-537C-34D1-0644-1F05A014AF54}"/>
              </a:ext>
            </a:extLst>
          </p:cNvPr>
          <p:cNvSpPr txBox="1"/>
          <p:nvPr/>
        </p:nvSpPr>
        <p:spPr>
          <a:xfrm>
            <a:off x="715050" y="1679138"/>
            <a:ext cx="7713900" cy="3323987"/>
          </a:xfrm>
          <a:prstGeom prst="rect">
            <a:avLst/>
          </a:prstGeom>
          <a:noFill/>
        </p:spPr>
        <p:txBody>
          <a:bodyPr wrap="square">
            <a:spAutoFit/>
          </a:bodyPr>
          <a:lstStyle/>
          <a:p>
            <a:pPr marL="342900" indent="-342900">
              <a:buFont typeface="+mj-lt"/>
              <a:buAutoNum type="arabicPeriod"/>
            </a:pPr>
            <a:r>
              <a:rPr lang="en-US" b="1" dirty="0">
                <a:latin typeface="Kantumruy Pro" panose="020B0604020202020204" charset="0"/>
                <a:cs typeface="Kantumruy Pro" panose="020B0604020202020204" charset="0"/>
              </a:rPr>
              <a:t>Requirements identification </a:t>
            </a:r>
            <a:r>
              <a:rPr lang="en-US" dirty="0">
                <a:latin typeface="Kantumruy Pro" panose="020B0604020202020204" charset="0"/>
                <a:cs typeface="Kantumruy Pro" panose="020B0604020202020204" charset="0"/>
              </a:rPr>
              <a:t>: Each requirement must be uniquely identified so that it can be cross-referenced by other requirements and so that it may be used in traceability assessments.</a:t>
            </a:r>
          </a:p>
          <a:p>
            <a:pPr marL="342900" indent="-342900">
              <a:buFont typeface="+mj-lt"/>
              <a:buAutoNum type="arabicPeriod"/>
            </a:pPr>
            <a:endParaRPr lang="en-US" dirty="0">
              <a:latin typeface="Kantumruy Pro" panose="020B0604020202020204" charset="0"/>
              <a:cs typeface="Kantumruy Pro" panose="020B0604020202020204" charset="0"/>
            </a:endParaRPr>
          </a:p>
          <a:p>
            <a:pPr marL="342900" indent="-342900">
              <a:buFont typeface="+mj-lt"/>
              <a:buAutoNum type="arabicPeriod"/>
            </a:pPr>
            <a:r>
              <a:rPr lang="en-US" b="1" dirty="0">
                <a:latin typeface="Kantumruy Pro" panose="020B0604020202020204" charset="0"/>
                <a:cs typeface="Kantumruy Pro" panose="020B0604020202020204" charset="0"/>
              </a:rPr>
              <a:t>A change management process:  </a:t>
            </a:r>
            <a:r>
              <a:rPr lang="en-US" dirty="0">
                <a:latin typeface="Kantumruy Pro" panose="020B0604020202020204" charset="0"/>
                <a:cs typeface="Kantumruy Pro" panose="020B0604020202020204" charset="0"/>
              </a:rPr>
              <a:t>This is the set of activities that assess the impact and cost of changes. </a:t>
            </a:r>
          </a:p>
          <a:p>
            <a:pPr marL="342900" indent="-342900">
              <a:buFont typeface="+mj-lt"/>
              <a:buAutoNum type="arabicPeriod"/>
            </a:pPr>
            <a:endParaRPr lang="en-US" dirty="0">
              <a:latin typeface="Kantumruy Pro" panose="020B0604020202020204" charset="0"/>
              <a:cs typeface="Kantumruy Pro" panose="020B0604020202020204" charset="0"/>
            </a:endParaRPr>
          </a:p>
          <a:p>
            <a:pPr marL="342900" indent="-342900">
              <a:buFont typeface="+mj-lt"/>
              <a:buAutoNum type="arabicPeriod"/>
            </a:pPr>
            <a:r>
              <a:rPr lang="en-US" b="1" dirty="0">
                <a:latin typeface="Kantumruy Pro" panose="020B0604020202020204" charset="0"/>
                <a:cs typeface="Kantumruy Pro" panose="020B0604020202020204" charset="0"/>
              </a:rPr>
              <a:t>Traceability policies: </a:t>
            </a:r>
            <a:r>
              <a:rPr lang="en-US" dirty="0">
                <a:latin typeface="Kantumruy Pro" panose="020B0604020202020204" charset="0"/>
                <a:cs typeface="Kantumruy Pro" panose="020B0604020202020204" charset="0"/>
              </a:rPr>
              <a:t>These policies define the relationships between requirements, and between the requirements and the system design that should be recorded and how these records should be maintained. </a:t>
            </a:r>
          </a:p>
          <a:p>
            <a:pPr marL="342900" indent="-342900">
              <a:buFont typeface="+mj-lt"/>
              <a:buAutoNum type="arabicPeriod"/>
            </a:pPr>
            <a:endParaRPr lang="en-US" dirty="0">
              <a:latin typeface="Kantumruy Pro" panose="020B0604020202020204" charset="0"/>
              <a:cs typeface="Kantumruy Pro" panose="020B0604020202020204" charset="0"/>
            </a:endParaRPr>
          </a:p>
          <a:p>
            <a:pPr marL="342900" indent="-342900">
              <a:buFont typeface="+mj-lt"/>
              <a:buAutoNum type="arabicPeriod"/>
            </a:pPr>
            <a:r>
              <a:rPr lang="en-US" b="1" dirty="0">
                <a:latin typeface="Kantumruy Pro" panose="020B0604020202020204" charset="0"/>
                <a:cs typeface="Kantumruy Pro" panose="020B0604020202020204" charset="0"/>
              </a:rPr>
              <a:t>CASE tool support Requirements: </a:t>
            </a:r>
            <a:r>
              <a:rPr lang="en-US" dirty="0">
                <a:latin typeface="Kantumruy Pro" panose="020B0604020202020204" charset="0"/>
                <a:cs typeface="Kantumruy Pro" panose="020B0604020202020204" charset="0"/>
              </a:rPr>
              <a:t>management involves the processing of large amounts of information about the requirements. Tools that may be used range from specialist requirements management systems to spreadsheets and simple database systems</a:t>
            </a:r>
            <a:endParaRPr lang="en-IN" dirty="0">
              <a:latin typeface="Kantumruy Pro" panose="020B0604020202020204" charset="0"/>
              <a:cs typeface="Kantumruy Pro" panose="020B0604020202020204" charset="0"/>
            </a:endParaRPr>
          </a:p>
        </p:txBody>
      </p:sp>
    </p:spTree>
    <p:extLst>
      <p:ext uri="{BB962C8B-B14F-4D97-AF65-F5344CB8AC3E}">
        <p14:creationId xmlns:p14="http://schemas.microsoft.com/office/powerpoint/2010/main" val="36482685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968">
          <a:extLst>
            <a:ext uri="{FF2B5EF4-FFF2-40B4-BE49-F238E27FC236}">
              <a16:creationId xmlns:a16="http://schemas.microsoft.com/office/drawing/2014/main" id="{24052E49-3113-6A91-E027-3991FCE9D8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4CCA99-BD1D-F553-0D08-C18ED8E75629}"/>
              </a:ext>
            </a:extLst>
          </p:cNvPr>
          <p:cNvSpPr>
            <a:spLocks noGrp="1"/>
          </p:cNvSpPr>
          <p:nvPr>
            <p:ph type="title"/>
          </p:nvPr>
        </p:nvSpPr>
        <p:spPr>
          <a:xfrm>
            <a:off x="471210" y="52569"/>
            <a:ext cx="7713900" cy="648900"/>
          </a:xfrm>
        </p:spPr>
        <p:txBody>
          <a:bodyPr/>
          <a:lstStyle/>
          <a:p>
            <a:r>
              <a:rPr lang="en-US" dirty="0"/>
              <a:t>Classification of Volatile Requirement</a:t>
            </a:r>
            <a:endParaRPr lang="en-IN" dirty="0"/>
          </a:p>
        </p:txBody>
      </p:sp>
      <p:sp>
        <p:nvSpPr>
          <p:cNvPr id="4" name="TextBox 3">
            <a:extLst>
              <a:ext uri="{FF2B5EF4-FFF2-40B4-BE49-F238E27FC236}">
                <a16:creationId xmlns:a16="http://schemas.microsoft.com/office/drawing/2014/main" id="{6A48B34F-FF5F-5B0E-9361-D79A367068F5}"/>
              </a:ext>
            </a:extLst>
          </p:cNvPr>
          <p:cNvSpPr txBox="1"/>
          <p:nvPr/>
        </p:nvSpPr>
        <p:spPr>
          <a:xfrm>
            <a:off x="350520" y="905170"/>
            <a:ext cx="8663940" cy="4185761"/>
          </a:xfrm>
          <a:prstGeom prst="rect">
            <a:avLst/>
          </a:prstGeom>
          <a:noFill/>
        </p:spPr>
        <p:txBody>
          <a:bodyPr wrap="square">
            <a:spAutoFit/>
          </a:bodyPr>
          <a:lstStyle/>
          <a:p>
            <a:pPr>
              <a:buNone/>
            </a:pPr>
            <a:r>
              <a:rPr lang="en-US" dirty="0">
                <a:latin typeface="Kantumruy Pro" panose="020B0604020202020204" charset="0"/>
                <a:cs typeface="Kantumruy Pro" panose="020B0604020202020204" charset="0"/>
              </a:rPr>
              <a:t>1. </a:t>
            </a:r>
            <a:r>
              <a:rPr lang="en-US" b="1" dirty="0">
                <a:latin typeface="Kantumruy Pro" panose="020B0604020202020204" charset="0"/>
                <a:cs typeface="Kantumruy Pro" panose="020B0604020202020204" charset="0"/>
              </a:rPr>
              <a:t>Mutable Requirements: </a:t>
            </a:r>
          </a:p>
          <a:p>
            <a:pPr>
              <a:buNone/>
            </a:pPr>
            <a:r>
              <a:rPr lang="en-US" dirty="0">
                <a:latin typeface="Kantumruy Pro" panose="020B0604020202020204" charset="0"/>
                <a:cs typeface="Kantumruy Pro" panose="020B0604020202020204" charset="0"/>
              </a:rPr>
              <a:t>Change due to changes in the operating environment. In a hospital system, if government policy changes and hospitals must now record </a:t>
            </a:r>
            <a:r>
              <a:rPr lang="en-US" i="1" dirty="0">
                <a:latin typeface="Kantumruy Pro" panose="020B0604020202020204" charset="0"/>
                <a:cs typeface="Kantumruy Pro" panose="020B0604020202020204" charset="0"/>
              </a:rPr>
              <a:t>vaccination history</a:t>
            </a:r>
            <a:r>
              <a:rPr lang="en-US" dirty="0">
                <a:latin typeface="Kantumruy Pro" panose="020B0604020202020204" charset="0"/>
                <a:cs typeface="Kantumruy Pro" panose="020B0604020202020204" charset="0"/>
              </a:rPr>
              <a:t> for all patients, the software must add new data fields.</a:t>
            </a:r>
          </a:p>
          <a:p>
            <a:pPr>
              <a:buNone/>
            </a:pPr>
            <a:endParaRPr lang="en-US" dirty="0">
              <a:latin typeface="Kantumruy Pro" panose="020B0604020202020204" charset="0"/>
              <a:cs typeface="Kantumruy Pro" panose="020B0604020202020204" charset="0"/>
            </a:endParaRPr>
          </a:p>
          <a:p>
            <a:pPr>
              <a:buNone/>
            </a:pPr>
            <a:r>
              <a:rPr lang="en-US" dirty="0">
                <a:latin typeface="Kantumruy Pro" panose="020B0604020202020204" charset="0"/>
                <a:cs typeface="Kantumruy Pro" panose="020B0604020202020204" charset="0"/>
              </a:rPr>
              <a:t>2. </a:t>
            </a:r>
            <a:r>
              <a:rPr lang="en-US" b="1" dirty="0">
                <a:latin typeface="Kantumruy Pro" panose="020B0604020202020204" charset="0"/>
                <a:cs typeface="Kantumruy Pro" panose="020B0604020202020204" charset="0"/>
              </a:rPr>
              <a:t>Emergent Requirements</a:t>
            </a:r>
          </a:p>
          <a:p>
            <a:r>
              <a:rPr lang="en-US" dirty="0">
                <a:latin typeface="Kantumruy Pro" panose="020B0604020202020204" charset="0"/>
                <a:cs typeface="Kantumruy Pro" panose="020B0604020202020204" charset="0"/>
              </a:rPr>
              <a:t>Emerge as customer understanding develops during system design/development. While developing an online learning platform, stakeholders initially ask for video lectures only. Later, they realize students also need discussion forums and quiz features, which emerge during design.</a:t>
            </a:r>
          </a:p>
          <a:p>
            <a:pPr>
              <a:buNone/>
            </a:pPr>
            <a:endParaRPr lang="en-US" dirty="0">
              <a:latin typeface="Kantumruy Pro" panose="020B0604020202020204" charset="0"/>
              <a:cs typeface="Kantumruy Pro" panose="020B0604020202020204" charset="0"/>
            </a:endParaRPr>
          </a:p>
          <a:p>
            <a:pPr>
              <a:buNone/>
            </a:pPr>
            <a:r>
              <a:rPr lang="en-US" dirty="0">
                <a:latin typeface="Kantumruy Pro" panose="020B0604020202020204" charset="0"/>
                <a:cs typeface="Kantumruy Pro" panose="020B0604020202020204" charset="0"/>
              </a:rPr>
              <a:t>3. </a:t>
            </a:r>
            <a:r>
              <a:rPr lang="en-US" b="1" dirty="0">
                <a:latin typeface="Kantumruy Pro" panose="020B0604020202020204" charset="0"/>
                <a:cs typeface="Kantumruy Pro" panose="020B0604020202020204" charset="0"/>
              </a:rPr>
              <a:t>Consequential Requirements</a:t>
            </a:r>
          </a:p>
          <a:p>
            <a:r>
              <a:rPr lang="en-US" dirty="0">
                <a:latin typeface="Kantumruy Pro" panose="020B0604020202020204" charset="0"/>
                <a:cs typeface="Kantumruy Pro" panose="020B0604020202020204" charset="0"/>
              </a:rPr>
              <a:t>Result from introducing the computer system itself. A retail store introduces an automated inventory system. This leads to a new requirement for real-time sales dashboards, since managers now expect instant reporting which wasn’t possible before.</a:t>
            </a:r>
            <a:br>
              <a:rPr lang="en-US" dirty="0">
                <a:latin typeface="Kantumruy Pro" panose="020B0604020202020204" charset="0"/>
                <a:cs typeface="Kantumruy Pro" panose="020B0604020202020204" charset="0"/>
              </a:rPr>
            </a:br>
            <a:endParaRPr lang="en-US" dirty="0">
              <a:latin typeface="Kantumruy Pro" panose="020B0604020202020204" charset="0"/>
              <a:cs typeface="Kantumruy Pro" panose="020B0604020202020204" charset="0"/>
            </a:endParaRPr>
          </a:p>
          <a:p>
            <a:pPr>
              <a:buNone/>
            </a:pPr>
            <a:r>
              <a:rPr lang="en-US" dirty="0">
                <a:latin typeface="Kantumruy Pro" panose="020B0604020202020204" charset="0"/>
                <a:cs typeface="Kantumruy Pro" panose="020B0604020202020204" charset="0"/>
              </a:rPr>
              <a:t>4. </a:t>
            </a:r>
            <a:r>
              <a:rPr lang="en-US" b="1" dirty="0">
                <a:latin typeface="Kantumruy Pro" panose="020B0604020202020204" charset="0"/>
                <a:cs typeface="Kantumruy Pro" panose="020B0604020202020204" charset="0"/>
              </a:rPr>
              <a:t>Compatibility Requirements</a:t>
            </a:r>
          </a:p>
          <a:p>
            <a:r>
              <a:rPr lang="en-US" dirty="0">
                <a:latin typeface="Kantumruy Pro" panose="020B0604020202020204" charset="0"/>
                <a:cs typeface="Kantumruy Pro" panose="020B0604020202020204" charset="0"/>
              </a:rPr>
              <a:t>Depend on other systems or business processes. A banking system must integrate with the national payment gateway (UPI/NEFT/RTGS). If the gateway changes its API, the bank’s software must update its compatibility to continue transactions.</a:t>
            </a:r>
          </a:p>
        </p:txBody>
      </p:sp>
    </p:spTree>
    <p:extLst>
      <p:ext uri="{BB962C8B-B14F-4D97-AF65-F5344CB8AC3E}">
        <p14:creationId xmlns:p14="http://schemas.microsoft.com/office/powerpoint/2010/main" val="23822023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0E2A47"/>
        </a:solidFill>
        <a:effectLst/>
      </p:bgPr>
    </p:bg>
    <p:spTree>
      <p:nvGrpSpPr>
        <p:cNvPr id="1" name="Shape 11192"/>
        <p:cNvGrpSpPr/>
        <p:nvPr/>
      </p:nvGrpSpPr>
      <p:grpSpPr>
        <a:xfrm>
          <a:off x="0" y="0"/>
          <a:ext cx="0" cy="0"/>
          <a:chOff x="0" y="0"/>
          <a:chExt cx="0" cy="0"/>
        </a:xfrm>
      </p:grpSpPr>
      <p:sp>
        <p:nvSpPr>
          <p:cNvPr id="2" name="Title 1">
            <a:extLst>
              <a:ext uri="{FF2B5EF4-FFF2-40B4-BE49-F238E27FC236}">
                <a16:creationId xmlns:a16="http://schemas.microsoft.com/office/drawing/2014/main" id="{0416846C-233E-1EEA-7011-4D1DEA2A52CB}"/>
              </a:ext>
            </a:extLst>
          </p:cNvPr>
          <p:cNvSpPr>
            <a:spLocks noGrp="1"/>
          </p:cNvSpPr>
          <p:nvPr>
            <p:ph type="title"/>
          </p:nvPr>
        </p:nvSpPr>
        <p:spPr>
          <a:xfrm>
            <a:off x="1400900" y="1852000"/>
            <a:ext cx="7137600" cy="2017800"/>
          </a:xfrm>
        </p:spPr>
        <p:txBody>
          <a:bodyPr/>
          <a:lstStyle/>
          <a:p>
            <a:r>
              <a:rPr lang="en-US" dirty="0">
                <a:solidFill>
                  <a:schemeClr val="bg1"/>
                </a:solidFill>
                <a:latin typeface="Kantumruy Pro SemiBold" panose="020B0604020202020204" charset="0"/>
                <a:cs typeface="Kantumruy Pro SemiBold" panose="020B0604020202020204" charset="0"/>
              </a:rPr>
              <a:t>End of Chapter</a:t>
            </a:r>
            <a:endParaRPr lang="en-IN" dirty="0">
              <a:solidFill>
                <a:schemeClr val="bg1"/>
              </a:solidFill>
              <a:latin typeface="Kantumruy Pro SemiBold" panose="020B0604020202020204" charset="0"/>
              <a:cs typeface="Kantumruy Pro SemiBold" panose="020B0604020202020204" charset="0"/>
            </a:endParaRPr>
          </a:p>
        </p:txBody>
      </p:sp>
    </p:spTree>
  </p:cSld>
  <p:clrMapOvr>
    <a:masterClrMapping/>
  </p:clrMapOvr>
</p:sld>
</file>

<file path=ppt/theme/theme1.xml><?xml version="1.0" encoding="utf-8"?>
<a:theme xmlns:a="http://schemas.openxmlformats.org/drawingml/2006/main" name="Industrial Engineering Thesis Defense by Slidesgo">
  <a:themeElements>
    <a:clrScheme name="Simple Light">
      <a:dk1>
        <a:srgbClr val="263165"/>
      </a:dk1>
      <a:lt1>
        <a:srgbClr val="F4EEF4"/>
      </a:lt1>
      <a:dk2>
        <a:srgbClr val="F3F4EE"/>
      </a:dk2>
      <a:lt2>
        <a:srgbClr val="FFFFFF"/>
      </a:lt2>
      <a:accent1>
        <a:srgbClr val="FFFFFF"/>
      </a:accent1>
      <a:accent2>
        <a:srgbClr val="FFFFFF"/>
      </a:accent2>
      <a:accent3>
        <a:srgbClr val="FFFFFF"/>
      </a:accent3>
      <a:accent4>
        <a:srgbClr val="FFFFFF"/>
      </a:accent4>
      <a:accent5>
        <a:srgbClr val="FFFFFF"/>
      </a:accent5>
      <a:accent6>
        <a:srgbClr val="FFFFFF"/>
      </a:accent6>
      <a:hlink>
        <a:srgbClr val="26316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392</TotalTime>
  <Words>3468</Words>
  <Application>Microsoft Office PowerPoint</Application>
  <PresentationFormat>On-screen Show (16:9)</PresentationFormat>
  <Paragraphs>271</Paragraphs>
  <Slides>33</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33</vt:i4>
      </vt:variant>
    </vt:vector>
  </HeadingPairs>
  <TitlesOfParts>
    <vt:vector size="38" baseType="lpstr">
      <vt:lpstr>Kantumruy Pro</vt:lpstr>
      <vt:lpstr>Kantumruy Pro Medium</vt:lpstr>
      <vt:lpstr>Kantumruy Pro SemiBold</vt:lpstr>
      <vt:lpstr>Arial</vt:lpstr>
      <vt:lpstr>Industrial Engineering Thesis Defense by Slidesgo</vt:lpstr>
      <vt:lpstr>Requirement Engineering Process</vt:lpstr>
      <vt:lpstr>4 activities of RE</vt:lpstr>
      <vt:lpstr>01</vt:lpstr>
      <vt:lpstr>Requirements elicitation and analysis</vt:lpstr>
      <vt:lpstr>PowerPoint Presentation</vt:lpstr>
      <vt:lpstr>PowerPoint Presentation</vt:lpstr>
      <vt:lpstr>Stakeholders don’t know what they want / make unrealistic demands</vt:lpstr>
      <vt:lpstr>Stakeholders use their own terms / implicit knowledge</vt:lpstr>
      <vt:lpstr>Different stakeholders, conflicting requirements</vt:lpstr>
      <vt:lpstr>Political factors influence requirements</vt:lpstr>
      <vt:lpstr>Dynamic business environment / changing requirements</vt:lpstr>
      <vt:lpstr>General elicitation and analysis process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validation process checks to be carried on the requirements document</vt:lpstr>
      <vt:lpstr>validation process checks to be carried on the requirements document</vt:lpstr>
      <vt:lpstr>validation process checks to be carried on the requirements document</vt:lpstr>
      <vt:lpstr>validation process checks to be carried on the requirements document</vt:lpstr>
      <vt:lpstr>validation process checks to be carried on the requirements document</vt:lpstr>
      <vt:lpstr>PowerPoint Presentation</vt:lpstr>
      <vt:lpstr>PowerPoint Presentation</vt:lpstr>
      <vt:lpstr>Requirement Review</vt:lpstr>
      <vt:lpstr>PowerPoint Presentation</vt:lpstr>
      <vt:lpstr>PowerPoint Presentation</vt:lpstr>
      <vt:lpstr>PowerPoint Presentation</vt:lpstr>
      <vt:lpstr>Requirement management planning</vt:lpstr>
      <vt:lpstr>Classification of Volatile Requirement</vt:lpstr>
      <vt:lpstr>End of Chapter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Goutham Jatthan</cp:lastModifiedBy>
  <cp:revision>5</cp:revision>
  <dcterms:modified xsi:type="dcterms:W3CDTF">2025-09-27T19:08:45Z</dcterms:modified>
</cp:coreProperties>
</file>